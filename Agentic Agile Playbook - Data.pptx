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4"/>
    <p:sldMasterId id="2147483718" r:id="rId5"/>
  </p:sldMasterIdLst>
  <p:notesMasterIdLst>
    <p:notesMasterId r:id="rId15"/>
  </p:notesMasterIdLst>
  <p:sldIdLst>
    <p:sldId id="260" r:id="rId6"/>
    <p:sldId id="2147483647" r:id="rId7"/>
    <p:sldId id="2147483646" r:id="rId8"/>
    <p:sldId id="257" r:id="rId9"/>
    <p:sldId id="2147483639" r:id="rId10"/>
    <p:sldId id="2147483640" r:id="rId11"/>
    <p:sldId id="2147483638" r:id="rId12"/>
    <p:sldId id="2147483641" r:id="rId13"/>
    <p:sldId id="25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72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500F08-E5FC-390D-EE52-ECC5A82CA6A1}" name="Madhuchandra Katta" initials="MK" userId="S::madhuchandra.katta@ascendion.com::d79de21a-07cf-4397-ae35-cfd5b0b98a1d" providerId="AD"/>
  <p188:author id="{A769E337-9454-F71D-A2B7-2A85B9C4865A}" name="Harisri Swaminathan" initials="" userId="S::harisri.swaminathan@ascendion.com::21e7ee1c-ee31-4038-968a-d8c7a86fd21a" providerId="AD"/>
  <p188:author id="{D8C4C04C-BA07-A661-11BA-5351E902CFA7}" name="Varshini Chaithra" initials="" userId="S::varshini.chaithra@ascendion.com::cfd6f448-240a-4c5f-a765-f909eaec1f5e" providerId="AD"/>
  <p188:author id="{8A260172-0469-182E-CFAA-ED98807C6129}" name="Gopalakrishnan M" initials="GM" userId="S::gopalakrishnan.m@ascendion.com::f5167d5b-4573-4b7f-a946-0ca248fb4fa5" providerId="AD"/>
  <p188:author id="{376D8D90-A87E-58AC-3BD4-03E890D4FB26}" name="Mijitha Muralidharan" initials="MM" userId="S::mijitha.muralidharan@ascendion.com::09b4c7ef-99ea-4393-a5d1-067b883225ad" providerId="AD"/>
  <p188:author id="{407D94DF-D53E-42D7-A2B5-AA7183E7415A}" name="Ramasubramaniam Srinivasan" initials="" userId="S::ramasubramaniam.s@ascendion.com::a28889dc-9ad8-41cc-bb94-f9bce3cb4ee0" providerId="AD"/>
  <p188:author id="{F94EEDFE-AE54-7017-0736-C2E84DC4CC8B}" name="Athish Ganesh" initials="AG" userId="S::athish.ganesh@ascendion.com::1a92f2f5-aa1e-43b9-acd2-bf31b0cffe5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37AF"/>
    <a:srgbClr val="009673"/>
    <a:srgbClr val="C2C2EB"/>
    <a:srgbClr val="8C005A"/>
    <a:srgbClr val="006350"/>
    <a:srgbClr val="FFC310"/>
    <a:srgbClr val="414141"/>
    <a:srgbClr val="DFE8E4"/>
    <a:srgbClr val="DFE7E4"/>
    <a:srgbClr val="0C9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4E8A9-BEED-40D9-9E5D-85664F112D58}" v="257" dt="2025-07-14T07:47:49.705"/>
    <p1510:client id="{72F07281-09B5-4C80-BEB0-92F2908F2E0E}" v="331" dt="2025-07-14T13:44:28.498"/>
    <p1510:client id="{A2E3B9AC-6F4E-4F00-BBF0-A612FC268565}" v="368" dt="2025-07-14T04:58:02.7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6720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rik Paul" userId="S::sourik.paul@ascendion.com::80defbb2-66c4-4548-ad56-8ea4e8b5e80e" providerId="AD" clId="Web-{B627816D-E8D1-8A3A-4F72-45F6AFF2FF1F}"/>
    <pc:docChg chg="modSld">
      <pc:chgData name="Sourik Paul" userId="S::sourik.paul@ascendion.com::80defbb2-66c4-4548-ad56-8ea4e8b5e80e" providerId="AD" clId="Web-{B627816D-E8D1-8A3A-4F72-45F6AFF2FF1F}" dt="2025-07-10T11:24:35.083" v="54" actId="1076"/>
      <pc:docMkLst>
        <pc:docMk/>
      </pc:docMkLst>
      <pc:sldChg chg="delSp modSp">
        <pc:chgData name="Sourik Paul" userId="S::sourik.paul@ascendion.com::80defbb2-66c4-4548-ad56-8ea4e8b5e80e" providerId="AD" clId="Web-{B627816D-E8D1-8A3A-4F72-45F6AFF2FF1F}" dt="2025-07-10T11:24:35.083" v="54" actId="1076"/>
        <pc:sldMkLst>
          <pc:docMk/>
          <pc:sldMk cId="1923607647" sldId="2147483638"/>
        </pc:sldMkLst>
        <pc:spChg chg="mod">
          <ac:chgData name="Sourik Paul" userId="S::sourik.paul@ascendion.com::80defbb2-66c4-4548-ad56-8ea4e8b5e80e" providerId="AD" clId="Web-{B627816D-E8D1-8A3A-4F72-45F6AFF2FF1F}" dt="2025-07-10T11:22:49.564" v="4" actId="1076"/>
          <ac:spMkLst>
            <pc:docMk/>
            <pc:sldMk cId="1923607647" sldId="2147483638"/>
            <ac:spMk id="29" creationId="{42429780-A6B6-5BE7-637E-1EA70A039453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49.595" v="5" actId="1076"/>
          <ac:spMkLst>
            <pc:docMk/>
            <pc:sldMk cId="1923607647" sldId="2147483638"/>
            <ac:spMk id="34" creationId="{224CBAD6-D9F1-B158-EE56-8D9399DA0999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49.626" v="6" actId="1076"/>
          <ac:spMkLst>
            <pc:docMk/>
            <pc:sldMk cId="1923607647" sldId="2147483638"/>
            <ac:spMk id="35" creationId="{22154F15-6CBA-1175-86B6-F7D9052FD4BD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49.657" v="7" actId="1076"/>
          <ac:spMkLst>
            <pc:docMk/>
            <pc:sldMk cId="1923607647" sldId="2147483638"/>
            <ac:spMk id="36" creationId="{501FF5BA-57CD-F2D5-1EA4-3A8B3A8EE086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49.689" v="8" actId="1076"/>
          <ac:spMkLst>
            <pc:docMk/>
            <pc:sldMk cId="1923607647" sldId="2147483638"/>
            <ac:spMk id="37" creationId="{78D152A4-EE95-047D-EF55-FCE796AE6A1F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49.735" v="10" actId="1076"/>
          <ac:spMkLst>
            <pc:docMk/>
            <pc:sldMk cId="1923607647" sldId="2147483638"/>
            <ac:spMk id="44" creationId="{9076C622-68D1-59A1-AE92-B19F09178CF6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49.782" v="11" actId="1076"/>
          <ac:spMkLst>
            <pc:docMk/>
            <pc:sldMk cId="1923607647" sldId="2147483638"/>
            <ac:spMk id="45" creationId="{D2B238BF-1F9A-7224-DC74-F6F6D0666524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49.939" v="17" actId="1076"/>
          <ac:spMkLst>
            <pc:docMk/>
            <pc:sldMk cId="1923607647" sldId="2147483638"/>
            <ac:spMk id="55" creationId="{CA261FC8-2337-792C-A4EA-1FBB055B6899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49.970" v="18" actId="1076"/>
          <ac:spMkLst>
            <pc:docMk/>
            <pc:sldMk cId="1923607647" sldId="2147483638"/>
            <ac:spMk id="56" creationId="{41778243-E41C-10F2-646A-1E7575085B60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001" v="19" actId="1076"/>
          <ac:spMkLst>
            <pc:docMk/>
            <pc:sldMk cId="1923607647" sldId="2147483638"/>
            <ac:spMk id="57" creationId="{C80CDBBB-5DDC-1A69-FCAE-38E6C3787926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032" v="20" actId="1076"/>
          <ac:spMkLst>
            <pc:docMk/>
            <pc:sldMk cId="1923607647" sldId="2147483638"/>
            <ac:spMk id="58" creationId="{2B159CC1-46A7-47D7-3D1C-17BDE405E9E0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048" v="21" actId="1076"/>
          <ac:spMkLst>
            <pc:docMk/>
            <pc:sldMk cId="1923607647" sldId="2147483638"/>
            <ac:spMk id="59" creationId="{46C2A1EE-0EEA-2C18-F12B-C869E8084C55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110" v="23" actId="1076"/>
          <ac:spMkLst>
            <pc:docMk/>
            <pc:sldMk cId="1923607647" sldId="2147483638"/>
            <ac:spMk id="61" creationId="{B8533C0D-AE17-208E-4605-00436A402330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142" v="24" actId="1076"/>
          <ac:spMkLst>
            <pc:docMk/>
            <pc:sldMk cId="1923607647" sldId="2147483638"/>
            <ac:spMk id="62" creationId="{6D86C061-10AD-B8CB-5A83-A1B4BA4DF7EE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251" v="28" actId="1076"/>
          <ac:spMkLst>
            <pc:docMk/>
            <pc:sldMk cId="1923607647" sldId="2147483638"/>
            <ac:spMk id="68" creationId="{AEF3F803-DD1B-766F-18FF-EEB82935E605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282" v="29" actId="1076"/>
          <ac:spMkLst>
            <pc:docMk/>
            <pc:sldMk cId="1923607647" sldId="2147483638"/>
            <ac:spMk id="69" creationId="{41D18B85-9605-3393-D7E9-C25C2E04B9F0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314" v="30" actId="1076"/>
          <ac:spMkLst>
            <pc:docMk/>
            <pc:sldMk cId="1923607647" sldId="2147483638"/>
            <ac:spMk id="70" creationId="{0539D5E7-12D2-BB59-20A8-4E5D2CB049A1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329" v="31" actId="1076"/>
          <ac:spMkLst>
            <pc:docMk/>
            <pc:sldMk cId="1923607647" sldId="2147483638"/>
            <ac:spMk id="71" creationId="{78929ED7-ED32-2E0F-68C4-CF81D072D7DD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361" v="32" actId="1076"/>
          <ac:spMkLst>
            <pc:docMk/>
            <pc:sldMk cId="1923607647" sldId="2147483638"/>
            <ac:spMk id="72" creationId="{123301F6-AF31-0850-8966-0FB6246456C7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407" v="34" actId="1076"/>
          <ac:spMkLst>
            <pc:docMk/>
            <pc:sldMk cId="1923607647" sldId="2147483638"/>
            <ac:spMk id="74" creationId="{883B1FA4-7EA8-E03B-35D2-99A599CDDED0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439" v="35" actId="1076"/>
          <ac:spMkLst>
            <pc:docMk/>
            <pc:sldMk cId="1923607647" sldId="2147483638"/>
            <ac:spMk id="75" creationId="{BB85190C-C91E-55C7-FBC6-BD2D10347935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486" v="37" actId="1076"/>
          <ac:spMkLst>
            <pc:docMk/>
            <pc:sldMk cId="1923607647" sldId="2147483638"/>
            <ac:spMk id="85" creationId="{00F63616-27E0-2624-E168-24DD457B21C4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501" v="38" actId="1076"/>
          <ac:spMkLst>
            <pc:docMk/>
            <pc:sldMk cId="1923607647" sldId="2147483638"/>
            <ac:spMk id="86" creationId="{63E6C976-E1AD-069B-C3D0-CA06EC216ADE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532" v="39" actId="1076"/>
          <ac:spMkLst>
            <pc:docMk/>
            <pc:sldMk cId="1923607647" sldId="2147483638"/>
            <ac:spMk id="87" creationId="{A2239F83-7343-DEF2-9069-7098A92C95FF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564" v="40" actId="1076"/>
          <ac:spMkLst>
            <pc:docMk/>
            <pc:sldMk cId="1923607647" sldId="2147483638"/>
            <ac:spMk id="88" creationId="{8EF10236-128F-F5A5-8755-678C5E4A8A31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611" v="42" actId="1076"/>
          <ac:spMkLst>
            <pc:docMk/>
            <pc:sldMk cId="1923607647" sldId="2147483638"/>
            <ac:spMk id="90" creationId="{A189A237-167A-7FE0-B214-F0C8420E289D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4:35.083" v="54" actId="1076"/>
          <ac:spMkLst>
            <pc:docMk/>
            <pc:sldMk cId="1923607647" sldId="2147483638"/>
            <ac:spMk id="111" creationId="{C5F2908B-C463-7B10-66D6-DFC838E720E8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704" v="44" actId="1076"/>
          <ac:spMkLst>
            <pc:docMk/>
            <pc:sldMk cId="1923607647" sldId="2147483638"/>
            <ac:spMk id="112" creationId="{F1D1808A-530F-DBC3-16BF-FD2FEB8F8141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751" v="45" actId="1076"/>
          <ac:spMkLst>
            <pc:docMk/>
            <pc:sldMk cId="1923607647" sldId="2147483638"/>
            <ac:spMk id="113" creationId="{3215CB79-A78F-B687-6DB0-E8B5AE4ED804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49.532" v="3" actId="1076"/>
          <ac:spMkLst>
            <pc:docMk/>
            <pc:sldMk cId="1923607647" sldId="2147483638"/>
            <ac:spMk id="138" creationId="{AFC1E8B1-EA0A-1087-8E5F-0103F1C7D4AD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845" v="49" actId="1076"/>
          <ac:spMkLst>
            <pc:docMk/>
            <pc:sldMk cId="1923607647" sldId="2147483638"/>
            <ac:spMk id="160" creationId="{98EAC24B-C9B1-59F6-324C-21559472C394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876" v="50" actId="1076"/>
          <ac:spMkLst>
            <pc:docMk/>
            <pc:sldMk cId="1923607647" sldId="2147483638"/>
            <ac:spMk id="161" creationId="{1766E9E2-1836-FFD5-95A4-11A0907815BD}"/>
          </ac:spMkLst>
        </pc:spChg>
        <pc:spChg chg="mod">
          <ac:chgData name="Sourik Paul" userId="S::sourik.paul@ascendion.com::80defbb2-66c4-4548-ad56-8ea4e8b5e80e" providerId="AD" clId="Web-{B627816D-E8D1-8A3A-4F72-45F6AFF2FF1F}" dt="2025-07-10T11:22:50.892" v="51" actId="1076"/>
          <ac:spMkLst>
            <pc:docMk/>
            <pc:sldMk cId="1923607647" sldId="2147483638"/>
            <ac:spMk id="163" creationId="{8C54EA4B-0287-6201-AB69-732E3402CB87}"/>
          </ac:spMkLst>
        </pc:spChg>
        <pc:picChg chg="mod">
          <ac:chgData name="Sourik Paul" userId="S::sourik.paul@ascendion.com::80defbb2-66c4-4548-ad56-8ea4e8b5e80e" providerId="AD" clId="Web-{B627816D-E8D1-8A3A-4F72-45F6AFF2FF1F}" dt="2025-07-10T11:22:49.704" v="9" actId="1076"/>
          <ac:picMkLst>
            <pc:docMk/>
            <pc:sldMk cId="1923607647" sldId="2147483638"/>
            <ac:picMk id="41" creationId="{988E345B-DB83-BAFB-B6C1-200AABCDADEA}"/>
          </ac:picMkLst>
        </pc:picChg>
        <pc:picChg chg="mod">
          <ac:chgData name="Sourik Paul" userId="S::sourik.paul@ascendion.com::80defbb2-66c4-4548-ad56-8ea4e8b5e80e" providerId="AD" clId="Web-{B627816D-E8D1-8A3A-4F72-45F6AFF2FF1F}" dt="2025-07-10T11:22:49.798" v="12" actId="1076"/>
          <ac:picMkLst>
            <pc:docMk/>
            <pc:sldMk cId="1923607647" sldId="2147483638"/>
            <ac:picMk id="50" creationId="{121F89F9-332C-8E03-E6DA-2196012B7957}"/>
          </ac:picMkLst>
        </pc:picChg>
        <pc:picChg chg="mod">
          <ac:chgData name="Sourik Paul" userId="S::sourik.paul@ascendion.com::80defbb2-66c4-4548-ad56-8ea4e8b5e80e" providerId="AD" clId="Web-{B627816D-E8D1-8A3A-4F72-45F6AFF2FF1F}" dt="2025-07-10T11:22:49.829" v="13" actId="1076"/>
          <ac:picMkLst>
            <pc:docMk/>
            <pc:sldMk cId="1923607647" sldId="2147483638"/>
            <ac:picMk id="51" creationId="{3D8075E9-D5E8-E61A-EC81-64299B2C3E3D}"/>
          </ac:picMkLst>
        </pc:picChg>
        <pc:picChg chg="mod">
          <ac:chgData name="Sourik Paul" userId="S::sourik.paul@ascendion.com::80defbb2-66c4-4548-ad56-8ea4e8b5e80e" providerId="AD" clId="Web-{B627816D-E8D1-8A3A-4F72-45F6AFF2FF1F}" dt="2025-07-10T11:22:49.860" v="14" actId="1076"/>
          <ac:picMkLst>
            <pc:docMk/>
            <pc:sldMk cId="1923607647" sldId="2147483638"/>
            <ac:picMk id="52" creationId="{BB28A561-B974-2002-8229-8985C6DE8DE2}"/>
          </ac:picMkLst>
        </pc:picChg>
        <pc:picChg chg="mod">
          <ac:chgData name="Sourik Paul" userId="S::sourik.paul@ascendion.com::80defbb2-66c4-4548-ad56-8ea4e8b5e80e" providerId="AD" clId="Web-{B627816D-E8D1-8A3A-4F72-45F6AFF2FF1F}" dt="2025-07-10T11:22:49.876" v="15" actId="1076"/>
          <ac:picMkLst>
            <pc:docMk/>
            <pc:sldMk cId="1923607647" sldId="2147483638"/>
            <ac:picMk id="53" creationId="{49D47FCB-BD39-8550-89BA-877C863F42E5}"/>
          </ac:picMkLst>
        </pc:picChg>
        <pc:picChg chg="mod">
          <ac:chgData name="Sourik Paul" userId="S::sourik.paul@ascendion.com::80defbb2-66c4-4548-ad56-8ea4e8b5e80e" providerId="AD" clId="Web-{B627816D-E8D1-8A3A-4F72-45F6AFF2FF1F}" dt="2025-07-10T11:22:49.907" v="16" actId="1076"/>
          <ac:picMkLst>
            <pc:docMk/>
            <pc:sldMk cId="1923607647" sldId="2147483638"/>
            <ac:picMk id="54" creationId="{3322F998-FE4F-F787-BD6D-24D98F671A16}"/>
          </ac:picMkLst>
        </pc:picChg>
        <pc:picChg chg="mod">
          <ac:chgData name="Sourik Paul" userId="S::sourik.paul@ascendion.com::80defbb2-66c4-4548-ad56-8ea4e8b5e80e" providerId="AD" clId="Web-{B627816D-E8D1-8A3A-4F72-45F6AFF2FF1F}" dt="2025-07-10T11:22:50.095" v="22" actId="1076"/>
          <ac:picMkLst>
            <pc:docMk/>
            <pc:sldMk cId="1923607647" sldId="2147483638"/>
            <ac:picMk id="60" creationId="{378392FD-335C-A69F-132A-8034C6655009}"/>
          </ac:picMkLst>
        </pc:picChg>
        <pc:picChg chg="mod">
          <ac:chgData name="Sourik Paul" userId="S::sourik.paul@ascendion.com::80defbb2-66c4-4548-ad56-8ea4e8b5e80e" providerId="AD" clId="Web-{B627816D-E8D1-8A3A-4F72-45F6AFF2FF1F}" dt="2025-07-10T11:22:50.173" v="25" actId="1076"/>
          <ac:picMkLst>
            <pc:docMk/>
            <pc:sldMk cId="1923607647" sldId="2147483638"/>
            <ac:picMk id="65" creationId="{6C0E2234-56E3-41E6-540B-530DE418516D}"/>
          </ac:picMkLst>
        </pc:picChg>
        <pc:picChg chg="mod">
          <ac:chgData name="Sourik Paul" userId="S::sourik.paul@ascendion.com::80defbb2-66c4-4548-ad56-8ea4e8b5e80e" providerId="AD" clId="Web-{B627816D-E8D1-8A3A-4F72-45F6AFF2FF1F}" dt="2025-07-10T11:22:50.204" v="26" actId="1076"/>
          <ac:picMkLst>
            <pc:docMk/>
            <pc:sldMk cId="1923607647" sldId="2147483638"/>
            <ac:picMk id="66" creationId="{46F8E7C2-FC1D-4D6F-07D0-86F6EEFF2353}"/>
          </ac:picMkLst>
        </pc:picChg>
        <pc:picChg chg="mod">
          <ac:chgData name="Sourik Paul" userId="S::sourik.paul@ascendion.com::80defbb2-66c4-4548-ad56-8ea4e8b5e80e" providerId="AD" clId="Web-{B627816D-E8D1-8A3A-4F72-45F6AFF2FF1F}" dt="2025-07-10T11:22:50.236" v="27" actId="1076"/>
          <ac:picMkLst>
            <pc:docMk/>
            <pc:sldMk cId="1923607647" sldId="2147483638"/>
            <ac:picMk id="67" creationId="{723C4872-7CAA-29D3-2848-3A89756D4829}"/>
          </ac:picMkLst>
        </pc:picChg>
        <pc:picChg chg="mod">
          <ac:chgData name="Sourik Paul" userId="S::sourik.paul@ascendion.com::80defbb2-66c4-4548-ad56-8ea4e8b5e80e" providerId="AD" clId="Web-{B627816D-E8D1-8A3A-4F72-45F6AFF2FF1F}" dt="2025-07-10T11:22:50.376" v="33" actId="1076"/>
          <ac:picMkLst>
            <pc:docMk/>
            <pc:sldMk cId="1923607647" sldId="2147483638"/>
            <ac:picMk id="73" creationId="{30CFDC86-8E64-3410-487A-FC6F3924B105}"/>
          </ac:picMkLst>
        </pc:picChg>
        <pc:picChg chg="mod">
          <ac:chgData name="Sourik Paul" userId="S::sourik.paul@ascendion.com::80defbb2-66c4-4548-ad56-8ea4e8b5e80e" providerId="AD" clId="Web-{B627816D-E8D1-8A3A-4F72-45F6AFF2FF1F}" dt="2025-07-10T11:22:50.454" v="36" actId="1076"/>
          <ac:picMkLst>
            <pc:docMk/>
            <pc:sldMk cId="1923607647" sldId="2147483638"/>
            <ac:picMk id="80" creationId="{4764DDCE-7F7E-A53A-B92D-4F8D0B8E2527}"/>
          </ac:picMkLst>
        </pc:picChg>
        <pc:picChg chg="mod">
          <ac:chgData name="Sourik Paul" userId="S::sourik.paul@ascendion.com::80defbb2-66c4-4548-ad56-8ea4e8b5e80e" providerId="AD" clId="Web-{B627816D-E8D1-8A3A-4F72-45F6AFF2FF1F}" dt="2025-07-10T11:22:50.579" v="41" actId="1076"/>
          <ac:picMkLst>
            <pc:docMk/>
            <pc:sldMk cId="1923607647" sldId="2147483638"/>
            <ac:picMk id="89" creationId="{487480E3-B0AF-D4CC-6237-E2C454342F49}"/>
          </ac:picMkLst>
        </pc:picChg>
        <pc:cxnChg chg="mod">
          <ac:chgData name="Sourik Paul" userId="S::sourik.paul@ascendion.com::80defbb2-66c4-4548-ad56-8ea4e8b5e80e" providerId="AD" clId="Web-{B627816D-E8D1-8A3A-4F72-45F6AFF2FF1F}" dt="2025-07-10T11:22:50.767" v="46" actId="1076"/>
          <ac:cxnSpMkLst>
            <pc:docMk/>
            <pc:sldMk cId="1923607647" sldId="2147483638"/>
            <ac:cxnSpMk id="118" creationId="{18E41CDF-3255-DC6F-7D5D-2569877298FD}"/>
          </ac:cxnSpMkLst>
        </pc:cxnChg>
        <pc:cxnChg chg="mod">
          <ac:chgData name="Sourik Paul" userId="S::sourik.paul@ascendion.com::80defbb2-66c4-4548-ad56-8ea4e8b5e80e" providerId="AD" clId="Web-{B627816D-E8D1-8A3A-4F72-45F6AFF2FF1F}" dt="2025-07-10T11:23:01.845" v="53" actId="14100"/>
          <ac:cxnSpMkLst>
            <pc:docMk/>
            <pc:sldMk cId="1923607647" sldId="2147483638"/>
            <ac:cxnSpMk id="123" creationId="{90FB9455-E4C4-46B2-0035-CACEAC133C78}"/>
          </ac:cxnSpMkLst>
        </pc:cxnChg>
        <pc:cxnChg chg="mod">
          <ac:chgData name="Sourik Paul" userId="S::sourik.paul@ascendion.com::80defbb2-66c4-4548-ad56-8ea4e8b5e80e" providerId="AD" clId="Web-{B627816D-E8D1-8A3A-4F72-45F6AFF2FF1F}" dt="2025-07-10T11:22:56.470" v="52" actId="14100"/>
          <ac:cxnSpMkLst>
            <pc:docMk/>
            <pc:sldMk cId="1923607647" sldId="2147483638"/>
            <ac:cxnSpMk id="125" creationId="{0850C79C-3EA7-A11E-789D-C3EF1D7287A8}"/>
          </ac:cxnSpMkLst>
        </pc:cxnChg>
      </pc:sldChg>
    </pc:docChg>
  </pc:docChgLst>
  <pc:docChgLst>
    <pc:chgData clId="Web-{B627816D-E8D1-8A3A-4F72-45F6AFF2FF1F}"/>
    <pc:docChg chg="addSld">
      <pc:chgData name="" userId="" providerId="" clId="Web-{B627816D-E8D1-8A3A-4F72-45F6AFF2FF1F}" dt="2025-07-10T11:22:23.750" v="0"/>
      <pc:docMkLst>
        <pc:docMk/>
      </pc:docMkLst>
      <pc:sldChg chg="add replId">
        <pc:chgData name="" userId="" providerId="" clId="Web-{B627816D-E8D1-8A3A-4F72-45F6AFF2FF1F}" dt="2025-07-10T11:22:23.750" v="0"/>
        <pc:sldMkLst>
          <pc:docMk/>
          <pc:sldMk cId="1923607647" sldId="2147483638"/>
        </pc:sldMkLst>
      </pc:sldChg>
    </pc:docChg>
  </pc:docChgLst>
  <pc:docChgLst>
    <pc:chgData name="Muneeswara Pandian" userId="1572ed9b-0eb1-4a6f-a7c2-fdf3617cfd70" providerId="ADAL" clId="{A8564D96-CF25-49C5-818F-6C1B764CFF78}"/>
    <pc:docChg chg="addSld modSld sldOrd">
      <pc:chgData name="Muneeswara Pandian" userId="1572ed9b-0eb1-4a6f-a7c2-fdf3617cfd70" providerId="ADAL" clId="{A8564D96-CF25-49C5-818F-6C1B764CFF78}" dt="2025-07-11T09:48:40.542" v="6"/>
      <pc:docMkLst>
        <pc:docMk/>
      </pc:docMkLst>
      <pc:sldChg chg="add ord">
        <pc:chgData name="Muneeswara Pandian" userId="1572ed9b-0eb1-4a6f-a7c2-fdf3617cfd70" providerId="ADAL" clId="{A8564D96-CF25-49C5-818F-6C1B764CFF78}" dt="2025-07-11T09:48:39.237" v="4"/>
        <pc:sldMkLst>
          <pc:docMk/>
          <pc:sldMk cId="1295503210" sldId="2147483639"/>
        </pc:sldMkLst>
      </pc:sldChg>
      <pc:sldChg chg="add ord">
        <pc:chgData name="Muneeswara Pandian" userId="1572ed9b-0eb1-4a6f-a7c2-fdf3617cfd70" providerId="ADAL" clId="{A8564D96-CF25-49C5-818F-6C1B764CFF78}" dt="2025-07-11T09:48:40.542" v="6"/>
        <pc:sldMkLst>
          <pc:docMk/>
          <pc:sldMk cId="1373054654" sldId="2147483640"/>
        </pc:sldMkLst>
      </pc:sldChg>
      <pc:sldChg chg="add ord">
        <pc:chgData name="Muneeswara Pandian" userId="1572ed9b-0eb1-4a6f-a7c2-fdf3617cfd70" providerId="ADAL" clId="{A8564D96-CF25-49C5-818F-6C1B764CFF78}" dt="2025-07-11T09:48:37.172" v="2"/>
        <pc:sldMkLst>
          <pc:docMk/>
          <pc:sldMk cId="478112373" sldId="2147483641"/>
        </pc:sldMkLst>
      </pc:sldChg>
    </pc:docChg>
  </pc:docChgLst>
  <pc:docChgLst>
    <pc:chgData name="Sourik Paul" userId="80defbb2-66c4-4548-ad56-8ea4e8b5e80e" providerId="ADAL" clId="{A932F82B-A0B2-4D4F-919F-3271EFB9117C}"/>
    <pc:docChg chg="modSld">
      <pc:chgData name="Sourik Paul" userId="80defbb2-66c4-4548-ad56-8ea4e8b5e80e" providerId="ADAL" clId="{A932F82B-A0B2-4D4F-919F-3271EFB9117C}" dt="2025-07-10T11:36:07.338" v="14" actId="12788"/>
      <pc:docMkLst>
        <pc:docMk/>
      </pc:docMkLst>
      <pc:sldChg chg="modSp mod">
        <pc:chgData name="Sourik Paul" userId="80defbb2-66c4-4548-ad56-8ea4e8b5e80e" providerId="ADAL" clId="{A932F82B-A0B2-4D4F-919F-3271EFB9117C}" dt="2025-07-10T11:36:07.338" v="14" actId="12788"/>
        <pc:sldMkLst>
          <pc:docMk/>
          <pc:sldMk cId="1923607647" sldId="2147483638"/>
        </pc:sldMkLst>
        <pc:spChg chg="mod">
          <ac:chgData name="Sourik Paul" userId="80defbb2-66c4-4548-ad56-8ea4e8b5e80e" providerId="ADAL" clId="{A932F82B-A0B2-4D4F-919F-3271EFB9117C}" dt="2025-07-10T11:35:04.522" v="2" actId="14100"/>
          <ac:spMkLst>
            <pc:docMk/>
            <pc:sldMk cId="1923607647" sldId="2147483638"/>
            <ac:spMk id="22" creationId="{BF43E90C-9C67-EF99-467F-7DB9A166D6D2}"/>
          </ac:spMkLst>
        </pc:spChg>
        <pc:spChg chg="mod">
          <ac:chgData name="Sourik Paul" userId="80defbb2-66c4-4548-ad56-8ea4e8b5e80e" providerId="ADAL" clId="{A932F82B-A0B2-4D4F-919F-3271EFB9117C}" dt="2025-07-10T11:35:13.572" v="5" actId="14100"/>
          <ac:spMkLst>
            <pc:docMk/>
            <pc:sldMk cId="1923607647" sldId="2147483638"/>
            <ac:spMk id="23" creationId="{AF37A1C7-D2E2-926C-3830-FF56B3452A8B}"/>
          </ac:spMkLst>
        </pc:spChg>
        <pc:spChg chg="mod">
          <ac:chgData name="Sourik Paul" userId="80defbb2-66c4-4548-ad56-8ea4e8b5e80e" providerId="ADAL" clId="{A932F82B-A0B2-4D4F-919F-3271EFB9117C}" dt="2025-07-10T11:35:13.572" v="5" actId="14100"/>
          <ac:spMkLst>
            <pc:docMk/>
            <pc:sldMk cId="1923607647" sldId="2147483638"/>
            <ac:spMk id="24" creationId="{289CE087-DDD6-565F-67E9-DB5FEF0C86BD}"/>
          </ac:spMkLst>
        </pc:spChg>
        <pc:spChg chg="mod">
          <ac:chgData name="Sourik Paul" userId="80defbb2-66c4-4548-ad56-8ea4e8b5e80e" providerId="ADAL" clId="{A932F82B-A0B2-4D4F-919F-3271EFB9117C}" dt="2025-07-10T11:36:07.338" v="14" actId="12788"/>
          <ac:spMkLst>
            <pc:docMk/>
            <pc:sldMk cId="1923607647" sldId="2147483638"/>
            <ac:spMk id="111" creationId="{C5F2908B-C463-7B10-66D6-DFC838E720E8}"/>
          </ac:spMkLst>
        </pc:spChg>
        <pc:spChg chg="mod">
          <ac:chgData name="Sourik Paul" userId="80defbb2-66c4-4548-ad56-8ea4e8b5e80e" providerId="ADAL" clId="{A932F82B-A0B2-4D4F-919F-3271EFB9117C}" dt="2025-07-10T11:36:07.338" v="14" actId="12788"/>
          <ac:spMkLst>
            <pc:docMk/>
            <pc:sldMk cId="1923607647" sldId="2147483638"/>
            <ac:spMk id="112" creationId="{F1D1808A-530F-DBC3-16BF-FD2FEB8F8141}"/>
          </ac:spMkLst>
        </pc:spChg>
        <pc:spChg chg="mod">
          <ac:chgData name="Sourik Paul" userId="80defbb2-66c4-4548-ad56-8ea4e8b5e80e" providerId="ADAL" clId="{A932F82B-A0B2-4D4F-919F-3271EFB9117C}" dt="2025-07-10T11:36:07.338" v="14" actId="12788"/>
          <ac:spMkLst>
            <pc:docMk/>
            <pc:sldMk cId="1923607647" sldId="2147483638"/>
            <ac:spMk id="113" creationId="{3215CB79-A78F-B687-6DB0-E8B5AE4ED804}"/>
          </ac:spMkLst>
        </pc:spChg>
        <pc:cxnChg chg="mod">
          <ac:chgData name="Sourik Paul" userId="80defbb2-66c4-4548-ad56-8ea4e8b5e80e" providerId="ADAL" clId="{A932F82B-A0B2-4D4F-919F-3271EFB9117C}" dt="2025-07-10T11:36:07.338" v="14" actId="12788"/>
          <ac:cxnSpMkLst>
            <pc:docMk/>
            <pc:sldMk cId="1923607647" sldId="2147483638"/>
            <ac:cxnSpMk id="118" creationId="{18E41CDF-3255-DC6F-7D5D-2569877298FD}"/>
          </ac:cxnSpMkLst>
        </pc:cxnChg>
        <pc:cxnChg chg="mod">
          <ac:chgData name="Sourik Paul" userId="80defbb2-66c4-4548-ad56-8ea4e8b5e80e" providerId="ADAL" clId="{A932F82B-A0B2-4D4F-919F-3271EFB9117C}" dt="2025-07-10T11:35:46.177" v="11" actId="14100"/>
          <ac:cxnSpMkLst>
            <pc:docMk/>
            <pc:sldMk cId="1923607647" sldId="2147483638"/>
            <ac:cxnSpMk id="123" creationId="{90FB9455-E4C4-46B2-0035-CACEAC133C78}"/>
          </ac:cxnSpMkLst>
        </pc:cxnChg>
        <pc:cxnChg chg="mod">
          <ac:chgData name="Sourik Paul" userId="80defbb2-66c4-4548-ad56-8ea4e8b5e80e" providerId="ADAL" clId="{A932F82B-A0B2-4D4F-919F-3271EFB9117C}" dt="2025-07-10T11:36:07.338" v="14" actId="12788"/>
          <ac:cxnSpMkLst>
            <pc:docMk/>
            <pc:sldMk cId="1923607647" sldId="2147483638"/>
            <ac:cxnSpMk id="125" creationId="{0850C79C-3EA7-A11E-789D-C3EF1D7287A8}"/>
          </ac:cxnSpMkLst>
        </pc:cxnChg>
      </pc:sldChg>
    </pc:docChg>
  </pc:docChgLst>
  <pc:docChgLst>
    <pc:chgData name="Muneeswara Pandian" userId="1572ed9b-0eb1-4a6f-a7c2-fdf3617cfd70" providerId="ADAL" clId="{72F07281-09B5-4C80-BEB0-92F2908F2E0E}"/>
    <pc:docChg chg="custSel addSld modSld sldOrd">
      <pc:chgData name="Muneeswara Pandian" userId="1572ed9b-0eb1-4a6f-a7c2-fdf3617cfd70" providerId="ADAL" clId="{72F07281-09B5-4C80-BEB0-92F2908F2E0E}" dt="2025-07-14T13:44:28.498" v="339" actId="5793"/>
      <pc:docMkLst>
        <pc:docMk/>
      </pc:docMkLst>
      <pc:sldChg chg="addSp modSp new mod">
        <pc:chgData name="Muneeswara Pandian" userId="1572ed9b-0eb1-4a6f-a7c2-fdf3617cfd70" providerId="ADAL" clId="{72F07281-09B5-4C80-BEB0-92F2908F2E0E}" dt="2025-07-14T13:44:28.498" v="339" actId="5793"/>
        <pc:sldMkLst>
          <pc:docMk/>
          <pc:sldMk cId="1319757937" sldId="257"/>
        </pc:sldMkLst>
        <pc:spChg chg="add mod">
          <ac:chgData name="Muneeswara Pandian" userId="1572ed9b-0eb1-4a6f-a7c2-fdf3617cfd70" providerId="ADAL" clId="{72F07281-09B5-4C80-BEB0-92F2908F2E0E}" dt="2025-07-14T13:44:28.498" v="339" actId="5793"/>
          <ac:spMkLst>
            <pc:docMk/>
            <pc:sldMk cId="1319757937" sldId="257"/>
            <ac:spMk id="2" creationId="{AB105E60-F911-72D7-913A-9D1761FDA9D7}"/>
          </ac:spMkLst>
        </pc:spChg>
      </pc:sldChg>
      <pc:sldChg chg="addSp modSp mod ord">
        <pc:chgData name="Muneeswara Pandian" userId="1572ed9b-0eb1-4a6f-a7c2-fdf3617cfd70" providerId="ADAL" clId="{72F07281-09B5-4C80-BEB0-92F2908F2E0E}" dt="2025-07-14T12:20:41.036" v="279"/>
        <pc:sldMkLst>
          <pc:docMk/>
          <pc:sldMk cId="4186333256" sldId="260"/>
        </pc:sldMkLst>
        <pc:spChg chg="mod">
          <ac:chgData name="Muneeswara Pandian" userId="1572ed9b-0eb1-4a6f-a7c2-fdf3617cfd70" providerId="ADAL" clId="{72F07281-09B5-4C80-BEB0-92F2908F2E0E}" dt="2025-07-14T12:12:55.632" v="107" actId="20577"/>
          <ac:spMkLst>
            <pc:docMk/>
            <pc:sldMk cId="4186333256" sldId="260"/>
            <ac:spMk id="2" creationId="{504E9849-B098-A3B5-8A1F-586B1EA5EC83}"/>
          </ac:spMkLst>
        </pc:spChg>
        <pc:spChg chg="add mod">
          <ac:chgData name="Muneeswara Pandian" userId="1572ed9b-0eb1-4a6f-a7c2-fdf3617cfd70" providerId="ADAL" clId="{72F07281-09B5-4C80-BEB0-92F2908F2E0E}" dt="2025-07-14T12:13:16.479" v="138" actId="20577"/>
          <ac:spMkLst>
            <pc:docMk/>
            <pc:sldMk cId="4186333256" sldId="260"/>
            <ac:spMk id="3" creationId="{34133B25-E8EC-7FFF-2CB4-DF8DF00AC564}"/>
          </ac:spMkLst>
        </pc:spChg>
      </pc:sldChg>
      <pc:sldChg chg="modSp mod">
        <pc:chgData name="Muneeswara Pandian" userId="1572ed9b-0eb1-4a6f-a7c2-fdf3617cfd70" providerId="ADAL" clId="{72F07281-09B5-4C80-BEB0-92F2908F2E0E}" dt="2025-07-14T05:27:36.989" v="3" actId="20577"/>
        <pc:sldMkLst>
          <pc:docMk/>
          <pc:sldMk cId="478112373" sldId="2147483641"/>
        </pc:sldMkLst>
        <pc:spChg chg="mod">
          <ac:chgData name="Muneeswara Pandian" userId="1572ed9b-0eb1-4a6f-a7c2-fdf3617cfd70" providerId="ADAL" clId="{72F07281-09B5-4C80-BEB0-92F2908F2E0E}" dt="2025-07-14T05:27:36.989" v="3" actId="20577"/>
          <ac:spMkLst>
            <pc:docMk/>
            <pc:sldMk cId="478112373" sldId="2147483641"/>
            <ac:spMk id="3" creationId="{337433BE-C069-15A2-A63F-46DD129DC880}"/>
          </ac:spMkLst>
        </pc:spChg>
      </pc:sldChg>
      <pc:sldChg chg="ord">
        <pc:chgData name="Muneeswara Pandian" userId="1572ed9b-0eb1-4a6f-a7c2-fdf3617cfd70" providerId="ADAL" clId="{72F07281-09B5-4C80-BEB0-92F2908F2E0E}" dt="2025-07-14T12:20:45.610" v="283"/>
        <pc:sldMkLst>
          <pc:docMk/>
          <pc:sldMk cId="2383673126" sldId="2147483646"/>
        </pc:sldMkLst>
      </pc:sldChg>
      <pc:sldChg chg="addSp delSp modSp new mod ord">
        <pc:chgData name="Muneeswara Pandian" userId="1572ed9b-0eb1-4a6f-a7c2-fdf3617cfd70" providerId="ADAL" clId="{72F07281-09B5-4C80-BEB0-92F2908F2E0E}" dt="2025-07-14T12:20:44.131" v="281"/>
        <pc:sldMkLst>
          <pc:docMk/>
          <pc:sldMk cId="1335092638" sldId="2147483647"/>
        </pc:sldMkLst>
        <pc:spChg chg="del">
          <ac:chgData name="Muneeswara Pandian" userId="1572ed9b-0eb1-4a6f-a7c2-fdf3617cfd70" providerId="ADAL" clId="{72F07281-09B5-4C80-BEB0-92F2908F2E0E}" dt="2025-07-14T12:17:26.385" v="141" actId="478"/>
          <ac:spMkLst>
            <pc:docMk/>
            <pc:sldMk cId="1335092638" sldId="2147483647"/>
            <ac:spMk id="2" creationId="{515D89D7-10B7-D9CE-CD4B-B58096D12B33}"/>
          </ac:spMkLst>
        </pc:spChg>
        <pc:spChg chg="del">
          <ac:chgData name="Muneeswara Pandian" userId="1572ed9b-0eb1-4a6f-a7c2-fdf3617cfd70" providerId="ADAL" clId="{72F07281-09B5-4C80-BEB0-92F2908F2E0E}" dt="2025-07-14T12:17:25.585" v="140" actId="478"/>
          <ac:spMkLst>
            <pc:docMk/>
            <pc:sldMk cId="1335092638" sldId="2147483647"/>
            <ac:spMk id="3" creationId="{161CC819-6C60-AA86-40A5-3DE32784F7EC}"/>
          </ac:spMkLst>
        </pc:spChg>
        <pc:spChg chg="add mod">
          <ac:chgData name="Muneeswara Pandian" userId="1572ed9b-0eb1-4a6f-a7c2-fdf3617cfd70" providerId="ADAL" clId="{72F07281-09B5-4C80-BEB0-92F2908F2E0E}" dt="2025-07-14T12:17:37.880" v="181" actId="20577"/>
          <ac:spMkLst>
            <pc:docMk/>
            <pc:sldMk cId="1335092638" sldId="2147483647"/>
            <ac:spMk id="4" creationId="{78609838-55EE-831C-CB7E-A288A759C1D8}"/>
          </ac:spMkLst>
        </pc:spChg>
        <pc:spChg chg="add mod">
          <ac:chgData name="Muneeswara Pandian" userId="1572ed9b-0eb1-4a6f-a7c2-fdf3617cfd70" providerId="ADAL" clId="{72F07281-09B5-4C80-BEB0-92F2908F2E0E}" dt="2025-07-14T12:19:38.251" v="277"/>
          <ac:spMkLst>
            <pc:docMk/>
            <pc:sldMk cId="1335092638" sldId="2147483647"/>
            <ac:spMk id="6" creationId="{8542B0EF-0163-9D74-2347-BC72047E39EC}"/>
          </ac:spMkLst>
        </pc:spChg>
      </pc:sldChg>
    </pc:docChg>
  </pc:docChgLst>
  <pc:docChgLst>
    <pc:chgData name="Gopalakrishnan M" userId="f5167d5b-4573-4b7f-a946-0ca248fb4fa5" providerId="ADAL" clId="{0AD4E8A9-BEED-40D9-9E5D-85664F112D58}"/>
    <pc:docChg chg="undo custSel addSld delSld modSld sldOrd">
      <pc:chgData name="Gopalakrishnan M" userId="f5167d5b-4573-4b7f-a946-0ca248fb4fa5" providerId="ADAL" clId="{0AD4E8A9-BEED-40D9-9E5D-85664F112D58}" dt="2025-07-14T07:47:49.696" v="259"/>
      <pc:docMkLst>
        <pc:docMk/>
      </pc:docMkLst>
      <pc:sldChg chg="addSp delSp modSp add del mod">
        <pc:chgData name="Gopalakrishnan M" userId="f5167d5b-4573-4b7f-a946-0ca248fb4fa5" providerId="ADAL" clId="{0AD4E8A9-BEED-40D9-9E5D-85664F112D58}" dt="2025-07-14T07:47:49.696" v="259"/>
        <pc:sldMkLst>
          <pc:docMk/>
          <pc:sldMk cId="3608388578" sldId="256"/>
        </pc:sldMkLst>
        <pc:spChg chg="add mod">
          <ac:chgData name="Gopalakrishnan M" userId="f5167d5b-4573-4b7f-a946-0ca248fb4fa5" providerId="ADAL" clId="{0AD4E8A9-BEED-40D9-9E5D-85664F112D58}" dt="2025-07-14T06:18:02.649" v="24" actId="20577"/>
          <ac:spMkLst>
            <pc:docMk/>
            <pc:sldMk cId="3608388578" sldId="256"/>
            <ac:spMk id="2" creationId="{248573DF-3FDB-C4E3-5FCC-334BB21645EC}"/>
          </ac:spMkLst>
        </pc:spChg>
        <pc:spChg chg="del">
          <ac:chgData name="Gopalakrishnan M" userId="f5167d5b-4573-4b7f-a946-0ca248fb4fa5" providerId="ADAL" clId="{0AD4E8A9-BEED-40D9-9E5D-85664F112D58}" dt="2025-07-14T06:13:36.456" v="9" actId="478"/>
          <ac:spMkLst>
            <pc:docMk/>
            <pc:sldMk cId="3608388578" sldId="256"/>
            <ac:spMk id="3" creationId="{7EA719DB-2029-E84B-CF18-22B5AEA31E04}"/>
          </ac:spMkLst>
        </pc:spChg>
        <pc:spChg chg="add mod">
          <ac:chgData name="Gopalakrishnan M" userId="f5167d5b-4573-4b7f-a946-0ca248fb4fa5" providerId="ADAL" clId="{0AD4E8A9-BEED-40D9-9E5D-85664F112D58}" dt="2025-07-14T06:32:58.454" v="108" actId="1076"/>
          <ac:spMkLst>
            <pc:docMk/>
            <pc:sldMk cId="3608388578" sldId="256"/>
            <ac:spMk id="4" creationId="{04585EA3-C1AD-81F1-725E-82F656238432}"/>
          </ac:spMkLst>
        </pc:spChg>
        <pc:spChg chg="add del mod">
          <ac:chgData name="Gopalakrishnan M" userId="f5167d5b-4573-4b7f-a946-0ca248fb4fa5" providerId="ADAL" clId="{0AD4E8A9-BEED-40D9-9E5D-85664F112D58}" dt="2025-07-14T06:32:19.611" v="65" actId="478"/>
          <ac:spMkLst>
            <pc:docMk/>
            <pc:sldMk cId="3608388578" sldId="256"/>
            <ac:spMk id="5" creationId="{40080B67-9036-C747-E3E5-A34EFBE44BD2}"/>
          </ac:spMkLst>
        </pc:spChg>
        <pc:spChg chg="add mod">
          <ac:chgData name="Gopalakrishnan M" userId="f5167d5b-4573-4b7f-a946-0ca248fb4fa5" providerId="ADAL" clId="{0AD4E8A9-BEED-40D9-9E5D-85664F112D58}" dt="2025-07-14T06:33:50.084" v="125" actId="20577"/>
          <ac:spMkLst>
            <pc:docMk/>
            <pc:sldMk cId="3608388578" sldId="256"/>
            <ac:spMk id="6" creationId="{A77FE509-97F3-F4DE-31C8-9208B2564E34}"/>
          </ac:spMkLst>
        </pc:spChg>
        <pc:spChg chg="add mod">
          <ac:chgData name="Gopalakrishnan M" userId="f5167d5b-4573-4b7f-a946-0ca248fb4fa5" providerId="ADAL" clId="{0AD4E8A9-BEED-40D9-9E5D-85664F112D58}" dt="2025-07-14T06:34:16.609" v="130" actId="207"/>
          <ac:spMkLst>
            <pc:docMk/>
            <pc:sldMk cId="3608388578" sldId="256"/>
            <ac:spMk id="19" creationId="{35B03FE3-872E-CC56-42AD-38390C5C7C63}"/>
          </ac:spMkLst>
        </pc:spChg>
        <pc:spChg chg="add mod">
          <ac:chgData name="Gopalakrishnan M" userId="f5167d5b-4573-4b7f-a946-0ca248fb4fa5" providerId="ADAL" clId="{0AD4E8A9-BEED-40D9-9E5D-85664F112D58}" dt="2025-07-14T06:34:48.297" v="140" actId="207"/>
          <ac:spMkLst>
            <pc:docMk/>
            <pc:sldMk cId="3608388578" sldId="256"/>
            <ac:spMk id="20" creationId="{56565DF1-3DFE-9EB6-E45B-17661BF6D826}"/>
          </ac:spMkLst>
        </pc:spChg>
        <pc:spChg chg="add mod">
          <ac:chgData name="Gopalakrishnan M" userId="f5167d5b-4573-4b7f-a946-0ca248fb4fa5" providerId="ADAL" clId="{0AD4E8A9-BEED-40D9-9E5D-85664F112D58}" dt="2025-07-14T06:40:34.427" v="214" actId="1038"/>
          <ac:spMkLst>
            <pc:docMk/>
            <pc:sldMk cId="3608388578" sldId="256"/>
            <ac:spMk id="21" creationId="{1D787B13-0BBD-6DFE-96AF-83A3BB4AF432}"/>
          </ac:spMkLst>
        </pc:spChg>
        <pc:spChg chg="add mod">
          <ac:chgData name="Gopalakrishnan M" userId="f5167d5b-4573-4b7f-a946-0ca248fb4fa5" providerId="ADAL" clId="{0AD4E8A9-BEED-40D9-9E5D-85664F112D58}" dt="2025-07-14T06:40:46.404" v="223" actId="1037"/>
          <ac:spMkLst>
            <pc:docMk/>
            <pc:sldMk cId="3608388578" sldId="256"/>
            <ac:spMk id="22" creationId="{D989B7DD-1F90-EC70-B39B-314D434D8DE9}"/>
          </ac:spMkLst>
        </pc:spChg>
        <pc:spChg chg="add del mod">
          <ac:chgData name="Gopalakrishnan M" userId="f5167d5b-4573-4b7f-a946-0ca248fb4fa5" providerId="ADAL" clId="{0AD4E8A9-BEED-40D9-9E5D-85664F112D58}" dt="2025-07-14T06:35:11.319" v="144" actId="478"/>
          <ac:spMkLst>
            <pc:docMk/>
            <pc:sldMk cId="3608388578" sldId="256"/>
            <ac:spMk id="23" creationId="{EEA1BF25-8979-9D43-989E-AC15473F9CBB}"/>
          </ac:spMkLst>
        </pc:spChg>
        <pc:spChg chg="add del mod">
          <ac:chgData name="Gopalakrishnan M" userId="f5167d5b-4573-4b7f-a946-0ca248fb4fa5" providerId="ADAL" clId="{0AD4E8A9-BEED-40D9-9E5D-85664F112D58}" dt="2025-07-14T06:35:11.319" v="144" actId="478"/>
          <ac:spMkLst>
            <pc:docMk/>
            <pc:sldMk cId="3608388578" sldId="256"/>
            <ac:spMk id="24" creationId="{2C0630BC-2F17-2334-72F5-DC3E49D850B3}"/>
          </ac:spMkLst>
        </pc:spChg>
        <pc:spChg chg="add del mod">
          <ac:chgData name="Gopalakrishnan M" userId="f5167d5b-4573-4b7f-a946-0ca248fb4fa5" providerId="ADAL" clId="{0AD4E8A9-BEED-40D9-9E5D-85664F112D58}" dt="2025-07-14T06:35:11.319" v="144" actId="478"/>
          <ac:spMkLst>
            <pc:docMk/>
            <pc:sldMk cId="3608388578" sldId="256"/>
            <ac:spMk id="25" creationId="{33FBD88F-C4F3-55CD-6352-BACEA2089F6A}"/>
          </ac:spMkLst>
        </pc:spChg>
        <pc:spChg chg="add del mod">
          <ac:chgData name="Gopalakrishnan M" userId="f5167d5b-4573-4b7f-a946-0ca248fb4fa5" providerId="ADAL" clId="{0AD4E8A9-BEED-40D9-9E5D-85664F112D58}" dt="2025-07-14T06:35:11.319" v="144" actId="478"/>
          <ac:spMkLst>
            <pc:docMk/>
            <pc:sldMk cId="3608388578" sldId="256"/>
            <ac:spMk id="26" creationId="{DFB6CC23-AE81-39C2-A25B-E4E27C171CD2}"/>
          </ac:spMkLst>
        </pc:spChg>
        <pc:spChg chg="add del mod">
          <ac:chgData name="Gopalakrishnan M" userId="f5167d5b-4573-4b7f-a946-0ca248fb4fa5" providerId="ADAL" clId="{0AD4E8A9-BEED-40D9-9E5D-85664F112D58}" dt="2025-07-14T06:35:11.319" v="144" actId="478"/>
          <ac:spMkLst>
            <pc:docMk/>
            <pc:sldMk cId="3608388578" sldId="256"/>
            <ac:spMk id="27" creationId="{546EAFF2-C389-0027-E38C-9C790652D37D}"/>
          </ac:spMkLst>
        </pc:spChg>
        <pc:spChg chg="add del mod">
          <ac:chgData name="Gopalakrishnan M" userId="f5167d5b-4573-4b7f-a946-0ca248fb4fa5" providerId="ADAL" clId="{0AD4E8A9-BEED-40D9-9E5D-85664F112D58}" dt="2025-07-14T06:35:11.319" v="144" actId="478"/>
          <ac:spMkLst>
            <pc:docMk/>
            <pc:sldMk cId="3608388578" sldId="256"/>
            <ac:spMk id="28" creationId="{9C3807AD-7DC4-1340-D1CA-3E685A94123A}"/>
          </ac:spMkLst>
        </pc:spChg>
        <pc:spChg chg="add del mod">
          <ac:chgData name="Gopalakrishnan M" userId="f5167d5b-4573-4b7f-a946-0ca248fb4fa5" providerId="ADAL" clId="{0AD4E8A9-BEED-40D9-9E5D-85664F112D58}" dt="2025-07-14T06:35:11.319" v="144" actId="478"/>
          <ac:spMkLst>
            <pc:docMk/>
            <pc:sldMk cId="3608388578" sldId="256"/>
            <ac:spMk id="29" creationId="{018307CD-F14F-8EAB-F087-3CBB08DC9A80}"/>
          </ac:spMkLst>
        </pc:spChg>
        <pc:spChg chg="add del mod">
          <ac:chgData name="Gopalakrishnan M" userId="f5167d5b-4573-4b7f-a946-0ca248fb4fa5" providerId="ADAL" clId="{0AD4E8A9-BEED-40D9-9E5D-85664F112D58}" dt="2025-07-14T06:35:11.319" v="144" actId="478"/>
          <ac:spMkLst>
            <pc:docMk/>
            <pc:sldMk cId="3608388578" sldId="256"/>
            <ac:spMk id="30" creationId="{CA37061A-05FD-A375-C5E2-F3DF7DBB89BF}"/>
          </ac:spMkLst>
        </pc:spChg>
        <pc:spChg chg="add mod">
          <ac:chgData name="Gopalakrishnan M" userId="f5167d5b-4573-4b7f-a946-0ca248fb4fa5" providerId="ADAL" clId="{0AD4E8A9-BEED-40D9-9E5D-85664F112D58}" dt="2025-07-14T06:35:18.897" v="146" actId="1076"/>
          <ac:spMkLst>
            <pc:docMk/>
            <pc:sldMk cId="3608388578" sldId="256"/>
            <ac:spMk id="31" creationId="{CC0D1176-3808-7D12-8DDB-5444AEAA540A}"/>
          </ac:spMkLst>
        </pc:spChg>
        <pc:spChg chg="add del mod">
          <ac:chgData name="Gopalakrishnan M" userId="f5167d5b-4573-4b7f-a946-0ca248fb4fa5" providerId="ADAL" clId="{0AD4E8A9-BEED-40D9-9E5D-85664F112D58}" dt="2025-07-14T06:43:17.565" v="227" actId="478"/>
          <ac:spMkLst>
            <pc:docMk/>
            <pc:sldMk cId="3608388578" sldId="256"/>
            <ac:spMk id="32" creationId="{401CA0A9-D4E8-4F8F-7D60-535A29EA2513}"/>
          </ac:spMkLst>
        </pc:spChg>
        <pc:spChg chg="add mod">
          <ac:chgData name="Gopalakrishnan M" userId="f5167d5b-4573-4b7f-a946-0ca248fb4fa5" providerId="ADAL" clId="{0AD4E8A9-BEED-40D9-9E5D-85664F112D58}" dt="2025-07-14T06:35:18.897" v="146" actId="1076"/>
          <ac:spMkLst>
            <pc:docMk/>
            <pc:sldMk cId="3608388578" sldId="256"/>
            <ac:spMk id="33" creationId="{6237E76E-3A84-440B-17CE-5A711A5C624D}"/>
          </ac:spMkLst>
        </pc:spChg>
        <pc:spChg chg="add mod">
          <ac:chgData name="Gopalakrishnan M" userId="f5167d5b-4573-4b7f-a946-0ca248fb4fa5" providerId="ADAL" clId="{0AD4E8A9-BEED-40D9-9E5D-85664F112D58}" dt="2025-07-14T06:35:18.897" v="146" actId="1076"/>
          <ac:spMkLst>
            <pc:docMk/>
            <pc:sldMk cId="3608388578" sldId="256"/>
            <ac:spMk id="34" creationId="{7DD12D1F-CC68-C9E1-476E-F25F914E06B0}"/>
          </ac:spMkLst>
        </pc:spChg>
        <pc:spChg chg="add mod">
          <ac:chgData name="Gopalakrishnan M" userId="f5167d5b-4573-4b7f-a946-0ca248fb4fa5" providerId="ADAL" clId="{0AD4E8A9-BEED-40D9-9E5D-85664F112D58}" dt="2025-07-14T06:35:24.939" v="148" actId="1076"/>
          <ac:spMkLst>
            <pc:docMk/>
            <pc:sldMk cId="3608388578" sldId="256"/>
            <ac:spMk id="35" creationId="{B85A4E5A-B443-6689-CA00-36C143544088}"/>
          </ac:spMkLst>
        </pc:spChg>
        <pc:spChg chg="add del mod">
          <ac:chgData name="Gopalakrishnan M" userId="f5167d5b-4573-4b7f-a946-0ca248fb4fa5" providerId="ADAL" clId="{0AD4E8A9-BEED-40D9-9E5D-85664F112D58}" dt="2025-07-14T06:43:15.586" v="226" actId="478"/>
          <ac:spMkLst>
            <pc:docMk/>
            <pc:sldMk cId="3608388578" sldId="256"/>
            <ac:spMk id="36" creationId="{DCFDF14C-9DA4-DE7F-9359-8CDCE61BBCF0}"/>
          </ac:spMkLst>
        </pc:spChg>
        <pc:spChg chg="add del mod">
          <ac:chgData name="Gopalakrishnan M" userId="f5167d5b-4573-4b7f-a946-0ca248fb4fa5" providerId="ADAL" clId="{0AD4E8A9-BEED-40D9-9E5D-85664F112D58}" dt="2025-07-14T06:43:15.586" v="226" actId="478"/>
          <ac:spMkLst>
            <pc:docMk/>
            <pc:sldMk cId="3608388578" sldId="256"/>
            <ac:spMk id="37" creationId="{5A4824B0-D6A1-0D51-C2A0-B4646BD1F5BF}"/>
          </ac:spMkLst>
        </pc:spChg>
        <pc:spChg chg="add mod">
          <ac:chgData name="Gopalakrishnan M" userId="f5167d5b-4573-4b7f-a946-0ca248fb4fa5" providerId="ADAL" clId="{0AD4E8A9-BEED-40D9-9E5D-85664F112D58}" dt="2025-07-14T06:35:24.939" v="148" actId="1076"/>
          <ac:spMkLst>
            <pc:docMk/>
            <pc:sldMk cId="3608388578" sldId="256"/>
            <ac:spMk id="38" creationId="{37027BE3-0EF9-4E68-288E-2053D48F5AB9}"/>
          </ac:spMkLst>
        </pc:spChg>
        <pc:spChg chg="add mod">
          <ac:chgData name="Gopalakrishnan M" userId="f5167d5b-4573-4b7f-a946-0ca248fb4fa5" providerId="ADAL" clId="{0AD4E8A9-BEED-40D9-9E5D-85664F112D58}" dt="2025-07-14T06:39:00.831" v="186" actId="20577"/>
          <ac:spMkLst>
            <pc:docMk/>
            <pc:sldMk cId="3608388578" sldId="256"/>
            <ac:spMk id="39" creationId="{BE02513A-ECF5-3D81-7FE0-A32C53A70A8C}"/>
          </ac:spMkLst>
        </pc:spChg>
        <pc:spChg chg="add mod">
          <ac:chgData name="Gopalakrishnan M" userId="f5167d5b-4573-4b7f-a946-0ca248fb4fa5" providerId="ADAL" clId="{0AD4E8A9-BEED-40D9-9E5D-85664F112D58}" dt="2025-07-14T06:45:21.690" v="233" actId="207"/>
          <ac:spMkLst>
            <pc:docMk/>
            <pc:sldMk cId="3608388578" sldId="256"/>
            <ac:spMk id="40" creationId="{1966499D-6072-1EA5-890C-BA6BD762FF15}"/>
          </ac:spMkLst>
        </pc:spChg>
        <pc:spChg chg="add mod">
          <ac:chgData name="Gopalakrishnan M" userId="f5167d5b-4573-4b7f-a946-0ca248fb4fa5" providerId="ADAL" clId="{0AD4E8A9-BEED-40D9-9E5D-85664F112D58}" dt="2025-07-14T06:36:32.167" v="155" actId="1076"/>
          <ac:spMkLst>
            <pc:docMk/>
            <pc:sldMk cId="3608388578" sldId="256"/>
            <ac:spMk id="41" creationId="{26E08334-5E99-9E11-D114-F4E471B1BE02}"/>
          </ac:spMkLst>
        </pc:spChg>
        <pc:spChg chg="add mod">
          <ac:chgData name="Gopalakrishnan M" userId="f5167d5b-4573-4b7f-a946-0ca248fb4fa5" providerId="ADAL" clId="{0AD4E8A9-BEED-40D9-9E5D-85664F112D58}" dt="2025-07-14T06:36:35.506" v="157" actId="1076"/>
          <ac:spMkLst>
            <pc:docMk/>
            <pc:sldMk cId="3608388578" sldId="256"/>
            <ac:spMk id="42" creationId="{FA1F49D3-B124-5722-AAC9-FD05D174009B}"/>
          </ac:spMkLst>
        </pc:spChg>
        <pc:spChg chg="add mod">
          <ac:chgData name="Gopalakrishnan M" userId="f5167d5b-4573-4b7f-a946-0ca248fb4fa5" providerId="ADAL" clId="{0AD4E8A9-BEED-40D9-9E5D-85664F112D58}" dt="2025-07-14T06:36:44.923" v="160" actId="1076"/>
          <ac:spMkLst>
            <pc:docMk/>
            <pc:sldMk cId="3608388578" sldId="256"/>
            <ac:spMk id="43" creationId="{C308A6A5-74E9-4EDE-3B9F-12C49A3DE5D6}"/>
          </ac:spMkLst>
        </pc:spChg>
        <pc:spChg chg="add mod">
          <ac:chgData name="Gopalakrishnan M" userId="f5167d5b-4573-4b7f-a946-0ca248fb4fa5" providerId="ADAL" clId="{0AD4E8A9-BEED-40D9-9E5D-85664F112D58}" dt="2025-07-14T06:36:44.923" v="160" actId="1076"/>
          <ac:spMkLst>
            <pc:docMk/>
            <pc:sldMk cId="3608388578" sldId="256"/>
            <ac:spMk id="44" creationId="{85A0DD2A-72EB-2F55-8759-618B7F730CB1}"/>
          </ac:spMkLst>
        </pc:spChg>
        <pc:spChg chg="add mod">
          <ac:chgData name="Gopalakrishnan M" userId="f5167d5b-4573-4b7f-a946-0ca248fb4fa5" providerId="ADAL" clId="{0AD4E8A9-BEED-40D9-9E5D-85664F112D58}" dt="2025-07-14T06:36:44.923" v="160" actId="1076"/>
          <ac:spMkLst>
            <pc:docMk/>
            <pc:sldMk cId="3608388578" sldId="256"/>
            <ac:spMk id="45" creationId="{2C7502A6-E6B9-B747-CBAA-700B65564DC7}"/>
          </ac:spMkLst>
        </pc:spChg>
        <pc:spChg chg="add mod">
          <ac:chgData name="Gopalakrishnan M" userId="f5167d5b-4573-4b7f-a946-0ca248fb4fa5" providerId="ADAL" clId="{0AD4E8A9-BEED-40D9-9E5D-85664F112D58}" dt="2025-07-14T06:45:28.239" v="234" actId="207"/>
          <ac:spMkLst>
            <pc:docMk/>
            <pc:sldMk cId="3608388578" sldId="256"/>
            <ac:spMk id="46" creationId="{61FB0CAC-DAB5-A745-84B7-430331DB3265}"/>
          </ac:spMkLst>
        </pc:spChg>
        <pc:spChg chg="add mod">
          <ac:chgData name="Gopalakrishnan M" userId="f5167d5b-4573-4b7f-a946-0ca248fb4fa5" providerId="ADAL" clId="{0AD4E8A9-BEED-40D9-9E5D-85664F112D58}" dt="2025-07-14T06:45:32.203" v="235" actId="207"/>
          <ac:spMkLst>
            <pc:docMk/>
            <pc:sldMk cId="3608388578" sldId="256"/>
            <ac:spMk id="47" creationId="{99E7694E-E28F-139D-28D3-E17D82E3D197}"/>
          </ac:spMkLst>
        </pc:spChg>
        <pc:spChg chg="add mod">
          <ac:chgData name="Gopalakrishnan M" userId="f5167d5b-4573-4b7f-a946-0ca248fb4fa5" providerId="ADAL" clId="{0AD4E8A9-BEED-40D9-9E5D-85664F112D58}" dt="2025-07-14T06:36:52.733" v="162" actId="1076"/>
          <ac:spMkLst>
            <pc:docMk/>
            <pc:sldMk cId="3608388578" sldId="256"/>
            <ac:spMk id="48" creationId="{C14BA27D-5F26-EB54-2FED-AC0EB35C894D}"/>
          </ac:spMkLst>
        </pc:spChg>
        <pc:spChg chg="add mod">
          <ac:chgData name="Gopalakrishnan M" userId="f5167d5b-4573-4b7f-a946-0ca248fb4fa5" providerId="ADAL" clId="{0AD4E8A9-BEED-40D9-9E5D-85664F112D58}" dt="2025-07-14T06:36:52.733" v="162" actId="1076"/>
          <ac:spMkLst>
            <pc:docMk/>
            <pc:sldMk cId="3608388578" sldId="256"/>
            <ac:spMk id="49" creationId="{4C77F3F0-BE89-2456-2DDF-B7E222E29E42}"/>
          </ac:spMkLst>
        </pc:spChg>
        <pc:spChg chg="add mod">
          <ac:chgData name="Gopalakrishnan M" userId="f5167d5b-4573-4b7f-a946-0ca248fb4fa5" providerId="ADAL" clId="{0AD4E8A9-BEED-40D9-9E5D-85664F112D58}" dt="2025-07-14T06:36:52.733" v="162" actId="1076"/>
          <ac:spMkLst>
            <pc:docMk/>
            <pc:sldMk cId="3608388578" sldId="256"/>
            <ac:spMk id="50" creationId="{1573EB0E-D64A-286E-5490-6345AC4D99D6}"/>
          </ac:spMkLst>
        </pc:spChg>
        <pc:spChg chg="add mod">
          <ac:chgData name="Gopalakrishnan M" userId="f5167d5b-4573-4b7f-a946-0ca248fb4fa5" providerId="ADAL" clId="{0AD4E8A9-BEED-40D9-9E5D-85664F112D58}" dt="2025-07-14T06:36:57.245" v="164" actId="1076"/>
          <ac:spMkLst>
            <pc:docMk/>
            <pc:sldMk cId="3608388578" sldId="256"/>
            <ac:spMk id="51" creationId="{39BC97B9-DFA4-4DD6-D4D1-CD7EBF72769F}"/>
          </ac:spMkLst>
        </pc:spChg>
        <pc:spChg chg="add mod">
          <ac:chgData name="Gopalakrishnan M" userId="f5167d5b-4573-4b7f-a946-0ca248fb4fa5" providerId="ADAL" clId="{0AD4E8A9-BEED-40D9-9E5D-85664F112D58}" dt="2025-07-14T06:36:57.245" v="164" actId="1076"/>
          <ac:spMkLst>
            <pc:docMk/>
            <pc:sldMk cId="3608388578" sldId="256"/>
            <ac:spMk id="52" creationId="{CE31AB54-54D8-FE54-4EAA-2D11781172D8}"/>
          </ac:spMkLst>
        </pc:spChg>
        <pc:spChg chg="add mod">
          <ac:chgData name="Gopalakrishnan M" userId="f5167d5b-4573-4b7f-a946-0ca248fb4fa5" providerId="ADAL" clId="{0AD4E8A9-BEED-40D9-9E5D-85664F112D58}" dt="2025-07-14T06:45:36.856" v="236" actId="207"/>
          <ac:spMkLst>
            <pc:docMk/>
            <pc:sldMk cId="3608388578" sldId="256"/>
            <ac:spMk id="53" creationId="{5EEF1948-0EAF-31B2-182A-A617BC44FAA2}"/>
          </ac:spMkLst>
        </pc:spChg>
        <pc:spChg chg="add mod">
          <ac:chgData name="Gopalakrishnan M" userId="f5167d5b-4573-4b7f-a946-0ca248fb4fa5" providerId="ADAL" clId="{0AD4E8A9-BEED-40D9-9E5D-85664F112D58}" dt="2025-07-14T06:36:57.245" v="164" actId="1076"/>
          <ac:spMkLst>
            <pc:docMk/>
            <pc:sldMk cId="3608388578" sldId="256"/>
            <ac:spMk id="54" creationId="{A1D5C185-33AF-3F6C-FFCA-6563244A3C51}"/>
          </ac:spMkLst>
        </pc:spChg>
        <pc:spChg chg="add mod">
          <ac:chgData name="Gopalakrishnan M" userId="f5167d5b-4573-4b7f-a946-0ca248fb4fa5" providerId="ADAL" clId="{0AD4E8A9-BEED-40D9-9E5D-85664F112D58}" dt="2025-07-14T06:37:12.854" v="166" actId="1076"/>
          <ac:spMkLst>
            <pc:docMk/>
            <pc:sldMk cId="3608388578" sldId="256"/>
            <ac:spMk id="55" creationId="{772EEB08-4D5F-AFD3-C1C7-146B41753D22}"/>
          </ac:spMkLst>
        </pc:spChg>
        <pc:spChg chg="add mod">
          <ac:chgData name="Gopalakrishnan M" userId="f5167d5b-4573-4b7f-a946-0ca248fb4fa5" providerId="ADAL" clId="{0AD4E8A9-BEED-40D9-9E5D-85664F112D58}" dt="2025-07-14T06:37:12.854" v="166" actId="1076"/>
          <ac:spMkLst>
            <pc:docMk/>
            <pc:sldMk cId="3608388578" sldId="256"/>
            <ac:spMk id="56" creationId="{B098D3C5-DCF1-3CB9-056C-9C7400E93CB6}"/>
          </ac:spMkLst>
        </pc:spChg>
        <pc:spChg chg="add del mod">
          <ac:chgData name="Gopalakrishnan M" userId="f5167d5b-4573-4b7f-a946-0ca248fb4fa5" providerId="ADAL" clId="{0AD4E8A9-BEED-40D9-9E5D-85664F112D58}" dt="2025-07-14T06:43:17.565" v="227" actId="478"/>
          <ac:spMkLst>
            <pc:docMk/>
            <pc:sldMk cId="3608388578" sldId="256"/>
            <ac:spMk id="57" creationId="{8DD73FCB-E9EA-059A-4A71-7C6D09DD9C16}"/>
          </ac:spMkLst>
        </pc:spChg>
        <pc:spChg chg="add del mod">
          <ac:chgData name="Gopalakrishnan M" userId="f5167d5b-4573-4b7f-a946-0ca248fb4fa5" providerId="ADAL" clId="{0AD4E8A9-BEED-40D9-9E5D-85664F112D58}" dt="2025-07-14T06:43:17.565" v="227" actId="478"/>
          <ac:spMkLst>
            <pc:docMk/>
            <pc:sldMk cId="3608388578" sldId="256"/>
            <ac:spMk id="59" creationId="{3780F6A4-7A9C-6765-284C-759B0F5A3AF8}"/>
          </ac:spMkLst>
        </pc:spChg>
        <pc:spChg chg="add mod">
          <ac:chgData name="Gopalakrishnan M" userId="f5167d5b-4573-4b7f-a946-0ca248fb4fa5" providerId="ADAL" clId="{0AD4E8A9-BEED-40D9-9E5D-85664F112D58}" dt="2025-07-14T06:37:12.854" v="166" actId="1076"/>
          <ac:spMkLst>
            <pc:docMk/>
            <pc:sldMk cId="3608388578" sldId="256"/>
            <ac:spMk id="60" creationId="{06401205-B792-BB9A-2D79-597CD4548125}"/>
          </ac:spMkLst>
        </pc:spChg>
        <pc:spChg chg="add del">
          <ac:chgData name="Gopalakrishnan M" userId="f5167d5b-4573-4b7f-a946-0ca248fb4fa5" providerId="ADAL" clId="{0AD4E8A9-BEED-40D9-9E5D-85664F112D58}" dt="2025-07-14T06:43:17.565" v="227" actId="478"/>
          <ac:spMkLst>
            <pc:docMk/>
            <pc:sldMk cId="3608388578" sldId="256"/>
            <ac:spMk id="61" creationId="{2AB29A00-39CF-AC48-39CC-872334C83C52}"/>
          </ac:spMkLst>
        </pc:spChg>
        <pc:spChg chg="del">
          <ac:chgData name="Gopalakrishnan M" userId="f5167d5b-4573-4b7f-a946-0ca248fb4fa5" providerId="ADAL" clId="{0AD4E8A9-BEED-40D9-9E5D-85664F112D58}" dt="2025-07-14T06:43:17.565" v="227" actId="478"/>
          <ac:spMkLst>
            <pc:docMk/>
            <pc:sldMk cId="3608388578" sldId="256"/>
            <ac:spMk id="62" creationId="{5E84426E-4CFE-152F-B576-4D80D797D032}"/>
          </ac:spMkLst>
        </pc:spChg>
        <pc:spChg chg="add mod">
          <ac:chgData name="Gopalakrishnan M" userId="f5167d5b-4573-4b7f-a946-0ca248fb4fa5" providerId="ADAL" clId="{0AD4E8A9-BEED-40D9-9E5D-85664F112D58}" dt="2025-07-14T06:37:41.614" v="169" actId="207"/>
          <ac:spMkLst>
            <pc:docMk/>
            <pc:sldMk cId="3608388578" sldId="256"/>
            <ac:spMk id="63" creationId="{D9E40601-3AEA-F213-BB69-95874A443DAD}"/>
          </ac:spMkLst>
        </pc:spChg>
        <pc:spChg chg="add mod">
          <ac:chgData name="Gopalakrishnan M" userId="f5167d5b-4573-4b7f-a946-0ca248fb4fa5" providerId="ADAL" clId="{0AD4E8A9-BEED-40D9-9E5D-85664F112D58}" dt="2025-07-14T06:37:12.854" v="166" actId="1076"/>
          <ac:spMkLst>
            <pc:docMk/>
            <pc:sldMk cId="3608388578" sldId="256"/>
            <ac:spMk id="65" creationId="{61D9AEBA-543F-8946-C4F4-961196FBD4F8}"/>
          </ac:spMkLst>
        </pc:spChg>
        <pc:spChg chg="del mod">
          <ac:chgData name="Gopalakrishnan M" userId="f5167d5b-4573-4b7f-a946-0ca248fb4fa5" providerId="ADAL" clId="{0AD4E8A9-BEED-40D9-9E5D-85664F112D58}" dt="2025-07-14T06:43:17.565" v="227" actId="478"/>
          <ac:spMkLst>
            <pc:docMk/>
            <pc:sldMk cId="3608388578" sldId="256"/>
            <ac:spMk id="66" creationId="{09CC7E13-C12A-60AC-48AF-14D6A6C0101B}"/>
          </ac:spMkLst>
        </pc:spChg>
        <pc:spChg chg="add del mod">
          <ac:chgData name="Gopalakrishnan M" userId="f5167d5b-4573-4b7f-a946-0ca248fb4fa5" providerId="ADAL" clId="{0AD4E8A9-BEED-40D9-9E5D-85664F112D58}" dt="2025-07-14T06:43:17.565" v="227" actId="478"/>
          <ac:spMkLst>
            <pc:docMk/>
            <pc:sldMk cId="3608388578" sldId="256"/>
            <ac:spMk id="67" creationId="{7ABD9CA8-2F1B-B4C7-4536-C3673F49C08A}"/>
          </ac:spMkLst>
        </pc:spChg>
        <pc:spChg chg="add del mod">
          <ac:chgData name="Gopalakrishnan M" userId="f5167d5b-4573-4b7f-a946-0ca248fb4fa5" providerId="ADAL" clId="{0AD4E8A9-BEED-40D9-9E5D-85664F112D58}" dt="2025-07-14T06:43:17.565" v="227" actId="478"/>
          <ac:spMkLst>
            <pc:docMk/>
            <pc:sldMk cId="3608388578" sldId="256"/>
            <ac:spMk id="68" creationId="{FB43D8F8-98E3-EDB8-25AB-8C7253C99545}"/>
          </ac:spMkLst>
        </pc:spChg>
        <pc:spChg chg="add del mod">
          <ac:chgData name="Gopalakrishnan M" userId="f5167d5b-4573-4b7f-a946-0ca248fb4fa5" providerId="ADAL" clId="{0AD4E8A9-BEED-40D9-9E5D-85664F112D58}" dt="2025-07-14T06:43:17.565" v="227" actId="478"/>
          <ac:spMkLst>
            <pc:docMk/>
            <pc:sldMk cId="3608388578" sldId="256"/>
            <ac:spMk id="69" creationId="{B3A7579F-7980-B388-F3AC-EE9B3668466C}"/>
          </ac:spMkLst>
        </pc:spChg>
        <pc:spChg chg="add del">
          <ac:chgData name="Gopalakrishnan M" userId="f5167d5b-4573-4b7f-a946-0ca248fb4fa5" providerId="ADAL" clId="{0AD4E8A9-BEED-40D9-9E5D-85664F112D58}" dt="2025-07-14T06:43:17.565" v="227" actId="478"/>
          <ac:spMkLst>
            <pc:docMk/>
            <pc:sldMk cId="3608388578" sldId="256"/>
            <ac:spMk id="70" creationId="{0AFE1556-D571-A9E4-218A-FD21A7372F93}"/>
          </ac:spMkLst>
        </pc:spChg>
        <pc:spChg chg="add del mod">
          <ac:chgData name="Gopalakrishnan M" userId="f5167d5b-4573-4b7f-a946-0ca248fb4fa5" providerId="ADAL" clId="{0AD4E8A9-BEED-40D9-9E5D-85664F112D58}" dt="2025-07-14T06:43:15.586" v="226" actId="478"/>
          <ac:spMkLst>
            <pc:docMk/>
            <pc:sldMk cId="3608388578" sldId="256"/>
            <ac:spMk id="71" creationId="{E34E62D6-E819-C440-4F20-88A7DFD83651}"/>
          </ac:spMkLst>
        </pc:spChg>
        <pc:spChg chg="add del mod">
          <ac:chgData name="Gopalakrishnan M" userId="f5167d5b-4573-4b7f-a946-0ca248fb4fa5" providerId="ADAL" clId="{0AD4E8A9-BEED-40D9-9E5D-85664F112D58}" dt="2025-07-14T06:43:15.586" v="226" actId="478"/>
          <ac:spMkLst>
            <pc:docMk/>
            <pc:sldMk cId="3608388578" sldId="256"/>
            <ac:spMk id="72" creationId="{06B9E91C-D877-8CBB-D973-52D2080903D4}"/>
          </ac:spMkLst>
        </pc:spChg>
        <pc:spChg chg="add del mod">
          <ac:chgData name="Gopalakrishnan M" userId="f5167d5b-4573-4b7f-a946-0ca248fb4fa5" providerId="ADAL" clId="{0AD4E8A9-BEED-40D9-9E5D-85664F112D58}" dt="2025-07-14T06:43:18.847" v="228" actId="478"/>
          <ac:spMkLst>
            <pc:docMk/>
            <pc:sldMk cId="3608388578" sldId="256"/>
            <ac:spMk id="73" creationId="{790D1C90-F526-98DE-4FB6-1F79C7EE17BA}"/>
          </ac:spMkLst>
        </pc:spChg>
        <pc:spChg chg="add del mod">
          <ac:chgData name="Gopalakrishnan M" userId="f5167d5b-4573-4b7f-a946-0ca248fb4fa5" providerId="ADAL" clId="{0AD4E8A9-BEED-40D9-9E5D-85664F112D58}" dt="2025-07-14T06:43:15.586" v="226" actId="478"/>
          <ac:spMkLst>
            <pc:docMk/>
            <pc:sldMk cId="3608388578" sldId="256"/>
            <ac:spMk id="74" creationId="{22227A5A-BC18-6751-3211-0E76B2F72226}"/>
          </ac:spMkLst>
        </pc:spChg>
        <pc:spChg chg="mod">
          <ac:chgData name="Gopalakrishnan M" userId="f5167d5b-4573-4b7f-a946-0ca248fb4fa5" providerId="ADAL" clId="{0AD4E8A9-BEED-40D9-9E5D-85664F112D58}" dt="2025-07-14T06:37:41.614" v="169" actId="207"/>
          <ac:spMkLst>
            <pc:docMk/>
            <pc:sldMk cId="3608388578" sldId="256"/>
            <ac:spMk id="75" creationId="{AF8498E0-0F62-38C8-B4E5-33B00EF07DB9}"/>
          </ac:spMkLst>
        </pc:spChg>
        <pc:spChg chg="add del">
          <ac:chgData name="Gopalakrishnan M" userId="f5167d5b-4573-4b7f-a946-0ca248fb4fa5" providerId="ADAL" clId="{0AD4E8A9-BEED-40D9-9E5D-85664F112D58}" dt="2025-07-14T06:43:12.001" v="225" actId="478"/>
          <ac:spMkLst>
            <pc:docMk/>
            <pc:sldMk cId="3608388578" sldId="256"/>
            <ac:spMk id="76" creationId="{DFA57D96-B11A-8372-AA68-BB59A5565EDB}"/>
          </ac:spMkLst>
        </pc:spChg>
        <pc:spChg chg="add del mod">
          <ac:chgData name="Gopalakrishnan M" userId="f5167d5b-4573-4b7f-a946-0ca248fb4fa5" providerId="ADAL" clId="{0AD4E8A9-BEED-40D9-9E5D-85664F112D58}" dt="2025-07-14T06:43:15.586" v="226" actId="478"/>
          <ac:spMkLst>
            <pc:docMk/>
            <pc:sldMk cId="3608388578" sldId="256"/>
            <ac:spMk id="77" creationId="{33E50FF9-889D-3BD3-510B-B3AAAFEC8879}"/>
          </ac:spMkLst>
        </pc:spChg>
        <pc:spChg chg="add del mod">
          <ac:chgData name="Gopalakrishnan M" userId="f5167d5b-4573-4b7f-a946-0ca248fb4fa5" providerId="ADAL" clId="{0AD4E8A9-BEED-40D9-9E5D-85664F112D58}" dt="2025-07-14T06:43:15.586" v="226" actId="478"/>
          <ac:spMkLst>
            <pc:docMk/>
            <pc:sldMk cId="3608388578" sldId="256"/>
            <ac:spMk id="78" creationId="{9498EDC4-79DC-FAE1-444A-7DAD4D2E8943}"/>
          </ac:spMkLst>
        </pc:spChg>
        <pc:spChg chg="add del mod">
          <ac:chgData name="Gopalakrishnan M" userId="f5167d5b-4573-4b7f-a946-0ca248fb4fa5" providerId="ADAL" clId="{0AD4E8A9-BEED-40D9-9E5D-85664F112D58}" dt="2025-07-14T06:43:15.586" v="226" actId="478"/>
          <ac:spMkLst>
            <pc:docMk/>
            <pc:sldMk cId="3608388578" sldId="256"/>
            <ac:spMk id="80" creationId="{A59647B8-01B0-879C-CE50-8C57B972CCCE}"/>
          </ac:spMkLst>
        </pc:spChg>
        <pc:spChg chg="mod">
          <ac:chgData name="Gopalakrishnan M" userId="f5167d5b-4573-4b7f-a946-0ca248fb4fa5" providerId="ADAL" clId="{0AD4E8A9-BEED-40D9-9E5D-85664F112D58}" dt="2025-07-14T06:37:41.614" v="169" actId="207"/>
          <ac:spMkLst>
            <pc:docMk/>
            <pc:sldMk cId="3608388578" sldId="256"/>
            <ac:spMk id="81" creationId="{BE1365B5-2313-008F-A893-E07FC69695D3}"/>
          </ac:spMkLst>
        </pc:spChg>
        <pc:spChg chg="add mod">
          <ac:chgData name="Gopalakrishnan M" userId="f5167d5b-4573-4b7f-a946-0ca248fb4fa5" providerId="ADAL" clId="{0AD4E8A9-BEED-40D9-9E5D-85664F112D58}" dt="2025-07-14T06:37:21.955" v="168" actId="1076"/>
          <ac:spMkLst>
            <pc:docMk/>
            <pc:sldMk cId="3608388578" sldId="256"/>
            <ac:spMk id="82" creationId="{305D18B5-48A0-1A11-30FD-44DDA1497D72}"/>
          </ac:spMkLst>
        </pc:spChg>
        <pc:spChg chg="add del mod">
          <ac:chgData name="Gopalakrishnan M" userId="f5167d5b-4573-4b7f-a946-0ca248fb4fa5" providerId="ADAL" clId="{0AD4E8A9-BEED-40D9-9E5D-85664F112D58}" dt="2025-07-14T06:43:15.586" v="226" actId="478"/>
          <ac:spMkLst>
            <pc:docMk/>
            <pc:sldMk cId="3608388578" sldId="256"/>
            <ac:spMk id="83" creationId="{931DD2FA-F8F6-F2E3-169C-EE58F9A3328E}"/>
          </ac:spMkLst>
        </pc:spChg>
        <pc:spChg chg="add del mod">
          <ac:chgData name="Gopalakrishnan M" userId="f5167d5b-4573-4b7f-a946-0ca248fb4fa5" providerId="ADAL" clId="{0AD4E8A9-BEED-40D9-9E5D-85664F112D58}" dt="2025-07-14T06:43:12.001" v="225" actId="478"/>
          <ac:spMkLst>
            <pc:docMk/>
            <pc:sldMk cId="3608388578" sldId="256"/>
            <ac:spMk id="85" creationId="{3F7E6041-3986-6C62-CF22-041A267BD790}"/>
          </ac:spMkLst>
        </pc:spChg>
        <pc:spChg chg="add del mod">
          <ac:chgData name="Gopalakrishnan M" userId="f5167d5b-4573-4b7f-a946-0ca248fb4fa5" providerId="ADAL" clId="{0AD4E8A9-BEED-40D9-9E5D-85664F112D58}" dt="2025-07-14T06:43:15.586" v="226" actId="478"/>
          <ac:spMkLst>
            <pc:docMk/>
            <pc:sldMk cId="3608388578" sldId="256"/>
            <ac:spMk id="86" creationId="{5400AD2D-ABEE-7036-FBA7-0A7F761A5B30}"/>
          </ac:spMkLst>
        </pc:spChg>
        <pc:spChg chg="add mod">
          <ac:chgData name="Gopalakrishnan M" userId="f5167d5b-4573-4b7f-a946-0ca248fb4fa5" providerId="ADAL" clId="{0AD4E8A9-BEED-40D9-9E5D-85664F112D58}" dt="2025-07-14T06:43:39.755" v="230" actId="1076"/>
          <ac:spMkLst>
            <pc:docMk/>
            <pc:sldMk cId="3608388578" sldId="256"/>
            <ac:spMk id="95" creationId="{ECC986F5-385C-AD12-D778-FBD587E9E45F}"/>
          </ac:spMkLst>
        </pc:spChg>
        <pc:spChg chg="add mod">
          <ac:chgData name="Gopalakrishnan M" userId="f5167d5b-4573-4b7f-a946-0ca248fb4fa5" providerId="ADAL" clId="{0AD4E8A9-BEED-40D9-9E5D-85664F112D58}" dt="2025-07-14T06:43:39.755" v="230" actId="1076"/>
          <ac:spMkLst>
            <pc:docMk/>
            <pc:sldMk cId="3608388578" sldId="256"/>
            <ac:spMk id="96" creationId="{8839C5BB-D774-0B2A-7CC7-3EC197628699}"/>
          </ac:spMkLst>
        </pc:spChg>
        <pc:spChg chg="add mod">
          <ac:chgData name="Gopalakrishnan M" userId="f5167d5b-4573-4b7f-a946-0ca248fb4fa5" providerId="ADAL" clId="{0AD4E8A9-BEED-40D9-9E5D-85664F112D58}" dt="2025-07-14T06:43:39.755" v="230" actId="1076"/>
          <ac:spMkLst>
            <pc:docMk/>
            <pc:sldMk cId="3608388578" sldId="256"/>
            <ac:spMk id="97" creationId="{04486F6F-6ACF-5C20-794C-DEBCD5E3E8DE}"/>
          </ac:spMkLst>
        </pc:spChg>
        <pc:spChg chg="add mod">
          <ac:chgData name="Gopalakrishnan M" userId="f5167d5b-4573-4b7f-a946-0ca248fb4fa5" providerId="ADAL" clId="{0AD4E8A9-BEED-40D9-9E5D-85664F112D58}" dt="2025-07-14T06:43:39.755" v="230" actId="1076"/>
          <ac:spMkLst>
            <pc:docMk/>
            <pc:sldMk cId="3608388578" sldId="256"/>
            <ac:spMk id="98" creationId="{F7C14298-CFB1-7E64-2907-1DCCA22A5CFF}"/>
          </ac:spMkLst>
        </pc:spChg>
        <pc:spChg chg="mod">
          <ac:chgData name="Gopalakrishnan M" userId="f5167d5b-4573-4b7f-a946-0ca248fb4fa5" providerId="ADAL" clId="{0AD4E8A9-BEED-40D9-9E5D-85664F112D58}" dt="2025-07-14T06:45:44.658" v="237" actId="207"/>
          <ac:spMkLst>
            <pc:docMk/>
            <pc:sldMk cId="3608388578" sldId="256"/>
            <ac:spMk id="99" creationId="{E572DE92-C037-D604-49C8-245E78981A42}"/>
          </ac:spMkLst>
        </pc:spChg>
        <pc:spChg chg="add mod">
          <ac:chgData name="Gopalakrishnan M" userId="f5167d5b-4573-4b7f-a946-0ca248fb4fa5" providerId="ADAL" clId="{0AD4E8A9-BEED-40D9-9E5D-85664F112D58}" dt="2025-07-14T06:43:39.755" v="230" actId="1076"/>
          <ac:spMkLst>
            <pc:docMk/>
            <pc:sldMk cId="3608388578" sldId="256"/>
            <ac:spMk id="100" creationId="{5B5BC513-0C64-0F5C-5DF4-2B30D6140D14}"/>
          </ac:spMkLst>
        </pc:spChg>
        <pc:spChg chg="add mod">
          <ac:chgData name="Gopalakrishnan M" userId="f5167d5b-4573-4b7f-a946-0ca248fb4fa5" providerId="ADAL" clId="{0AD4E8A9-BEED-40D9-9E5D-85664F112D58}" dt="2025-07-14T06:43:39.755" v="230" actId="1076"/>
          <ac:spMkLst>
            <pc:docMk/>
            <pc:sldMk cId="3608388578" sldId="256"/>
            <ac:spMk id="102" creationId="{EEC31AED-7AEF-426E-EC37-F91472F2A877}"/>
          </ac:spMkLst>
        </pc:spChg>
        <pc:spChg chg="add mod">
          <ac:chgData name="Gopalakrishnan M" userId="f5167d5b-4573-4b7f-a946-0ca248fb4fa5" providerId="ADAL" clId="{0AD4E8A9-BEED-40D9-9E5D-85664F112D58}" dt="2025-07-14T06:43:39.755" v="230" actId="1076"/>
          <ac:spMkLst>
            <pc:docMk/>
            <pc:sldMk cId="3608388578" sldId="256"/>
            <ac:spMk id="103" creationId="{FC169407-88C0-9E5B-C93F-815869696A50}"/>
          </ac:spMkLst>
        </pc:spChg>
        <pc:spChg chg="mod">
          <ac:chgData name="Gopalakrishnan M" userId="f5167d5b-4573-4b7f-a946-0ca248fb4fa5" providerId="ADAL" clId="{0AD4E8A9-BEED-40D9-9E5D-85664F112D58}" dt="2025-07-14T06:45:48.051" v="238" actId="207"/>
          <ac:spMkLst>
            <pc:docMk/>
            <pc:sldMk cId="3608388578" sldId="256"/>
            <ac:spMk id="105" creationId="{C3AB2A87-58FA-667B-EBA9-4A75691E28E7}"/>
          </ac:spMkLst>
        </pc:spChg>
        <pc:spChg chg="add mod">
          <ac:chgData name="Gopalakrishnan M" userId="f5167d5b-4573-4b7f-a946-0ca248fb4fa5" providerId="ADAL" clId="{0AD4E8A9-BEED-40D9-9E5D-85664F112D58}" dt="2025-07-14T06:45:50.624" v="240" actId="207"/>
          <ac:spMkLst>
            <pc:docMk/>
            <pc:sldMk cId="3608388578" sldId="256"/>
            <ac:spMk id="106" creationId="{422A7A71-3FC4-71A6-E73D-FC95207B74CD}"/>
          </ac:spMkLst>
        </pc:spChg>
        <pc:spChg chg="add mod">
          <ac:chgData name="Gopalakrishnan M" userId="f5167d5b-4573-4b7f-a946-0ca248fb4fa5" providerId="ADAL" clId="{0AD4E8A9-BEED-40D9-9E5D-85664F112D58}" dt="2025-07-14T06:43:39.755" v="230" actId="1076"/>
          <ac:spMkLst>
            <pc:docMk/>
            <pc:sldMk cId="3608388578" sldId="256"/>
            <ac:spMk id="107" creationId="{8644BE4F-6404-C67E-B414-83C4E1A9F3D7}"/>
          </ac:spMkLst>
        </pc:spChg>
        <pc:spChg chg="add mod">
          <ac:chgData name="Gopalakrishnan M" userId="f5167d5b-4573-4b7f-a946-0ca248fb4fa5" providerId="ADAL" clId="{0AD4E8A9-BEED-40D9-9E5D-85664F112D58}" dt="2025-07-14T06:43:39.755" v="230" actId="1076"/>
          <ac:spMkLst>
            <pc:docMk/>
            <pc:sldMk cId="3608388578" sldId="256"/>
            <ac:spMk id="111" creationId="{C103E3D1-332C-BEC6-5973-158B9AA86253}"/>
          </ac:spMkLst>
        </pc:spChg>
        <pc:spChg chg="mod">
          <ac:chgData name="Gopalakrishnan M" userId="f5167d5b-4573-4b7f-a946-0ca248fb4fa5" providerId="ADAL" clId="{0AD4E8A9-BEED-40D9-9E5D-85664F112D58}" dt="2025-07-14T06:45:53.611" v="241" actId="207"/>
          <ac:spMkLst>
            <pc:docMk/>
            <pc:sldMk cId="3608388578" sldId="256"/>
            <ac:spMk id="112" creationId="{02765373-BB9C-B102-D797-B5AC89767D31}"/>
          </ac:spMkLst>
        </pc:spChg>
        <pc:spChg chg="add mod">
          <ac:chgData name="Gopalakrishnan M" userId="f5167d5b-4573-4b7f-a946-0ca248fb4fa5" providerId="ADAL" clId="{0AD4E8A9-BEED-40D9-9E5D-85664F112D58}" dt="2025-07-14T06:43:48.144" v="232" actId="1076"/>
          <ac:spMkLst>
            <pc:docMk/>
            <pc:sldMk cId="3608388578" sldId="256"/>
            <ac:spMk id="117" creationId="{F21DAB4A-724E-0B08-056E-7A1A4E1F3903}"/>
          </ac:spMkLst>
        </pc:spChg>
        <pc:spChg chg="add mod">
          <ac:chgData name="Gopalakrishnan M" userId="f5167d5b-4573-4b7f-a946-0ca248fb4fa5" providerId="ADAL" clId="{0AD4E8A9-BEED-40D9-9E5D-85664F112D58}" dt="2025-07-14T06:43:48.144" v="232" actId="1076"/>
          <ac:spMkLst>
            <pc:docMk/>
            <pc:sldMk cId="3608388578" sldId="256"/>
            <ac:spMk id="119" creationId="{65E4E93E-BA7C-DA31-6906-F20B4EBE86A9}"/>
          </ac:spMkLst>
        </pc:spChg>
        <pc:spChg chg="add mod">
          <ac:chgData name="Gopalakrishnan M" userId="f5167d5b-4573-4b7f-a946-0ca248fb4fa5" providerId="ADAL" clId="{0AD4E8A9-BEED-40D9-9E5D-85664F112D58}" dt="2025-07-14T06:43:48.144" v="232" actId="1076"/>
          <ac:spMkLst>
            <pc:docMk/>
            <pc:sldMk cId="3608388578" sldId="256"/>
            <ac:spMk id="121" creationId="{A8C65311-EE35-F8B0-8C27-2CCF4D436C8A}"/>
          </ac:spMkLst>
        </pc:spChg>
        <pc:spChg chg="mod">
          <ac:chgData name="Gopalakrishnan M" userId="f5167d5b-4573-4b7f-a946-0ca248fb4fa5" providerId="ADAL" clId="{0AD4E8A9-BEED-40D9-9E5D-85664F112D58}" dt="2025-07-14T06:45:58.616" v="242" actId="207"/>
          <ac:spMkLst>
            <pc:docMk/>
            <pc:sldMk cId="3608388578" sldId="256"/>
            <ac:spMk id="122" creationId="{DB8755E7-328C-8984-4C04-130A6690ED73}"/>
          </ac:spMkLst>
        </pc:spChg>
        <pc:spChg chg="add mod">
          <ac:chgData name="Gopalakrishnan M" userId="f5167d5b-4573-4b7f-a946-0ca248fb4fa5" providerId="ADAL" clId="{0AD4E8A9-BEED-40D9-9E5D-85664F112D58}" dt="2025-07-14T06:43:48.144" v="232" actId="1076"/>
          <ac:spMkLst>
            <pc:docMk/>
            <pc:sldMk cId="3608388578" sldId="256"/>
            <ac:spMk id="123" creationId="{BBE4193F-6E4E-8822-F779-DCB25EE4C11F}"/>
          </ac:spMkLst>
        </pc:spChg>
        <pc:spChg chg="add mod">
          <ac:chgData name="Gopalakrishnan M" userId="f5167d5b-4573-4b7f-a946-0ca248fb4fa5" providerId="ADAL" clId="{0AD4E8A9-BEED-40D9-9E5D-85664F112D58}" dt="2025-07-14T06:43:48.144" v="232" actId="1076"/>
          <ac:spMkLst>
            <pc:docMk/>
            <pc:sldMk cId="3608388578" sldId="256"/>
            <ac:spMk id="124" creationId="{CA203D68-F94B-4261-9ECB-C7C9B011856F}"/>
          </ac:spMkLst>
        </pc:spChg>
        <pc:spChg chg="add mod">
          <ac:chgData name="Gopalakrishnan M" userId="f5167d5b-4573-4b7f-a946-0ca248fb4fa5" providerId="ADAL" clId="{0AD4E8A9-BEED-40D9-9E5D-85664F112D58}" dt="2025-07-14T06:43:48.144" v="232" actId="1076"/>
          <ac:spMkLst>
            <pc:docMk/>
            <pc:sldMk cId="3608388578" sldId="256"/>
            <ac:spMk id="126" creationId="{9FC01AA2-4C53-951D-1F97-ACF10C4C5E0D}"/>
          </ac:spMkLst>
        </pc:spChg>
        <pc:spChg chg="mod">
          <ac:chgData name="Gopalakrishnan M" userId="f5167d5b-4573-4b7f-a946-0ca248fb4fa5" providerId="ADAL" clId="{0AD4E8A9-BEED-40D9-9E5D-85664F112D58}" dt="2025-07-14T06:46:03.418" v="243" actId="207"/>
          <ac:spMkLst>
            <pc:docMk/>
            <pc:sldMk cId="3608388578" sldId="256"/>
            <ac:spMk id="128" creationId="{E4A07D28-BEDB-5EB0-26A0-68B4C13CEB87}"/>
          </ac:spMkLst>
        </pc:spChg>
        <pc:spChg chg="add mod">
          <ac:chgData name="Gopalakrishnan M" userId="f5167d5b-4573-4b7f-a946-0ca248fb4fa5" providerId="ADAL" clId="{0AD4E8A9-BEED-40D9-9E5D-85664F112D58}" dt="2025-07-14T06:46:07.082" v="244" actId="207"/>
          <ac:spMkLst>
            <pc:docMk/>
            <pc:sldMk cId="3608388578" sldId="256"/>
            <ac:spMk id="129" creationId="{F334DC06-6F5D-9A59-E346-4AB8D01A3C3A}"/>
          </ac:spMkLst>
        </pc:spChg>
        <pc:spChg chg="add mod">
          <ac:chgData name="Gopalakrishnan M" userId="f5167d5b-4573-4b7f-a946-0ca248fb4fa5" providerId="ADAL" clId="{0AD4E8A9-BEED-40D9-9E5D-85664F112D58}" dt="2025-07-14T06:43:48.144" v="232" actId="1076"/>
          <ac:spMkLst>
            <pc:docMk/>
            <pc:sldMk cId="3608388578" sldId="256"/>
            <ac:spMk id="130" creationId="{868557B3-D486-89C6-DE9E-121B8BBAE73A}"/>
          </ac:spMkLst>
        </pc:spChg>
        <pc:spChg chg="add mod">
          <ac:chgData name="Gopalakrishnan M" userId="f5167d5b-4573-4b7f-a946-0ca248fb4fa5" providerId="ADAL" clId="{0AD4E8A9-BEED-40D9-9E5D-85664F112D58}" dt="2025-07-14T06:43:48.144" v="232" actId="1076"/>
          <ac:spMkLst>
            <pc:docMk/>
            <pc:sldMk cId="3608388578" sldId="256"/>
            <ac:spMk id="133" creationId="{EBF62317-4DCF-E14A-6DE9-9B9BD7868247}"/>
          </ac:spMkLst>
        </pc:spChg>
        <pc:spChg chg="mod">
          <ac:chgData name="Gopalakrishnan M" userId="f5167d5b-4573-4b7f-a946-0ca248fb4fa5" providerId="ADAL" clId="{0AD4E8A9-BEED-40D9-9E5D-85664F112D58}" dt="2025-07-14T06:46:10.676" v="245" actId="207"/>
          <ac:spMkLst>
            <pc:docMk/>
            <pc:sldMk cId="3608388578" sldId="256"/>
            <ac:spMk id="135" creationId="{5AF500B4-6C69-92DE-37B9-AA027B35E0F8}"/>
          </ac:spMkLst>
        </pc:spChg>
        <pc:spChg chg="add mod">
          <ac:chgData name="Gopalakrishnan M" userId="f5167d5b-4573-4b7f-a946-0ca248fb4fa5" providerId="ADAL" clId="{0AD4E8A9-BEED-40D9-9E5D-85664F112D58}" dt="2025-07-14T06:43:48.144" v="232" actId="1076"/>
          <ac:spMkLst>
            <pc:docMk/>
            <pc:sldMk cId="3608388578" sldId="256"/>
            <ac:spMk id="136" creationId="{1515509C-849E-8398-2EFA-C2F5ED876EE6}"/>
          </ac:spMkLst>
        </pc:spChg>
        <pc:picChg chg="add mod">
          <ac:chgData name="Gopalakrishnan M" userId="f5167d5b-4573-4b7f-a946-0ca248fb4fa5" providerId="ADAL" clId="{0AD4E8A9-BEED-40D9-9E5D-85664F112D58}" dt="2025-07-14T06:49:09.112" v="247" actId="1076"/>
          <ac:picMkLst>
            <pc:docMk/>
            <pc:sldMk cId="3608388578" sldId="256"/>
            <ac:picMk id="140" creationId="{C6C6213C-6640-5105-81C0-CC9109AC48F1}"/>
          </ac:picMkLst>
        </pc:picChg>
        <pc:picChg chg="add mod">
          <ac:chgData name="Gopalakrishnan M" userId="f5167d5b-4573-4b7f-a946-0ca248fb4fa5" providerId="ADAL" clId="{0AD4E8A9-BEED-40D9-9E5D-85664F112D58}" dt="2025-07-14T06:49:14.720" v="249" actId="1076"/>
          <ac:picMkLst>
            <pc:docMk/>
            <pc:sldMk cId="3608388578" sldId="256"/>
            <ac:picMk id="141" creationId="{E8C3E1E2-F3C5-46D0-91B0-A2E7A8D3495A}"/>
          </ac:picMkLst>
        </pc:picChg>
        <pc:picChg chg="add mod">
          <ac:chgData name="Gopalakrishnan M" userId="f5167d5b-4573-4b7f-a946-0ca248fb4fa5" providerId="ADAL" clId="{0AD4E8A9-BEED-40D9-9E5D-85664F112D58}" dt="2025-07-14T06:49:19.470" v="251" actId="1076"/>
          <ac:picMkLst>
            <pc:docMk/>
            <pc:sldMk cId="3608388578" sldId="256"/>
            <ac:picMk id="142" creationId="{17C8FEC4-5082-CE69-B142-71B68F795E7C}"/>
          </ac:picMkLst>
        </pc:picChg>
        <pc:picChg chg="add mod">
          <ac:chgData name="Gopalakrishnan M" userId="f5167d5b-4573-4b7f-a946-0ca248fb4fa5" providerId="ADAL" clId="{0AD4E8A9-BEED-40D9-9E5D-85664F112D58}" dt="2025-07-14T06:49:23.751" v="253" actId="1076"/>
          <ac:picMkLst>
            <pc:docMk/>
            <pc:sldMk cId="3608388578" sldId="256"/>
            <ac:picMk id="143" creationId="{29C14EF0-FC02-AB74-5BF7-9E169F9A46BB}"/>
          </ac:picMkLst>
        </pc:picChg>
        <pc:picChg chg="add mod">
          <ac:chgData name="Gopalakrishnan M" userId="f5167d5b-4573-4b7f-a946-0ca248fb4fa5" providerId="ADAL" clId="{0AD4E8A9-BEED-40D9-9E5D-85664F112D58}" dt="2025-07-14T06:49:31.379" v="255" actId="1076"/>
          <ac:picMkLst>
            <pc:docMk/>
            <pc:sldMk cId="3608388578" sldId="256"/>
            <ac:picMk id="144" creationId="{B8AFF453-FE7C-1319-BC3A-CC4BDAF11890}"/>
          </ac:picMkLst>
        </pc:picChg>
        <pc:picChg chg="add mod">
          <ac:chgData name="Gopalakrishnan M" userId="f5167d5b-4573-4b7f-a946-0ca248fb4fa5" providerId="ADAL" clId="{0AD4E8A9-BEED-40D9-9E5D-85664F112D58}" dt="2025-07-14T06:49:31.379" v="255" actId="1076"/>
          <ac:picMkLst>
            <pc:docMk/>
            <pc:sldMk cId="3608388578" sldId="256"/>
            <ac:picMk id="145" creationId="{CC1A8D43-0FB8-D384-63BE-0F9F844431A4}"/>
          </ac:picMkLst>
        </pc:picChg>
        <pc:picChg chg="add mod">
          <ac:chgData name="Gopalakrishnan M" userId="f5167d5b-4573-4b7f-a946-0ca248fb4fa5" providerId="ADAL" clId="{0AD4E8A9-BEED-40D9-9E5D-85664F112D58}" dt="2025-07-14T06:49:31.379" v="255" actId="1076"/>
          <ac:picMkLst>
            <pc:docMk/>
            <pc:sldMk cId="3608388578" sldId="256"/>
            <ac:picMk id="146" creationId="{4A3CF54A-E899-647E-F61D-1880A93BA10A}"/>
          </ac:picMkLst>
        </pc:picChg>
        <pc:picChg chg="add mod">
          <ac:chgData name="Gopalakrishnan M" userId="f5167d5b-4573-4b7f-a946-0ca248fb4fa5" providerId="ADAL" clId="{0AD4E8A9-BEED-40D9-9E5D-85664F112D58}" dt="2025-07-14T06:49:31.379" v="255" actId="1076"/>
          <ac:picMkLst>
            <pc:docMk/>
            <pc:sldMk cId="3608388578" sldId="256"/>
            <ac:picMk id="147" creationId="{83E13907-CB47-41B6-4A64-7D11C3F31FDA}"/>
          </ac:picMkLst>
        </pc:picChg>
        <pc:picChg chg="add mod">
          <ac:chgData name="Gopalakrishnan M" userId="f5167d5b-4573-4b7f-a946-0ca248fb4fa5" providerId="ADAL" clId="{0AD4E8A9-BEED-40D9-9E5D-85664F112D58}" dt="2025-07-14T06:49:43.101" v="257" actId="1076"/>
          <ac:picMkLst>
            <pc:docMk/>
            <pc:sldMk cId="3608388578" sldId="256"/>
            <ac:picMk id="148" creationId="{389486CE-10D8-FA85-64D3-C6482AD45A5B}"/>
          </ac:picMkLst>
        </pc:picChg>
        <pc:picChg chg="add mod">
          <ac:chgData name="Gopalakrishnan M" userId="f5167d5b-4573-4b7f-a946-0ca248fb4fa5" providerId="ADAL" clId="{0AD4E8A9-BEED-40D9-9E5D-85664F112D58}" dt="2025-07-14T06:49:43.101" v="257" actId="1076"/>
          <ac:picMkLst>
            <pc:docMk/>
            <pc:sldMk cId="3608388578" sldId="256"/>
            <ac:picMk id="149" creationId="{40921D38-3478-CB02-38BD-F1BBF3C52DF5}"/>
          </ac:picMkLst>
        </pc:picChg>
        <pc:picChg chg="add mod">
          <ac:chgData name="Gopalakrishnan M" userId="f5167d5b-4573-4b7f-a946-0ca248fb4fa5" providerId="ADAL" clId="{0AD4E8A9-BEED-40D9-9E5D-85664F112D58}" dt="2025-07-14T06:49:43.101" v="257" actId="1076"/>
          <ac:picMkLst>
            <pc:docMk/>
            <pc:sldMk cId="3608388578" sldId="256"/>
            <ac:picMk id="150" creationId="{A765D8B1-5ADB-1F79-050B-83F3A590A3DB}"/>
          </ac:picMkLst>
        </pc:picChg>
        <pc:picChg chg="add mod">
          <ac:chgData name="Gopalakrishnan M" userId="f5167d5b-4573-4b7f-a946-0ca248fb4fa5" providerId="ADAL" clId="{0AD4E8A9-BEED-40D9-9E5D-85664F112D58}" dt="2025-07-14T06:49:43.101" v="257" actId="1076"/>
          <ac:picMkLst>
            <pc:docMk/>
            <pc:sldMk cId="3608388578" sldId="256"/>
            <ac:picMk id="151" creationId="{1DFB24E0-06EE-B936-71FA-7A37AF8DF36F}"/>
          </ac:picMkLst>
        </pc:picChg>
        <pc:cxnChg chg="add mod">
          <ac:chgData name="Gopalakrishnan M" userId="f5167d5b-4573-4b7f-a946-0ca248fb4fa5" providerId="ADAL" clId="{0AD4E8A9-BEED-40D9-9E5D-85664F112D58}" dt="2025-07-14T06:31:48.977" v="64" actId="208"/>
          <ac:cxnSpMkLst>
            <pc:docMk/>
            <pc:sldMk cId="3608388578" sldId="256"/>
            <ac:cxnSpMk id="8" creationId="{5709833E-815C-A5B9-ADB5-9E83B117C46C}"/>
          </ac:cxnSpMkLst>
        </pc:cxnChg>
        <pc:cxnChg chg="add mod">
          <ac:chgData name="Gopalakrishnan M" userId="f5167d5b-4573-4b7f-a946-0ca248fb4fa5" providerId="ADAL" clId="{0AD4E8A9-BEED-40D9-9E5D-85664F112D58}" dt="2025-07-14T06:32:58.454" v="108" actId="1076"/>
          <ac:cxnSpMkLst>
            <pc:docMk/>
            <pc:sldMk cId="3608388578" sldId="256"/>
            <ac:cxnSpMk id="9" creationId="{4104C334-4B9A-4CD6-EDCB-8D408B878C74}"/>
          </ac:cxnSpMkLst>
        </pc:cxnChg>
        <pc:cxnChg chg="add mod">
          <ac:chgData name="Gopalakrishnan M" userId="f5167d5b-4573-4b7f-a946-0ca248fb4fa5" providerId="ADAL" clId="{0AD4E8A9-BEED-40D9-9E5D-85664F112D58}" dt="2025-07-14T06:32:35.116" v="107" actId="1076"/>
          <ac:cxnSpMkLst>
            <pc:docMk/>
            <pc:sldMk cId="3608388578" sldId="256"/>
            <ac:cxnSpMk id="10" creationId="{A60D22F4-89CB-F089-17A5-AB0F0C5522FF}"/>
          </ac:cxnSpMkLst>
        </pc:cxnChg>
        <pc:cxnChg chg="add del mod">
          <ac:chgData name="Gopalakrishnan M" userId="f5167d5b-4573-4b7f-a946-0ca248fb4fa5" providerId="ADAL" clId="{0AD4E8A9-BEED-40D9-9E5D-85664F112D58}" dt="2025-07-14T06:32:19.611" v="65" actId="478"/>
          <ac:cxnSpMkLst>
            <pc:docMk/>
            <pc:sldMk cId="3608388578" sldId="256"/>
            <ac:cxnSpMk id="11" creationId="{5144E9FA-F4B1-AEAF-E92F-169FC4404219}"/>
          </ac:cxnSpMkLst>
        </pc:cxnChg>
        <pc:cxnChg chg="add mod">
          <ac:chgData name="Gopalakrishnan M" userId="f5167d5b-4573-4b7f-a946-0ca248fb4fa5" providerId="ADAL" clId="{0AD4E8A9-BEED-40D9-9E5D-85664F112D58}" dt="2025-07-14T06:39:49.377" v="192" actId="693"/>
          <ac:cxnSpMkLst>
            <pc:docMk/>
            <pc:sldMk cId="3608388578" sldId="256"/>
            <ac:cxnSpMk id="88" creationId="{45F5DB5E-D1EC-99C0-BDA6-B22F68012EBD}"/>
          </ac:cxnSpMkLst>
        </pc:cxnChg>
        <pc:cxnChg chg="add mod">
          <ac:chgData name="Gopalakrishnan M" userId="f5167d5b-4573-4b7f-a946-0ca248fb4fa5" providerId="ADAL" clId="{0AD4E8A9-BEED-40D9-9E5D-85664F112D58}" dt="2025-07-14T06:40:08.492" v="204" actId="1076"/>
          <ac:cxnSpMkLst>
            <pc:docMk/>
            <pc:sldMk cId="3608388578" sldId="256"/>
            <ac:cxnSpMk id="92" creationId="{DCD2BBB9-0E60-4745-CB7D-C33869AC077D}"/>
          </ac:cxnSpMkLst>
        </pc:cxnChg>
        <pc:cxnChg chg="add mod">
          <ac:chgData name="Gopalakrishnan M" userId="f5167d5b-4573-4b7f-a946-0ca248fb4fa5" providerId="ADAL" clId="{0AD4E8A9-BEED-40D9-9E5D-85664F112D58}" dt="2025-07-14T06:40:23.480" v="210" actId="1037"/>
          <ac:cxnSpMkLst>
            <pc:docMk/>
            <pc:sldMk cId="3608388578" sldId="256"/>
            <ac:cxnSpMk id="93" creationId="{B5B535B0-6E5B-339F-E297-0B07D0476D00}"/>
          </ac:cxnSpMkLst>
        </pc:cxnChg>
      </pc:sldChg>
      <pc:sldChg chg="ord">
        <pc:chgData name="Gopalakrishnan M" userId="f5167d5b-4573-4b7f-a946-0ca248fb4fa5" providerId="ADAL" clId="{0AD4E8A9-BEED-40D9-9E5D-85664F112D58}" dt="2025-07-14T06:00:25.129" v="6"/>
        <pc:sldMkLst>
          <pc:docMk/>
          <pc:sldMk cId="4186333256" sldId="260"/>
        </pc:sldMkLst>
      </pc:sldChg>
      <pc:sldChg chg="ord">
        <pc:chgData name="Gopalakrishnan M" userId="f5167d5b-4573-4b7f-a946-0ca248fb4fa5" providerId="ADAL" clId="{0AD4E8A9-BEED-40D9-9E5D-85664F112D58}" dt="2025-07-14T05:59:03.957" v="4"/>
        <pc:sldMkLst>
          <pc:docMk/>
          <pc:sldMk cId="478112373" sldId="2147483641"/>
        </pc:sldMkLst>
      </pc:sldChg>
      <pc:sldChg chg="new del ord">
        <pc:chgData name="Gopalakrishnan M" userId="f5167d5b-4573-4b7f-a946-0ca248fb4fa5" providerId="ADAL" clId="{0AD4E8A9-BEED-40D9-9E5D-85664F112D58}" dt="2025-07-14T06:13:32.919" v="8" actId="47"/>
        <pc:sldMkLst>
          <pc:docMk/>
          <pc:sldMk cId="2528599293" sldId="2147483647"/>
        </pc:sldMkLst>
      </pc:sldChg>
    </pc:docChg>
  </pc:docChgLst>
  <pc:docChgLst>
    <pc:chgData name="Gopalakrishnan M" userId="f5167d5b-4573-4b7f-a946-0ca248fb4fa5" providerId="ADAL" clId="{A2E3B9AC-6F4E-4F00-BBF0-A612FC268565}"/>
    <pc:docChg chg="undo custSel addSld delSld modSld sldOrd">
      <pc:chgData name="Gopalakrishnan M" userId="f5167d5b-4573-4b7f-a946-0ca248fb4fa5" providerId="ADAL" clId="{A2E3B9AC-6F4E-4F00-BBF0-A612FC268565}" dt="2025-07-14T04:58:10.929" v="3475"/>
      <pc:docMkLst>
        <pc:docMk/>
      </pc:docMkLst>
      <pc:sldChg chg="add ord">
        <pc:chgData name="Gopalakrishnan M" userId="f5167d5b-4573-4b7f-a946-0ca248fb4fa5" providerId="ADAL" clId="{A2E3B9AC-6F4E-4F00-BBF0-A612FC268565}" dt="2025-07-14T04:58:10.929" v="3475"/>
        <pc:sldMkLst>
          <pc:docMk/>
          <pc:sldMk cId="4186333256" sldId="260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3532876823" sldId="274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1938729275" sldId="282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4142826003" sldId="284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4003126288" sldId="285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1813743015" sldId="289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2190532500" sldId="293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1791135300" sldId="2147472843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903193566" sldId="2147482805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3870977212" sldId="2147483539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416028636" sldId="2147483566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337201873" sldId="2147483571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4025976793" sldId="2147483572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1405749535" sldId="2147483583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3271505214" sldId="2147483585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2190277410" sldId="2147483589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1579664158" sldId="2147483594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3252734963" sldId="2147483596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2342255601" sldId="2147483597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3732692936" sldId="2147483609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72396056" sldId="2147483610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3983836589" sldId="2147483611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218815395" sldId="2147483612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2187234789" sldId="2147483622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1460587596" sldId="2147483624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23103974" sldId="2147483625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1997518798" sldId="2147483626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2500220515" sldId="2147483627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692434877" sldId="2147483628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2596975866" sldId="2147483629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1375051876" sldId="2147483630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2806125792" sldId="2147483631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691916081" sldId="2147483632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2630064990" sldId="2147483633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4278289082" sldId="2147483634"/>
        </pc:sldMkLst>
      </pc:sldChg>
      <pc:sldChg chg="del">
        <pc:chgData name="Gopalakrishnan M" userId="f5167d5b-4573-4b7f-a946-0ca248fb4fa5" providerId="ADAL" clId="{A2E3B9AC-6F4E-4F00-BBF0-A612FC268565}" dt="2025-07-10T11:38:17.569" v="3470" actId="47"/>
        <pc:sldMkLst>
          <pc:docMk/>
          <pc:sldMk cId="1040852336" sldId="2147483635"/>
        </pc:sldMkLst>
      </pc:sldChg>
      <pc:sldChg chg="addSp delSp modSp add del mod ord">
        <pc:chgData name="Gopalakrishnan M" userId="f5167d5b-4573-4b7f-a946-0ca248fb4fa5" providerId="ADAL" clId="{A2E3B9AC-6F4E-4F00-BBF0-A612FC268565}" dt="2025-07-10T11:38:17.569" v="3470" actId="47"/>
        <pc:sldMkLst>
          <pc:docMk/>
          <pc:sldMk cId="3852626784" sldId="2147483636"/>
        </pc:sldMkLst>
      </pc:sldChg>
      <pc:sldChg chg="addSp delSp modSp new del mod ord">
        <pc:chgData name="Gopalakrishnan M" userId="f5167d5b-4573-4b7f-a946-0ca248fb4fa5" providerId="ADAL" clId="{A2E3B9AC-6F4E-4F00-BBF0-A612FC268565}" dt="2025-07-10T11:38:17.569" v="3470" actId="47"/>
        <pc:sldMkLst>
          <pc:docMk/>
          <pc:sldMk cId="361505865" sldId="2147483637"/>
        </pc:sldMkLst>
      </pc:sldChg>
      <pc:sldChg chg="add del">
        <pc:chgData name="Gopalakrishnan M" userId="f5167d5b-4573-4b7f-a946-0ca248fb4fa5" providerId="ADAL" clId="{A2E3B9AC-6F4E-4F00-BBF0-A612FC268565}" dt="2025-07-10T07:24:33.711" v="129" actId="2890"/>
        <pc:sldMkLst>
          <pc:docMk/>
          <pc:sldMk cId="4080772892" sldId="2147483637"/>
        </pc:sldMkLst>
      </pc:sldChg>
      <pc:sldChg chg="modSp mod ord">
        <pc:chgData name="Gopalakrishnan M" userId="f5167d5b-4573-4b7f-a946-0ca248fb4fa5" providerId="ADAL" clId="{A2E3B9AC-6F4E-4F00-BBF0-A612FC268565}" dt="2025-07-14T04:58:10.929" v="3475"/>
        <pc:sldMkLst>
          <pc:docMk/>
          <pc:sldMk cId="1923607647" sldId="2147483638"/>
        </pc:sldMkLst>
        <pc:spChg chg="mod">
          <ac:chgData name="Gopalakrishnan M" userId="f5167d5b-4573-4b7f-a946-0ca248fb4fa5" providerId="ADAL" clId="{A2E3B9AC-6F4E-4F00-BBF0-A612FC268565}" dt="2025-07-10T11:36:32.228" v="3465" actId="1038"/>
          <ac:spMkLst>
            <pc:docMk/>
            <pc:sldMk cId="1923607647" sldId="2147483638"/>
            <ac:spMk id="182" creationId="{31B4857C-992D-D4D5-7BA9-68680C75EC96}"/>
          </ac:spMkLst>
        </pc:spChg>
        <pc:spChg chg="mod">
          <ac:chgData name="Gopalakrishnan M" userId="f5167d5b-4573-4b7f-a946-0ca248fb4fa5" providerId="ADAL" clId="{A2E3B9AC-6F4E-4F00-BBF0-A612FC268565}" dt="2025-07-10T11:34:20.490" v="3464" actId="1038"/>
          <ac:spMkLst>
            <pc:docMk/>
            <pc:sldMk cId="1923607647" sldId="2147483638"/>
            <ac:spMk id="185" creationId="{D0A155B5-159D-50EC-D621-2328AAEB93AA}"/>
          </ac:spMkLst>
        </pc:spChg>
      </pc:sldChg>
      <pc:sldChg chg="add del">
        <pc:chgData name="Gopalakrishnan M" userId="f5167d5b-4573-4b7f-a946-0ca248fb4fa5" providerId="ADAL" clId="{A2E3B9AC-6F4E-4F00-BBF0-A612FC268565}" dt="2025-07-10T10:22:03.725" v="3369" actId="47"/>
        <pc:sldMkLst>
          <pc:docMk/>
          <pc:sldMk cId="4203198726" sldId="2147483638"/>
        </pc:sldMkLst>
      </pc:sldChg>
      <pc:sldChg chg="add ord">
        <pc:chgData name="Gopalakrishnan M" userId="f5167d5b-4573-4b7f-a946-0ca248fb4fa5" providerId="ADAL" clId="{A2E3B9AC-6F4E-4F00-BBF0-A612FC268565}" dt="2025-07-14T04:58:10.929" v="3475"/>
        <pc:sldMkLst>
          <pc:docMk/>
          <pc:sldMk cId="2383673126" sldId="2147483646"/>
        </pc:sldMkLst>
      </pc:sldChg>
      <pc:sldMasterChg chg="delSldLayout">
        <pc:chgData name="Gopalakrishnan M" userId="f5167d5b-4573-4b7f-a946-0ca248fb4fa5" providerId="ADAL" clId="{A2E3B9AC-6F4E-4F00-BBF0-A612FC268565}" dt="2025-07-10T11:38:17.569" v="3470" actId="47"/>
        <pc:sldMasterMkLst>
          <pc:docMk/>
          <pc:sldMasterMk cId="3183920539" sldId="2147483749"/>
        </pc:sldMasterMkLst>
        <pc:sldLayoutChg chg="del">
          <pc:chgData name="Gopalakrishnan M" userId="f5167d5b-4573-4b7f-a946-0ca248fb4fa5" providerId="ADAL" clId="{A2E3B9AC-6F4E-4F00-BBF0-A612FC268565}" dt="2025-07-10T11:38:17.569" v="3470" actId="47"/>
          <pc:sldLayoutMkLst>
            <pc:docMk/>
            <pc:sldMasterMk cId="3183920539" sldId="2147483749"/>
            <pc:sldLayoutMk cId="1091893146" sldId="2147483753"/>
          </pc:sldLayoutMkLst>
        </pc:sldLayoutChg>
        <pc:sldLayoutChg chg="del">
          <pc:chgData name="Gopalakrishnan M" userId="f5167d5b-4573-4b7f-a946-0ca248fb4fa5" providerId="ADAL" clId="{A2E3B9AC-6F4E-4F00-BBF0-A612FC268565}" dt="2025-07-10T11:38:17.569" v="3470" actId="47"/>
          <pc:sldLayoutMkLst>
            <pc:docMk/>
            <pc:sldMasterMk cId="3183920539" sldId="2147483749"/>
            <pc:sldLayoutMk cId="3231877970" sldId="214748377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6CE96A-73E0-4871-A2F2-2508A23F59E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DA6FB-D0E1-4200-B5BD-9F995D126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51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378FD-DB64-99B7-69F6-70510E1F2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536EA-BEEC-FE7D-909A-6FB705E4B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B8736-631A-A7D3-21F8-AF97F31B4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D825B-C99F-D131-3744-E590258E7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467F8-2C93-4CBC-9B8C-EF4CD9E0E5B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757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24EB988-1B3E-4E16-DFC4-94BCB32833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2134" y="-18627"/>
            <a:ext cx="6130501" cy="5987839"/>
          </a:xfrm>
          <a:custGeom>
            <a:avLst/>
            <a:gdLst>
              <a:gd name="connsiteX0" fmla="*/ 0 w 9144000"/>
              <a:gd name="connsiteY0" fmla="*/ 0 h 4442826"/>
              <a:gd name="connsiteX1" fmla="*/ 9144000 w 9144000"/>
              <a:gd name="connsiteY1" fmla="*/ 0 h 4442826"/>
              <a:gd name="connsiteX2" fmla="*/ 9144000 w 9144000"/>
              <a:gd name="connsiteY2" fmla="*/ 4442826 h 4442826"/>
              <a:gd name="connsiteX3" fmla="*/ 0 w 9144000"/>
              <a:gd name="connsiteY3" fmla="*/ 4442826 h 4442826"/>
              <a:gd name="connsiteX4" fmla="*/ 0 w 9144000"/>
              <a:gd name="connsiteY4" fmla="*/ 0 h 444282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0 w 9151620"/>
              <a:gd name="connsiteY3" fmla="*/ 4442826 h 4458066"/>
              <a:gd name="connsiteX4" fmla="*/ 0 w 9151620"/>
              <a:gd name="connsiteY4" fmla="*/ 0 h 445806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8991600 w 9151620"/>
              <a:gd name="connsiteY3" fmla="*/ 4443731 h 4458066"/>
              <a:gd name="connsiteX4" fmla="*/ 0 w 9151620"/>
              <a:gd name="connsiteY4" fmla="*/ 4442826 h 4458066"/>
              <a:gd name="connsiteX5" fmla="*/ 0 w 9151620"/>
              <a:gd name="connsiteY5" fmla="*/ 0 h 445806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8991600 w 9151620"/>
              <a:gd name="connsiteY3" fmla="*/ 4443731 h 4458066"/>
              <a:gd name="connsiteX4" fmla="*/ 7551420 w 9151620"/>
              <a:gd name="connsiteY4" fmla="*/ 4436111 h 4458066"/>
              <a:gd name="connsiteX5" fmla="*/ 0 w 9151620"/>
              <a:gd name="connsiteY5" fmla="*/ 4442826 h 4458066"/>
              <a:gd name="connsiteX6" fmla="*/ 0 w 9151620"/>
              <a:gd name="connsiteY6" fmla="*/ 0 h 445806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8991600 w 9151620"/>
              <a:gd name="connsiteY3" fmla="*/ 4443731 h 4458066"/>
              <a:gd name="connsiteX4" fmla="*/ 8282940 w 9151620"/>
              <a:gd name="connsiteY4" fmla="*/ 4436111 h 4458066"/>
              <a:gd name="connsiteX5" fmla="*/ 7551420 w 9151620"/>
              <a:gd name="connsiteY5" fmla="*/ 4436111 h 4458066"/>
              <a:gd name="connsiteX6" fmla="*/ 0 w 9151620"/>
              <a:gd name="connsiteY6" fmla="*/ 4442826 h 4458066"/>
              <a:gd name="connsiteX7" fmla="*/ 0 w 9151620"/>
              <a:gd name="connsiteY7" fmla="*/ 0 h 445806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8991600 w 9151620"/>
              <a:gd name="connsiteY3" fmla="*/ 4443731 h 4458066"/>
              <a:gd name="connsiteX4" fmla="*/ 8260080 w 9151620"/>
              <a:gd name="connsiteY4" fmla="*/ 4306571 h 4458066"/>
              <a:gd name="connsiteX5" fmla="*/ 7551420 w 9151620"/>
              <a:gd name="connsiteY5" fmla="*/ 4436111 h 4458066"/>
              <a:gd name="connsiteX6" fmla="*/ 0 w 9151620"/>
              <a:gd name="connsiteY6" fmla="*/ 4442826 h 4458066"/>
              <a:gd name="connsiteX7" fmla="*/ 0 w 9151620"/>
              <a:gd name="connsiteY7" fmla="*/ 0 h 4458066"/>
              <a:gd name="connsiteX0" fmla="*/ 0 w 9151620"/>
              <a:gd name="connsiteY0" fmla="*/ 0 h 4462781"/>
              <a:gd name="connsiteX1" fmla="*/ 9144000 w 9151620"/>
              <a:gd name="connsiteY1" fmla="*/ 0 h 4462781"/>
              <a:gd name="connsiteX2" fmla="*/ 9151620 w 9151620"/>
              <a:gd name="connsiteY2" fmla="*/ 4458066 h 4462781"/>
              <a:gd name="connsiteX3" fmla="*/ 8941594 w 9151620"/>
              <a:gd name="connsiteY3" fmla="*/ 4462781 h 4462781"/>
              <a:gd name="connsiteX4" fmla="*/ 8260080 w 9151620"/>
              <a:gd name="connsiteY4" fmla="*/ 4306571 h 4462781"/>
              <a:gd name="connsiteX5" fmla="*/ 7551420 w 9151620"/>
              <a:gd name="connsiteY5" fmla="*/ 4436111 h 4462781"/>
              <a:gd name="connsiteX6" fmla="*/ 0 w 9151620"/>
              <a:gd name="connsiteY6" fmla="*/ 4442826 h 4462781"/>
              <a:gd name="connsiteX7" fmla="*/ 0 w 9151620"/>
              <a:gd name="connsiteY7" fmla="*/ 0 h 4462781"/>
              <a:gd name="connsiteX0" fmla="*/ 0 w 9151620"/>
              <a:gd name="connsiteY0" fmla="*/ 0 h 4462781"/>
              <a:gd name="connsiteX1" fmla="*/ 9144000 w 9151620"/>
              <a:gd name="connsiteY1" fmla="*/ 0 h 4462781"/>
              <a:gd name="connsiteX2" fmla="*/ 9151620 w 9151620"/>
              <a:gd name="connsiteY2" fmla="*/ 4458066 h 4462781"/>
              <a:gd name="connsiteX3" fmla="*/ 8941594 w 9151620"/>
              <a:gd name="connsiteY3" fmla="*/ 4462781 h 4462781"/>
              <a:gd name="connsiteX4" fmla="*/ 8260080 w 9151620"/>
              <a:gd name="connsiteY4" fmla="*/ 4306571 h 4462781"/>
              <a:gd name="connsiteX5" fmla="*/ 7556182 w 9151620"/>
              <a:gd name="connsiteY5" fmla="*/ 4462304 h 4462781"/>
              <a:gd name="connsiteX6" fmla="*/ 0 w 9151620"/>
              <a:gd name="connsiteY6" fmla="*/ 4442826 h 4462781"/>
              <a:gd name="connsiteX7" fmla="*/ 0 w 9151620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41594 w 9144476"/>
              <a:gd name="connsiteY3" fmla="*/ 4462781 h 4462781"/>
              <a:gd name="connsiteX4" fmla="*/ 8260080 w 9144476"/>
              <a:gd name="connsiteY4" fmla="*/ 4306571 h 4462781"/>
              <a:gd name="connsiteX5" fmla="*/ 7556182 w 9144476"/>
              <a:gd name="connsiteY5" fmla="*/ 4462304 h 4462781"/>
              <a:gd name="connsiteX6" fmla="*/ 0 w 9144476"/>
              <a:gd name="connsiteY6" fmla="*/ 4442826 h 4462781"/>
              <a:gd name="connsiteX7" fmla="*/ 0 w 9144476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41594 w 9144476"/>
              <a:gd name="connsiteY3" fmla="*/ 4462781 h 4462781"/>
              <a:gd name="connsiteX4" fmla="*/ 8260080 w 9144476"/>
              <a:gd name="connsiteY4" fmla="*/ 4306571 h 4462781"/>
              <a:gd name="connsiteX5" fmla="*/ 7541895 w 9144476"/>
              <a:gd name="connsiteY5" fmla="*/ 4452779 h 4462781"/>
              <a:gd name="connsiteX6" fmla="*/ 0 w 9144476"/>
              <a:gd name="connsiteY6" fmla="*/ 4442826 h 4462781"/>
              <a:gd name="connsiteX7" fmla="*/ 0 w 9144476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53500 w 9144476"/>
              <a:gd name="connsiteY3" fmla="*/ 4462781 h 4462781"/>
              <a:gd name="connsiteX4" fmla="*/ 8260080 w 9144476"/>
              <a:gd name="connsiteY4" fmla="*/ 4306571 h 4462781"/>
              <a:gd name="connsiteX5" fmla="*/ 7541895 w 9144476"/>
              <a:gd name="connsiteY5" fmla="*/ 4452779 h 4462781"/>
              <a:gd name="connsiteX6" fmla="*/ 0 w 9144476"/>
              <a:gd name="connsiteY6" fmla="*/ 4442826 h 4462781"/>
              <a:gd name="connsiteX7" fmla="*/ 0 w 9144476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53500 w 9144476"/>
              <a:gd name="connsiteY3" fmla="*/ 4462781 h 4462781"/>
              <a:gd name="connsiteX4" fmla="*/ 8260080 w 9144476"/>
              <a:gd name="connsiteY4" fmla="*/ 4306571 h 4462781"/>
              <a:gd name="connsiteX5" fmla="*/ 7541895 w 9144476"/>
              <a:gd name="connsiteY5" fmla="*/ 4452779 h 4462781"/>
              <a:gd name="connsiteX6" fmla="*/ 4584700 w 9144476"/>
              <a:gd name="connsiteY6" fmla="*/ 4455526 h 4462781"/>
              <a:gd name="connsiteX7" fmla="*/ 0 w 9144476"/>
              <a:gd name="connsiteY7" fmla="*/ 0 h 4462781"/>
              <a:gd name="connsiteX0" fmla="*/ 0 w 4597876"/>
              <a:gd name="connsiteY0" fmla="*/ 0 h 4475481"/>
              <a:gd name="connsiteX1" fmla="*/ 4597400 w 4597876"/>
              <a:gd name="connsiteY1" fmla="*/ 12700 h 4475481"/>
              <a:gd name="connsiteX2" fmla="*/ 4597876 w 4597876"/>
              <a:gd name="connsiteY2" fmla="*/ 4470766 h 4475481"/>
              <a:gd name="connsiteX3" fmla="*/ 4406900 w 4597876"/>
              <a:gd name="connsiteY3" fmla="*/ 4475481 h 4475481"/>
              <a:gd name="connsiteX4" fmla="*/ 3713480 w 4597876"/>
              <a:gd name="connsiteY4" fmla="*/ 4319271 h 4475481"/>
              <a:gd name="connsiteX5" fmla="*/ 2995295 w 4597876"/>
              <a:gd name="connsiteY5" fmla="*/ 4465479 h 4475481"/>
              <a:gd name="connsiteX6" fmla="*/ 38100 w 4597876"/>
              <a:gd name="connsiteY6" fmla="*/ 4468226 h 4475481"/>
              <a:gd name="connsiteX7" fmla="*/ 0 w 4597876"/>
              <a:gd name="connsiteY7" fmla="*/ 0 h 4475481"/>
              <a:gd name="connsiteX0" fmla="*/ 0 w 4597876"/>
              <a:gd name="connsiteY0" fmla="*/ 0 h 4490879"/>
              <a:gd name="connsiteX1" fmla="*/ 4597400 w 4597876"/>
              <a:gd name="connsiteY1" fmla="*/ 12700 h 4490879"/>
              <a:gd name="connsiteX2" fmla="*/ 4597876 w 4597876"/>
              <a:gd name="connsiteY2" fmla="*/ 4470766 h 4490879"/>
              <a:gd name="connsiteX3" fmla="*/ 4406900 w 4597876"/>
              <a:gd name="connsiteY3" fmla="*/ 4475481 h 4490879"/>
              <a:gd name="connsiteX4" fmla="*/ 3713480 w 4597876"/>
              <a:gd name="connsiteY4" fmla="*/ 4319271 h 4490879"/>
              <a:gd name="connsiteX5" fmla="*/ 3020695 w 4597876"/>
              <a:gd name="connsiteY5" fmla="*/ 4490879 h 4490879"/>
              <a:gd name="connsiteX6" fmla="*/ 38100 w 4597876"/>
              <a:gd name="connsiteY6" fmla="*/ 4468226 h 4490879"/>
              <a:gd name="connsiteX7" fmla="*/ 0 w 4597876"/>
              <a:gd name="connsiteY7" fmla="*/ 0 h 449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97876" h="4490879">
                <a:moveTo>
                  <a:pt x="0" y="0"/>
                </a:moveTo>
                <a:lnTo>
                  <a:pt x="4597400" y="12700"/>
                </a:lnTo>
                <a:cubicBezTo>
                  <a:pt x="4597559" y="1498722"/>
                  <a:pt x="4597717" y="2984744"/>
                  <a:pt x="4597876" y="4470766"/>
                </a:cubicBezTo>
                <a:lnTo>
                  <a:pt x="4406900" y="4475481"/>
                </a:lnTo>
                <a:lnTo>
                  <a:pt x="3713480" y="4319271"/>
                </a:lnTo>
                <a:lnTo>
                  <a:pt x="3020695" y="4490879"/>
                </a:lnTo>
                <a:lnTo>
                  <a:pt x="38100" y="4468226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lstStyle>
            <a:lvl1pPr marL="152396" indent="0">
              <a:buNone/>
              <a:defRPr/>
            </a:lvl1pPr>
          </a:lstStyle>
          <a:p>
            <a:r>
              <a:rPr lang="en-IN"/>
              <a:t> </a:t>
            </a:r>
            <a:endParaRPr lang="en-A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CFA8F1A-438C-2D31-EC45-A4CCF4206F40}"/>
              </a:ext>
            </a:extLst>
          </p:cNvPr>
          <p:cNvSpPr/>
          <p:nvPr/>
        </p:nvSpPr>
        <p:spPr>
          <a:xfrm>
            <a:off x="0" y="5740400"/>
            <a:ext cx="12192000" cy="1143000"/>
          </a:xfrm>
          <a:custGeom>
            <a:avLst/>
            <a:gdLst>
              <a:gd name="connsiteX0" fmla="*/ 0 w 9144000"/>
              <a:gd name="connsiteY0" fmla="*/ 857250 h 857250"/>
              <a:gd name="connsiteX1" fmla="*/ 0 w 9144000"/>
              <a:gd name="connsiteY1" fmla="*/ 149828 h 857250"/>
              <a:gd name="connsiteX2" fmla="*/ 7540609 w 9144000"/>
              <a:gd name="connsiteY2" fmla="*/ 149828 h 857250"/>
              <a:gd name="connsiteX3" fmla="*/ 8245698 w 9144000"/>
              <a:gd name="connsiteY3" fmla="*/ 0 h 857250"/>
              <a:gd name="connsiteX4" fmla="*/ 8933831 w 9144000"/>
              <a:gd name="connsiteY4" fmla="*/ 149828 h 857250"/>
              <a:gd name="connsiteX5" fmla="*/ 9144000 w 9144000"/>
              <a:gd name="connsiteY5" fmla="*/ 149828 h 857250"/>
              <a:gd name="connsiteX6" fmla="*/ 9144000 w 9144000"/>
              <a:gd name="connsiteY6" fmla="*/ 857250 h 857250"/>
              <a:gd name="connsiteX7" fmla="*/ 0 w 9144000"/>
              <a:gd name="connsiteY7" fmla="*/ 85725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857250">
                <a:moveTo>
                  <a:pt x="0" y="857250"/>
                </a:moveTo>
                <a:lnTo>
                  <a:pt x="0" y="149828"/>
                </a:lnTo>
                <a:lnTo>
                  <a:pt x="7540609" y="149828"/>
                </a:lnTo>
                <a:lnTo>
                  <a:pt x="8245698" y="0"/>
                </a:lnTo>
                <a:lnTo>
                  <a:pt x="8933831" y="149828"/>
                </a:lnTo>
                <a:lnTo>
                  <a:pt x="9144000" y="149828"/>
                </a:lnTo>
                <a:lnTo>
                  <a:pt x="9144000" y="857250"/>
                </a:lnTo>
                <a:lnTo>
                  <a:pt x="0" y="857250"/>
                </a:lnTo>
                <a:close/>
              </a:path>
            </a:pathLst>
          </a:custGeom>
          <a:gradFill>
            <a:gsLst>
              <a:gs pos="0">
                <a:srgbClr val="5BC1A0"/>
              </a:gs>
              <a:gs pos="50000">
                <a:srgbClr val="2E9376"/>
              </a:gs>
              <a:gs pos="100000">
                <a:srgbClr val="01654D"/>
              </a:gs>
            </a:gsLst>
            <a:lin ang="0" scaled="1"/>
          </a:gradFill>
          <a:ln w="81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defTabSz="1219170" eaLnBrk="1" latinLnBrk="0" hangingPunct="1"/>
            <a:endParaRPr lang="en-AU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332EFC7-40EB-E5E0-6D5B-205A7815463F}"/>
              </a:ext>
            </a:extLst>
          </p:cNvPr>
          <p:cNvSpPr/>
          <p:nvPr/>
        </p:nvSpPr>
        <p:spPr>
          <a:xfrm>
            <a:off x="10054144" y="5922074"/>
            <a:ext cx="1662048" cy="380111"/>
          </a:xfrm>
          <a:custGeom>
            <a:avLst/>
            <a:gdLst>
              <a:gd name="connsiteX0" fmla="*/ 718995 w 1246536"/>
              <a:gd name="connsiteY0" fmla="*/ 0 h 285083"/>
              <a:gd name="connsiteX1" fmla="*/ 769239 w 1246536"/>
              <a:gd name="connsiteY1" fmla="*/ 10668 h 285083"/>
              <a:gd name="connsiteX2" fmla="*/ 842391 w 1246536"/>
              <a:gd name="connsiteY2" fmla="*/ 94726 h 285083"/>
              <a:gd name="connsiteX3" fmla="*/ 769239 w 1246536"/>
              <a:gd name="connsiteY3" fmla="*/ 147876 h 285083"/>
              <a:gd name="connsiteX4" fmla="*/ 718995 w 1246536"/>
              <a:gd name="connsiteY4" fmla="*/ 137208 h 285083"/>
              <a:gd name="connsiteX5" fmla="*/ 718995 w 1246536"/>
              <a:gd name="connsiteY5" fmla="*/ 48 h 285083"/>
              <a:gd name="connsiteX6" fmla="*/ 769239 w 1246536"/>
              <a:gd name="connsiteY6" fmla="*/ 116729 h 285083"/>
              <a:gd name="connsiteX7" fmla="*/ 808530 w 1246536"/>
              <a:gd name="connsiteY7" fmla="*/ 87535 h 285083"/>
              <a:gd name="connsiteX8" fmla="*/ 769239 w 1246536"/>
              <a:gd name="connsiteY8" fmla="*/ 41624 h 285083"/>
              <a:gd name="connsiteX9" fmla="*/ 752856 w 1246536"/>
              <a:gd name="connsiteY9" fmla="*/ 38148 h 285083"/>
              <a:gd name="connsiteX10" fmla="*/ 752856 w 1246536"/>
              <a:gd name="connsiteY10" fmla="*/ 113252 h 285083"/>
              <a:gd name="connsiteX11" fmla="*/ 769239 w 1246536"/>
              <a:gd name="connsiteY11" fmla="*/ 116729 h 285083"/>
              <a:gd name="connsiteX12" fmla="*/ 947024 w 1246536"/>
              <a:gd name="connsiteY12" fmla="*/ 48482 h 285083"/>
              <a:gd name="connsiteX13" fmla="*/ 947024 w 1246536"/>
              <a:gd name="connsiteY13" fmla="*/ 79391 h 285083"/>
              <a:gd name="connsiteX14" fmla="*/ 917067 w 1246536"/>
              <a:gd name="connsiteY14" fmla="*/ 73009 h 285083"/>
              <a:gd name="connsiteX15" fmla="*/ 917067 w 1246536"/>
              <a:gd name="connsiteY15" fmla="*/ 148114 h 285083"/>
              <a:gd name="connsiteX16" fmla="*/ 947024 w 1246536"/>
              <a:gd name="connsiteY16" fmla="*/ 154496 h 285083"/>
              <a:gd name="connsiteX17" fmla="*/ 947024 w 1246536"/>
              <a:gd name="connsiteY17" fmla="*/ 185642 h 285083"/>
              <a:gd name="connsiteX18" fmla="*/ 853393 w 1246536"/>
              <a:gd name="connsiteY18" fmla="*/ 165735 h 285083"/>
              <a:gd name="connsiteX19" fmla="*/ 853393 w 1246536"/>
              <a:gd name="connsiteY19" fmla="*/ 134588 h 285083"/>
              <a:gd name="connsiteX20" fmla="*/ 883349 w 1246536"/>
              <a:gd name="connsiteY20" fmla="*/ 140970 h 285083"/>
              <a:gd name="connsiteX21" fmla="*/ 883349 w 1246536"/>
              <a:gd name="connsiteY21" fmla="*/ 65865 h 285083"/>
              <a:gd name="connsiteX22" fmla="*/ 853393 w 1246536"/>
              <a:gd name="connsiteY22" fmla="*/ 59484 h 285083"/>
              <a:gd name="connsiteX23" fmla="*/ 853393 w 1246536"/>
              <a:gd name="connsiteY23" fmla="*/ 28575 h 285083"/>
              <a:gd name="connsiteX24" fmla="*/ 947024 w 1246536"/>
              <a:gd name="connsiteY24" fmla="*/ 48482 h 285083"/>
              <a:gd name="connsiteX25" fmla="*/ 1026319 w 1246536"/>
              <a:gd name="connsiteY25" fmla="*/ 62627 h 285083"/>
              <a:gd name="connsiteX26" fmla="*/ 1094994 w 1246536"/>
              <a:gd name="connsiteY26" fmla="*/ 148447 h 285083"/>
              <a:gd name="connsiteX27" fmla="*/ 1026319 w 1246536"/>
              <a:gd name="connsiteY27" fmla="*/ 205264 h 285083"/>
              <a:gd name="connsiteX28" fmla="*/ 957263 w 1246536"/>
              <a:gd name="connsiteY28" fmla="*/ 119205 h 285083"/>
              <a:gd name="connsiteX29" fmla="*/ 1026319 w 1246536"/>
              <a:gd name="connsiteY29" fmla="*/ 62675 h 285083"/>
              <a:gd name="connsiteX30" fmla="*/ 1026319 w 1246536"/>
              <a:gd name="connsiteY30" fmla="*/ 173117 h 285083"/>
              <a:gd name="connsiteX31" fmla="*/ 1060180 w 1246536"/>
              <a:gd name="connsiteY31" fmla="*/ 141018 h 285083"/>
              <a:gd name="connsiteX32" fmla="*/ 1026319 w 1246536"/>
              <a:gd name="connsiteY32" fmla="*/ 94726 h 285083"/>
              <a:gd name="connsiteX33" fmla="*/ 992267 w 1246536"/>
              <a:gd name="connsiteY33" fmla="*/ 126587 h 285083"/>
              <a:gd name="connsiteX34" fmla="*/ 1026319 w 1246536"/>
              <a:gd name="connsiteY34" fmla="*/ 173117 h 285083"/>
              <a:gd name="connsiteX35" fmla="*/ 1111949 w 1246536"/>
              <a:gd name="connsiteY35" fmla="*/ 83534 h 285083"/>
              <a:gd name="connsiteX36" fmla="*/ 1175814 w 1246536"/>
              <a:gd name="connsiteY36" fmla="*/ 97107 h 285083"/>
              <a:gd name="connsiteX37" fmla="*/ 1212675 w 1246536"/>
              <a:gd name="connsiteY37" fmla="*/ 230791 h 285083"/>
              <a:gd name="connsiteX38" fmla="*/ 1212675 w 1246536"/>
              <a:gd name="connsiteY38" fmla="*/ 104918 h 285083"/>
              <a:gd name="connsiteX39" fmla="*/ 1246537 w 1246536"/>
              <a:gd name="connsiteY39" fmla="*/ 112109 h 285083"/>
              <a:gd name="connsiteX40" fmla="*/ 1246537 w 1246536"/>
              <a:gd name="connsiteY40" fmla="*/ 249269 h 285083"/>
              <a:gd name="connsiteX41" fmla="*/ 1182672 w 1246536"/>
              <a:gd name="connsiteY41" fmla="*/ 235696 h 285083"/>
              <a:gd name="connsiteX42" fmla="*/ 1145810 w 1246536"/>
              <a:gd name="connsiteY42" fmla="*/ 102013 h 285083"/>
              <a:gd name="connsiteX43" fmla="*/ 1145810 w 1246536"/>
              <a:gd name="connsiteY43" fmla="*/ 227886 h 285083"/>
              <a:gd name="connsiteX44" fmla="*/ 1111949 w 1246536"/>
              <a:gd name="connsiteY44" fmla="*/ 220694 h 285083"/>
              <a:gd name="connsiteX45" fmla="*/ 1111949 w 1246536"/>
              <a:gd name="connsiteY45" fmla="*/ 83534 h 285083"/>
              <a:gd name="connsiteX46" fmla="*/ 42101 w 1246536"/>
              <a:gd name="connsiteY46" fmla="*/ 138970 h 285083"/>
              <a:gd name="connsiteX47" fmla="*/ 104108 w 1246536"/>
              <a:gd name="connsiteY47" fmla="*/ 125778 h 285083"/>
              <a:gd name="connsiteX48" fmla="*/ 145971 w 1246536"/>
              <a:gd name="connsiteY48" fmla="*/ 254032 h 285083"/>
              <a:gd name="connsiteX49" fmla="*/ 110061 w 1246536"/>
              <a:gd name="connsiteY49" fmla="*/ 261652 h 285083"/>
              <a:gd name="connsiteX50" fmla="*/ 97774 w 1246536"/>
              <a:gd name="connsiteY50" fmla="*/ 222837 h 285083"/>
              <a:gd name="connsiteX51" fmla="*/ 47863 w 1246536"/>
              <a:gd name="connsiteY51" fmla="*/ 233458 h 285083"/>
              <a:gd name="connsiteX52" fmla="*/ 35576 w 1246536"/>
              <a:gd name="connsiteY52" fmla="*/ 277511 h 285083"/>
              <a:gd name="connsiteX53" fmla="*/ 0 w 1246536"/>
              <a:gd name="connsiteY53" fmla="*/ 285083 h 285083"/>
              <a:gd name="connsiteX54" fmla="*/ 42053 w 1246536"/>
              <a:gd name="connsiteY54" fmla="*/ 138970 h 285083"/>
              <a:gd name="connsiteX55" fmla="*/ 88440 w 1246536"/>
              <a:gd name="connsiteY55" fmla="*/ 193929 h 285083"/>
              <a:gd name="connsiteX56" fmla="*/ 72819 w 1246536"/>
              <a:gd name="connsiteY56" fmla="*/ 144923 h 285083"/>
              <a:gd name="connsiteX57" fmla="*/ 57198 w 1246536"/>
              <a:gd name="connsiteY57" fmla="*/ 200597 h 285083"/>
              <a:gd name="connsiteX58" fmla="*/ 88488 w 1246536"/>
              <a:gd name="connsiteY58" fmla="*/ 193929 h 285083"/>
              <a:gd name="connsiteX59" fmla="*/ 214646 w 1246536"/>
              <a:gd name="connsiteY59" fmla="*/ 242173 h 285083"/>
              <a:gd name="connsiteX60" fmla="*/ 148733 w 1246536"/>
              <a:gd name="connsiteY60" fmla="*/ 199930 h 285083"/>
              <a:gd name="connsiteX61" fmla="*/ 183738 w 1246536"/>
              <a:gd name="connsiteY61" fmla="*/ 192500 h 285083"/>
              <a:gd name="connsiteX62" fmla="*/ 215408 w 1246536"/>
              <a:gd name="connsiteY62" fmla="*/ 212408 h 285083"/>
              <a:gd name="connsiteX63" fmla="*/ 239030 w 1246536"/>
              <a:gd name="connsiteY63" fmla="*/ 195310 h 285083"/>
              <a:gd name="connsiteX64" fmla="*/ 227886 w 1246536"/>
              <a:gd name="connsiteY64" fmla="*/ 187166 h 285083"/>
              <a:gd name="connsiteX65" fmla="*/ 183975 w 1246536"/>
              <a:gd name="connsiteY65" fmla="*/ 184452 h 285083"/>
              <a:gd name="connsiteX66" fmla="*/ 154210 w 1246536"/>
              <a:gd name="connsiteY66" fmla="*/ 153210 h 285083"/>
              <a:gd name="connsiteX67" fmla="*/ 207645 w 1246536"/>
              <a:gd name="connsiteY67" fmla="*/ 101013 h 285083"/>
              <a:gd name="connsiteX68" fmla="*/ 268891 w 1246536"/>
              <a:gd name="connsiteY68" fmla="*/ 138017 h 285083"/>
              <a:gd name="connsiteX69" fmla="*/ 234077 w 1246536"/>
              <a:gd name="connsiteY69" fmla="*/ 145399 h 285083"/>
              <a:gd name="connsiteX70" fmla="*/ 208217 w 1246536"/>
              <a:gd name="connsiteY70" fmla="*/ 129873 h 285083"/>
              <a:gd name="connsiteX71" fmla="*/ 189215 w 1246536"/>
              <a:gd name="connsiteY71" fmla="*/ 145018 h 285083"/>
              <a:gd name="connsiteX72" fmla="*/ 199454 w 1246536"/>
              <a:gd name="connsiteY72" fmla="*/ 152352 h 285083"/>
              <a:gd name="connsiteX73" fmla="*/ 242078 w 1246536"/>
              <a:gd name="connsiteY73" fmla="*/ 154400 h 285083"/>
              <a:gd name="connsiteX74" fmla="*/ 273891 w 1246536"/>
              <a:gd name="connsiteY74" fmla="*/ 186357 h 285083"/>
              <a:gd name="connsiteX75" fmla="*/ 214694 w 1246536"/>
              <a:gd name="connsiteY75" fmla="*/ 242125 h 285083"/>
              <a:gd name="connsiteX76" fmla="*/ 283702 w 1246536"/>
              <a:gd name="connsiteY76" fmla="*/ 156115 h 285083"/>
              <a:gd name="connsiteX77" fmla="*/ 353330 w 1246536"/>
              <a:gd name="connsiteY77" fmla="*/ 70104 h 285083"/>
              <a:gd name="connsiteX78" fmla="*/ 419767 w 1246536"/>
              <a:gd name="connsiteY78" fmla="*/ 111633 h 285083"/>
              <a:gd name="connsiteX79" fmla="*/ 384953 w 1246536"/>
              <a:gd name="connsiteY79" fmla="*/ 119015 h 285083"/>
              <a:gd name="connsiteX80" fmla="*/ 353473 w 1246536"/>
              <a:gd name="connsiteY80" fmla="*/ 102156 h 285083"/>
              <a:gd name="connsiteX81" fmla="*/ 318659 w 1246536"/>
              <a:gd name="connsiteY81" fmla="*/ 148638 h 285083"/>
              <a:gd name="connsiteX82" fmla="*/ 353473 w 1246536"/>
              <a:gd name="connsiteY82" fmla="*/ 180546 h 285083"/>
              <a:gd name="connsiteX83" fmla="*/ 384953 w 1246536"/>
              <a:gd name="connsiteY83" fmla="*/ 150114 h 285083"/>
              <a:gd name="connsiteX84" fmla="*/ 419767 w 1246536"/>
              <a:gd name="connsiteY84" fmla="*/ 142732 h 285083"/>
              <a:gd name="connsiteX85" fmla="*/ 353330 w 1246536"/>
              <a:gd name="connsiteY85" fmla="*/ 212693 h 285083"/>
              <a:gd name="connsiteX86" fmla="*/ 283702 w 1246536"/>
              <a:gd name="connsiteY86" fmla="*/ 156115 h 285083"/>
              <a:gd name="connsiteX87" fmla="*/ 436340 w 1246536"/>
              <a:gd name="connsiteY87" fmla="*/ 55150 h 285083"/>
              <a:gd name="connsiteX88" fmla="*/ 540782 w 1246536"/>
              <a:gd name="connsiteY88" fmla="*/ 32956 h 285083"/>
              <a:gd name="connsiteX89" fmla="*/ 540782 w 1246536"/>
              <a:gd name="connsiteY89" fmla="*/ 63865 h 285083"/>
              <a:gd name="connsiteX90" fmla="*/ 470440 w 1246536"/>
              <a:gd name="connsiteY90" fmla="*/ 78819 h 285083"/>
              <a:gd name="connsiteX91" fmla="*/ 470440 w 1246536"/>
              <a:gd name="connsiteY91" fmla="*/ 101775 h 285083"/>
              <a:gd name="connsiteX92" fmla="*/ 531495 w 1246536"/>
              <a:gd name="connsiteY92" fmla="*/ 88821 h 285083"/>
              <a:gd name="connsiteX93" fmla="*/ 531495 w 1246536"/>
              <a:gd name="connsiteY93" fmla="*/ 118015 h 285083"/>
              <a:gd name="connsiteX94" fmla="*/ 470440 w 1246536"/>
              <a:gd name="connsiteY94" fmla="*/ 131016 h 285083"/>
              <a:gd name="connsiteX95" fmla="*/ 470440 w 1246536"/>
              <a:gd name="connsiteY95" fmla="*/ 154162 h 285083"/>
              <a:gd name="connsiteX96" fmla="*/ 540782 w 1246536"/>
              <a:gd name="connsiteY96" fmla="*/ 139208 h 285083"/>
              <a:gd name="connsiteX97" fmla="*/ 540782 w 1246536"/>
              <a:gd name="connsiteY97" fmla="*/ 170117 h 285083"/>
              <a:gd name="connsiteX98" fmla="*/ 436340 w 1246536"/>
              <a:gd name="connsiteY98" fmla="*/ 192310 h 285083"/>
              <a:gd name="connsiteX99" fmla="*/ 436340 w 1246536"/>
              <a:gd name="connsiteY99" fmla="*/ 55150 h 285083"/>
              <a:gd name="connsiteX100" fmla="*/ 561308 w 1246536"/>
              <a:gd name="connsiteY100" fmla="*/ 28623 h 285083"/>
              <a:gd name="connsiteX101" fmla="*/ 625173 w 1246536"/>
              <a:gd name="connsiteY101" fmla="*/ 15049 h 285083"/>
              <a:gd name="connsiteX102" fmla="*/ 662035 w 1246536"/>
              <a:gd name="connsiteY102" fmla="*/ 133112 h 285083"/>
              <a:gd name="connsiteX103" fmla="*/ 662035 w 1246536"/>
              <a:gd name="connsiteY103" fmla="*/ 7239 h 285083"/>
              <a:gd name="connsiteX104" fmla="*/ 695897 w 1246536"/>
              <a:gd name="connsiteY104" fmla="*/ 48 h 285083"/>
              <a:gd name="connsiteX105" fmla="*/ 695897 w 1246536"/>
              <a:gd name="connsiteY105" fmla="*/ 137208 h 285083"/>
              <a:gd name="connsiteX106" fmla="*/ 632032 w 1246536"/>
              <a:gd name="connsiteY106" fmla="*/ 150781 h 285083"/>
              <a:gd name="connsiteX107" fmla="*/ 595170 w 1246536"/>
              <a:gd name="connsiteY107" fmla="*/ 32718 h 285083"/>
              <a:gd name="connsiteX108" fmla="*/ 595170 w 1246536"/>
              <a:gd name="connsiteY108" fmla="*/ 158591 h 285083"/>
              <a:gd name="connsiteX109" fmla="*/ 561308 w 1246536"/>
              <a:gd name="connsiteY109" fmla="*/ 165783 h 285083"/>
              <a:gd name="connsiteX110" fmla="*/ 561308 w 1246536"/>
              <a:gd name="connsiteY110" fmla="*/ 28623 h 28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246536" h="285083">
                <a:moveTo>
                  <a:pt x="718995" y="0"/>
                </a:moveTo>
                <a:lnTo>
                  <a:pt x="769239" y="10668"/>
                </a:lnTo>
                <a:cubicBezTo>
                  <a:pt x="805149" y="18288"/>
                  <a:pt x="842391" y="35766"/>
                  <a:pt x="842391" y="94726"/>
                </a:cubicBezTo>
                <a:cubicBezTo>
                  <a:pt x="842391" y="153876"/>
                  <a:pt x="805149" y="155496"/>
                  <a:pt x="769239" y="147876"/>
                </a:cubicBezTo>
                <a:lnTo>
                  <a:pt x="718995" y="137208"/>
                </a:lnTo>
                <a:lnTo>
                  <a:pt x="718995" y="48"/>
                </a:lnTo>
                <a:close/>
                <a:moveTo>
                  <a:pt x="769239" y="116729"/>
                </a:moveTo>
                <a:cubicBezTo>
                  <a:pt x="791766" y="121539"/>
                  <a:pt x="808530" y="124301"/>
                  <a:pt x="808530" y="87535"/>
                </a:cubicBezTo>
                <a:cubicBezTo>
                  <a:pt x="808530" y="50768"/>
                  <a:pt x="791623" y="46387"/>
                  <a:pt x="769239" y="41624"/>
                </a:cubicBezTo>
                <a:lnTo>
                  <a:pt x="752856" y="38148"/>
                </a:lnTo>
                <a:lnTo>
                  <a:pt x="752856" y="113252"/>
                </a:lnTo>
                <a:cubicBezTo>
                  <a:pt x="752856" y="113252"/>
                  <a:pt x="769239" y="116729"/>
                  <a:pt x="769239" y="116729"/>
                </a:cubicBezTo>
                <a:close/>
                <a:moveTo>
                  <a:pt x="947024" y="48482"/>
                </a:moveTo>
                <a:lnTo>
                  <a:pt x="947024" y="79391"/>
                </a:lnTo>
                <a:cubicBezTo>
                  <a:pt x="947024" y="79391"/>
                  <a:pt x="917067" y="73009"/>
                  <a:pt x="917067" y="73009"/>
                </a:cubicBezTo>
                <a:lnTo>
                  <a:pt x="917067" y="148114"/>
                </a:lnTo>
                <a:cubicBezTo>
                  <a:pt x="917067" y="148114"/>
                  <a:pt x="947024" y="154496"/>
                  <a:pt x="947024" y="154496"/>
                </a:cubicBezTo>
                <a:lnTo>
                  <a:pt x="947024" y="185642"/>
                </a:lnTo>
                <a:cubicBezTo>
                  <a:pt x="947024" y="185642"/>
                  <a:pt x="853393" y="165735"/>
                  <a:pt x="853393" y="165735"/>
                </a:cubicBezTo>
                <a:lnTo>
                  <a:pt x="853393" y="134588"/>
                </a:lnTo>
                <a:cubicBezTo>
                  <a:pt x="853393" y="134588"/>
                  <a:pt x="883349" y="140970"/>
                  <a:pt x="883349" y="140970"/>
                </a:cubicBezTo>
                <a:lnTo>
                  <a:pt x="883349" y="65865"/>
                </a:lnTo>
                <a:cubicBezTo>
                  <a:pt x="883349" y="65865"/>
                  <a:pt x="853393" y="59484"/>
                  <a:pt x="853393" y="59484"/>
                </a:cubicBezTo>
                <a:lnTo>
                  <a:pt x="853393" y="28575"/>
                </a:lnTo>
                <a:cubicBezTo>
                  <a:pt x="853393" y="28575"/>
                  <a:pt x="947024" y="48482"/>
                  <a:pt x="947024" y="48482"/>
                </a:cubicBezTo>
                <a:close/>
                <a:moveTo>
                  <a:pt x="1026319" y="62627"/>
                </a:moveTo>
                <a:cubicBezTo>
                  <a:pt x="1068944" y="71676"/>
                  <a:pt x="1094994" y="107966"/>
                  <a:pt x="1094994" y="148447"/>
                </a:cubicBezTo>
                <a:cubicBezTo>
                  <a:pt x="1094994" y="189119"/>
                  <a:pt x="1068944" y="214313"/>
                  <a:pt x="1026319" y="205264"/>
                </a:cubicBezTo>
                <a:cubicBezTo>
                  <a:pt x="983504" y="196167"/>
                  <a:pt x="957263" y="159829"/>
                  <a:pt x="957263" y="119205"/>
                </a:cubicBezTo>
                <a:cubicBezTo>
                  <a:pt x="957263" y="78724"/>
                  <a:pt x="983504" y="53578"/>
                  <a:pt x="1026319" y="62675"/>
                </a:cubicBezTo>
                <a:moveTo>
                  <a:pt x="1026319" y="173117"/>
                </a:moveTo>
                <a:cubicBezTo>
                  <a:pt x="1049036" y="177927"/>
                  <a:pt x="1060180" y="165926"/>
                  <a:pt x="1060180" y="141018"/>
                </a:cubicBezTo>
                <a:cubicBezTo>
                  <a:pt x="1060180" y="116110"/>
                  <a:pt x="1048846" y="99489"/>
                  <a:pt x="1026319" y="94726"/>
                </a:cubicBezTo>
                <a:cubicBezTo>
                  <a:pt x="1003602" y="89916"/>
                  <a:pt x="992267" y="101870"/>
                  <a:pt x="992267" y="126587"/>
                </a:cubicBezTo>
                <a:cubicBezTo>
                  <a:pt x="992267" y="151495"/>
                  <a:pt x="1003649" y="168307"/>
                  <a:pt x="1026319" y="173117"/>
                </a:cubicBezTo>
                <a:moveTo>
                  <a:pt x="1111949" y="83534"/>
                </a:moveTo>
                <a:lnTo>
                  <a:pt x="1175814" y="97107"/>
                </a:lnTo>
                <a:lnTo>
                  <a:pt x="1212675" y="230791"/>
                </a:lnTo>
                <a:lnTo>
                  <a:pt x="1212675" y="104918"/>
                </a:lnTo>
                <a:cubicBezTo>
                  <a:pt x="1212675" y="104918"/>
                  <a:pt x="1246537" y="112109"/>
                  <a:pt x="1246537" y="112109"/>
                </a:cubicBezTo>
                <a:lnTo>
                  <a:pt x="1246537" y="249269"/>
                </a:lnTo>
                <a:cubicBezTo>
                  <a:pt x="1246537" y="249269"/>
                  <a:pt x="1182672" y="235696"/>
                  <a:pt x="1182672" y="235696"/>
                </a:cubicBezTo>
                <a:lnTo>
                  <a:pt x="1145810" y="102013"/>
                </a:lnTo>
                <a:lnTo>
                  <a:pt x="1145810" y="227886"/>
                </a:lnTo>
                <a:cubicBezTo>
                  <a:pt x="1145810" y="227886"/>
                  <a:pt x="1111949" y="220694"/>
                  <a:pt x="1111949" y="220694"/>
                </a:cubicBezTo>
                <a:lnTo>
                  <a:pt x="1111949" y="83534"/>
                </a:lnTo>
                <a:close/>
                <a:moveTo>
                  <a:pt x="42101" y="138970"/>
                </a:moveTo>
                <a:lnTo>
                  <a:pt x="104108" y="125778"/>
                </a:lnTo>
                <a:lnTo>
                  <a:pt x="145971" y="254032"/>
                </a:lnTo>
                <a:lnTo>
                  <a:pt x="110061" y="261652"/>
                </a:lnTo>
                <a:lnTo>
                  <a:pt x="97774" y="222837"/>
                </a:lnTo>
                <a:lnTo>
                  <a:pt x="47863" y="233458"/>
                </a:lnTo>
                <a:lnTo>
                  <a:pt x="35576" y="277511"/>
                </a:lnTo>
                <a:lnTo>
                  <a:pt x="0" y="285083"/>
                </a:lnTo>
                <a:lnTo>
                  <a:pt x="42053" y="138970"/>
                </a:lnTo>
                <a:close/>
                <a:moveTo>
                  <a:pt x="88440" y="193929"/>
                </a:moveTo>
                <a:lnTo>
                  <a:pt x="72819" y="144923"/>
                </a:lnTo>
                <a:lnTo>
                  <a:pt x="57198" y="200597"/>
                </a:lnTo>
                <a:lnTo>
                  <a:pt x="88488" y="193929"/>
                </a:lnTo>
                <a:close/>
                <a:moveTo>
                  <a:pt x="214646" y="242173"/>
                </a:moveTo>
                <a:cubicBezTo>
                  <a:pt x="168307" y="252031"/>
                  <a:pt x="148733" y="235553"/>
                  <a:pt x="148733" y="199930"/>
                </a:cubicBezTo>
                <a:lnTo>
                  <a:pt x="183738" y="192500"/>
                </a:lnTo>
                <a:cubicBezTo>
                  <a:pt x="183738" y="211979"/>
                  <a:pt x="190977" y="217599"/>
                  <a:pt x="215408" y="212408"/>
                </a:cubicBezTo>
                <a:cubicBezTo>
                  <a:pt x="231982" y="208883"/>
                  <a:pt x="239030" y="203883"/>
                  <a:pt x="239030" y="195310"/>
                </a:cubicBezTo>
                <a:cubicBezTo>
                  <a:pt x="239030" y="190452"/>
                  <a:pt x="235315" y="187547"/>
                  <a:pt x="227886" y="187166"/>
                </a:cubicBezTo>
                <a:lnTo>
                  <a:pt x="183975" y="184452"/>
                </a:lnTo>
                <a:cubicBezTo>
                  <a:pt x="161258" y="182880"/>
                  <a:pt x="154210" y="170545"/>
                  <a:pt x="154210" y="153210"/>
                </a:cubicBezTo>
                <a:cubicBezTo>
                  <a:pt x="154210" y="126540"/>
                  <a:pt x="173212" y="108299"/>
                  <a:pt x="207645" y="101013"/>
                </a:cubicBezTo>
                <a:cubicBezTo>
                  <a:pt x="248603" y="92297"/>
                  <a:pt x="268891" y="108252"/>
                  <a:pt x="268891" y="138017"/>
                </a:cubicBezTo>
                <a:lnTo>
                  <a:pt x="234077" y="145399"/>
                </a:lnTo>
                <a:cubicBezTo>
                  <a:pt x="234077" y="130635"/>
                  <a:pt x="226076" y="126111"/>
                  <a:pt x="208217" y="129873"/>
                </a:cubicBezTo>
                <a:cubicBezTo>
                  <a:pt x="195739" y="132540"/>
                  <a:pt x="189215" y="137208"/>
                  <a:pt x="189215" y="145018"/>
                </a:cubicBezTo>
                <a:cubicBezTo>
                  <a:pt x="189215" y="148923"/>
                  <a:pt x="191262" y="151781"/>
                  <a:pt x="199454" y="152352"/>
                </a:cubicBezTo>
                <a:lnTo>
                  <a:pt x="242078" y="154400"/>
                </a:lnTo>
                <a:cubicBezTo>
                  <a:pt x="263843" y="155400"/>
                  <a:pt x="273891" y="166306"/>
                  <a:pt x="273891" y="186357"/>
                </a:cubicBezTo>
                <a:cubicBezTo>
                  <a:pt x="273891" y="212408"/>
                  <a:pt x="256747" y="233172"/>
                  <a:pt x="214694" y="242125"/>
                </a:cubicBezTo>
                <a:moveTo>
                  <a:pt x="283702" y="156115"/>
                </a:moveTo>
                <a:cubicBezTo>
                  <a:pt x="283702" y="115633"/>
                  <a:pt x="310325" y="79248"/>
                  <a:pt x="353330" y="70104"/>
                </a:cubicBezTo>
                <a:cubicBezTo>
                  <a:pt x="390906" y="62103"/>
                  <a:pt x="415862" y="78010"/>
                  <a:pt x="419767" y="111633"/>
                </a:cubicBezTo>
                <a:lnTo>
                  <a:pt x="384953" y="119015"/>
                </a:lnTo>
                <a:cubicBezTo>
                  <a:pt x="382143" y="104823"/>
                  <a:pt x="370047" y="98631"/>
                  <a:pt x="353473" y="102156"/>
                </a:cubicBezTo>
                <a:cubicBezTo>
                  <a:pt x="333185" y="106490"/>
                  <a:pt x="318659" y="121634"/>
                  <a:pt x="318659" y="148638"/>
                </a:cubicBezTo>
                <a:cubicBezTo>
                  <a:pt x="318659" y="175879"/>
                  <a:pt x="333185" y="184833"/>
                  <a:pt x="353473" y="180546"/>
                </a:cubicBezTo>
                <a:cubicBezTo>
                  <a:pt x="370047" y="177022"/>
                  <a:pt x="382143" y="165497"/>
                  <a:pt x="384953" y="150114"/>
                </a:cubicBezTo>
                <a:lnTo>
                  <a:pt x="419767" y="142732"/>
                </a:lnTo>
                <a:cubicBezTo>
                  <a:pt x="415862" y="178213"/>
                  <a:pt x="390906" y="204692"/>
                  <a:pt x="353330" y="212693"/>
                </a:cubicBezTo>
                <a:cubicBezTo>
                  <a:pt x="310325" y="221837"/>
                  <a:pt x="283702" y="196739"/>
                  <a:pt x="283702" y="156115"/>
                </a:cubicBezTo>
                <a:moveTo>
                  <a:pt x="436340" y="55150"/>
                </a:moveTo>
                <a:lnTo>
                  <a:pt x="540782" y="32956"/>
                </a:lnTo>
                <a:lnTo>
                  <a:pt x="540782" y="63865"/>
                </a:lnTo>
                <a:cubicBezTo>
                  <a:pt x="540782" y="63865"/>
                  <a:pt x="470440" y="78819"/>
                  <a:pt x="470440" y="78819"/>
                </a:cubicBezTo>
                <a:lnTo>
                  <a:pt x="470440" y="101775"/>
                </a:lnTo>
                <a:cubicBezTo>
                  <a:pt x="470440" y="101775"/>
                  <a:pt x="531495" y="88821"/>
                  <a:pt x="531495" y="88821"/>
                </a:cubicBezTo>
                <a:lnTo>
                  <a:pt x="531495" y="118015"/>
                </a:lnTo>
                <a:cubicBezTo>
                  <a:pt x="531495" y="118015"/>
                  <a:pt x="470440" y="131016"/>
                  <a:pt x="470440" y="131016"/>
                </a:cubicBezTo>
                <a:lnTo>
                  <a:pt x="470440" y="154162"/>
                </a:lnTo>
                <a:cubicBezTo>
                  <a:pt x="470440" y="154162"/>
                  <a:pt x="540782" y="139208"/>
                  <a:pt x="540782" y="139208"/>
                </a:cubicBezTo>
                <a:lnTo>
                  <a:pt x="540782" y="170117"/>
                </a:lnTo>
                <a:cubicBezTo>
                  <a:pt x="540782" y="170117"/>
                  <a:pt x="436340" y="192310"/>
                  <a:pt x="436340" y="192310"/>
                </a:cubicBezTo>
                <a:lnTo>
                  <a:pt x="436340" y="55150"/>
                </a:lnTo>
                <a:close/>
                <a:moveTo>
                  <a:pt x="561308" y="28623"/>
                </a:moveTo>
                <a:lnTo>
                  <a:pt x="625173" y="15049"/>
                </a:lnTo>
                <a:lnTo>
                  <a:pt x="662035" y="133112"/>
                </a:lnTo>
                <a:lnTo>
                  <a:pt x="662035" y="7239"/>
                </a:lnTo>
                <a:cubicBezTo>
                  <a:pt x="662035" y="7239"/>
                  <a:pt x="695897" y="48"/>
                  <a:pt x="695897" y="48"/>
                </a:cubicBezTo>
                <a:lnTo>
                  <a:pt x="695897" y="137208"/>
                </a:lnTo>
                <a:cubicBezTo>
                  <a:pt x="695897" y="137208"/>
                  <a:pt x="632032" y="150781"/>
                  <a:pt x="632032" y="150781"/>
                </a:cubicBezTo>
                <a:lnTo>
                  <a:pt x="595170" y="32718"/>
                </a:lnTo>
                <a:lnTo>
                  <a:pt x="595170" y="158591"/>
                </a:lnTo>
                <a:cubicBezTo>
                  <a:pt x="595170" y="158591"/>
                  <a:pt x="561308" y="165783"/>
                  <a:pt x="561308" y="165783"/>
                </a:cubicBezTo>
                <a:lnTo>
                  <a:pt x="561308" y="28623"/>
                </a:lnTo>
                <a:close/>
              </a:path>
            </a:pathLst>
          </a:custGeom>
          <a:solidFill>
            <a:srgbClr val="FFFFFF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AU" sz="2400"/>
          </a:p>
        </p:txBody>
      </p:sp>
      <p:sp>
        <p:nvSpPr>
          <p:cNvPr id="33" name="Google Shape;10;p2">
            <a:extLst>
              <a:ext uri="{FF2B5EF4-FFF2-40B4-BE49-F238E27FC236}">
                <a16:creationId xmlns:a16="http://schemas.microsoft.com/office/drawing/2014/main" id="{D543CF40-CA6C-AB12-3735-CF8AC652A54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415610" y="2930237"/>
            <a:ext cx="4610203" cy="689187"/>
          </a:xfrm>
          <a:prstGeom prst="rect">
            <a:avLst/>
          </a:prstGeom>
        </p:spPr>
        <p:txBody>
          <a:bodyPr spcFirstLastPara="1" wrap="square" lIns="90000" tIns="90000" rIns="90000" bIns="36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733" b="1">
                <a:solidFill>
                  <a:schemeClr val="tx1"/>
                </a:solidFill>
                <a:latin typeface="PP Neue Machina Plain Ultrabold" pitchFamily="50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IN"/>
              <a:t>Section Title</a:t>
            </a:r>
            <a:endParaRPr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7A7E5E8-BE49-EF88-3BBF-34F70B6163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885" y="1986280"/>
            <a:ext cx="1763183" cy="689187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7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N"/>
              <a:t>01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877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70EA9-D2AF-9A09-EEFA-388294C307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938531"/>
            <a:ext cx="12195175" cy="5919469"/>
          </a:xfrm>
          <a:custGeom>
            <a:avLst/>
            <a:gdLst>
              <a:gd name="connsiteX0" fmla="*/ 0 w 9144000"/>
              <a:gd name="connsiteY0" fmla="*/ 0 h 2270297"/>
              <a:gd name="connsiteX1" fmla="*/ 9144000 w 9144000"/>
              <a:gd name="connsiteY1" fmla="*/ 0 h 2270297"/>
              <a:gd name="connsiteX2" fmla="*/ 9144000 w 9144000"/>
              <a:gd name="connsiteY2" fmla="*/ 2270297 h 2270297"/>
              <a:gd name="connsiteX3" fmla="*/ 0 w 9144000"/>
              <a:gd name="connsiteY3" fmla="*/ 2270297 h 2270297"/>
              <a:gd name="connsiteX4" fmla="*/ 0 w 9144000"/>
              <a:gd name="connsiteY4" fmla="*/ 0 h 2270297"/>
              <a:gd name="connsiteX0" fmla="*/ 0 w 9144000"/>
              <a:gd name="connsiteY0" fmla="*/ 5542 h 2275839"/>
              <a:gd name="connsiteX1" fmla="*/ 7642860 w 9144000"/>
              <a:gd name="connsiteY1" fmla="*/ 0 h 2275839"/>
              <a:gd name="connsiteX2" fmla="*/ 9144000 w 9144000"/>
              <a:gd name="connsiteY2" fmla="*/ 5542 h 2275839"/>
              <a:gd name="connsiteX3" fmla="*/ 9144000 w 9144000"/>
              <a:gd name="connsiteY3" fmla="*/ 2275839 h 2275839"/>
              <a:gd name="connsiteX4" fmla="*/ 0 w 9144000"/>
              <a:gd name="connsiteY4" fmla="*/ 2275839 h 2275839"/>
              <a:gd name="connsiteX5" fmla="*/ 0 w 9144000"/>
              <a:gd name="connsiteY5" fmla="*/ 5542 h 2275839"/>
              <a:gd name="connsiteX0" fmla="*/ 0 w 9144000"/>
              <a:gd name="connsiteY0" fmla="*/ 5542 h 2275839"/>
              <a:gd name="connsiteX1" fmla="*/ 7642860 w 9144000"/>
              <a:gd name="connsiteY1" fmla="*/ 0 h 2275839"/>
              <a:gd name="connsiteX2" fmla="*/ 8877300 w 9144000"/>
              <a:gd name="connsiteY2" fmla="*/ 0 h 2275839"/>
              <a:gd name="connsiteX3" fmla="*/ 9144000 w 9144000"/>
              <a:gd name="connsiteY3" fmla="*/ 5542 h 2275839"/>
              <a:gd name="connsiteX4" fmla="*/ 9144000 w 9144000"/>
              <a:gd name="connsiteY4" fmla="*/ 2275839 h 2275839"/>
              <a:gd name="connsiteX5" fmla="*/ 0 w 9144000"/>
              <a:gd name="connsiteY5" fmla="*/ 2275839 h 2275839"/>
              <a:gd name="connsiteX6" fmla="*/ 0 w 9144000"/>
              <a:gd name="connsiteY6" fmla="*/ 5542 h 2275839"/>
              <a:gd name="connsiteX0" fmla="*/ 0 w 9144000"/>
              <a:gd name="connsiteY0" fmla="*/ 13162 h 2283459"/>
              <a:gd name="connsiteX1" fmla="*/ 7642860 w 9144000"/>
              <a:gd name="connsiteY1" fmla="*/ 7620 h 2283459"/>
              <a:gd name="connsiteX2" fmla="*/ 8282940 w 9144000"/>
              <a:gd name="connsiteY2" fmla="*/ 0 h 2283459"/>
              <a:gd name="connsiteX3" fmla="*/ 8877300 w 9144000"/>
              <a:gd name="connsiteY3" fmla="*/ 7620 h 2283459"/>
              <a:gd name="connsiteX4" fmla="*/ 9144000 w 9144000"/>
              <a:gd name="connsiteY4" fmla="*/ 13162 h 2283459"/>
              <a:gd name="connsiteX5" fmla="*/ 9144000 w 9144000"/>
              <a:gd name="connsiteY5" fmla="*/ 2283459 h 2283459"/>
              <a:gd name="connsiteX6" fmla="*/ 0 w 9144000"/>
              <a:gd name="connsiteY6" fmla="*/ 2283459 h 2283459"/>
              <a:gd name="connsiteX7" fmla="*/ 0 w 9144000"/>
              <a:gd name="connsiteY7" fmla="*/ 13162 h 2283459"/>
              <a:gd name="connsiteX0" fmla="*/ 0 w 9144000"/>
              <a:gd name="connsiteY0" fmla="*/ 150322 h 2420619"/>
              <a:gd name="connsiteX1" fmla="*/ 7642860 w 9144000"/>
              <a:gd name="connsiteY1" fmla="*/ 144780 h 2420619"/>
              <a:gd name="connsiteX2" fmla="*/ 8260080 w 9144000"/>
              <a:gd name="connsiteY2" fmla="*/ 0 h 2420619"/>
              <a:gd name="connsiteX3" fmla="*/ 8877300 w 9144000"/>
              <a:gd name="connsiteY3" fmla="*/ 144780 h 2420619"/>
              <a:gd name="connsiteX4" fmla="*/ 9144000 w 9144000"/>
              <a:gd name="connsiteY4" fmla="*/ 150322 h 2420619"/>
              <a:gd name="connsiteX5" fmla="*/ 9144000 w 9144000"/>
              <a:gd name="connsiteY5" fmla="*/ 2420619 h 2420619"/>
              <a:gd name="connsiteX6" fmla="*/ 0 w 9144000"/>
              <a:gd name="connsiteY6" fmla="*/ 2420619 h 2420619"/>
              <a:gd name="connsiteX7" fmla="*/ 0 w 9144000"/>
              <a:gd name="connsiteY7" fmla="*/ 150322 h 2420619"/>
              <a:gd name="connsiteX0" fmla="*/ 0 w 9144000"/>
              <a:gd name="connsiteY0" fmla="*/ 150322 h 2420619"/>
              <a:gd name="connsiteX1" fmla="*/ 7609523 w 9144000"/>
              <a:gd name="connsiteY1" fmla="*/ 140017 h 2420619"/>
              <a:gd name="connsiteX2" fmla="*/ 8260080 w 9144000"/>
              <a:gd name="connsiteY2" fmla="*/ 0 h 2420619"/>
              <a:gd name="connsiteX3" fmla="*/ 8877300 w 9144000"/>
              <a:gd name="connsiteY3" fmla="*/ 144780 h 2420619"/>
              <a:gd name="connsiteX4" fmla="*/ 9144000 w 9144000"/>
              <a:gd name="connsiteY4" fmla="*/ 150322 h 2420619"/>
              <a:gd name="connsiteX5" fmla="*/ 9144000 w 9144000"/>
              <a:gd name="connsiteY5" fmla="*/ 2420619 h 2420619"/>
              <a:gd name="connsiteX6" fmla="*/ 0 w 9144000"/>
              <a:gd name="connsiteY6" fmla="*/ 2420619 h 2420619"/>
              <a:gd name="connsiteX7" fmla="*/ 0 w 9144000"/>
              <a:gd name="connsiteY7" fmla="*/ 150322 h 2420619"/>
              <a:gd name="connsiteX0" fmla="*/ 0 w 9144000"/>
              <a:gd name="connsiteY0" fmla="*/ 150322 h 2420619"/>
              <a:gd name="connsiteX1" fmla="*/ 7609523 w 9144000"/>
              <a:gd name="connsiteY1" fmla="*/ 140017 h 2420619"/>
              <a:gd name="connsiteX2" fmla="*/ 8260080 w 9144000"/>
              <a:gd name="connsiteY2" fmla="*/ 0 h 2420619"/>
              <a:gd name="connsiteX3" fmla="*/ 8893969 w 9144000"/>
              <a:gd name="connsiteY3" fmla="*/ 144780 h 2420619"/>
              <a:gd name="connsiteX4" fmla="*/ 9144000 w 9144000"/>
              <a:gd name="connsiteY4" fmla="*/ 150322 h 2420619"/>
              <a:gd name="connsiteX5" fmla="*/ 9144000 w 9144000"/>
              <a:gd name="connsiteY5" fmla="*/ 2420619 h 2420619"/>
              <a:gd name="connsiteX6" fmla="*/ 0 w 9144000"/>
              <a:gd name="connsiteY6" fmla="*/ 2420619 h 2420619"/>
              <a:gd name="connsiteX7" fmla="*/ 0 w 9144000"/>
              <a:gd name="connsiteY7" fmla="*/ 150322 h 2420619"/>
              <a:gd name="connsiteX0" fmla="*/ 0 w 9144000"/>
              <a:gd name="connsiteY0" fmla="*/ 150322 h 2420619"/>
              <a:gd name="connsiteX1" fmla="*/ 7602379 w 9144000"/>
              <a:gd name="connsiteY1" fmla="*/ 147161 h 2420619"/>
              <a:gd name="connsiteX2" fmla="*/ 8260080 w 9144000"/>
              <a:gd name="connsiteY2" fmla="*/ 0 h 2420619"/>
              <a:gd name="connsiteX3" fmla="*/ 8893969 w 9144000"/>
              <a:gd name="connsiteY3" fmla="*/ 144780 h 2420619"/>
              <a:gd name="connsiteX4" fmla="*/ 9144000 w 9144000"/>
              <a:gd name="connsiteY4" fmla="*/ 150322 h 2420619"/>
              <a:gd name="connsiteX5" fmla="*/ 9144000 w 9144000"/>
              <a:gd name="connsiteY5" fmla="*/ 2420619 h 2420619"/>
              <a:gd name="connsiteX6" fmla="*/ 0 w 9144000"/>
              <a:gd name="connsiteY6" fmla="*/ 2420619 h 2420619"/>
              <a:gd name="connsiteX7" fmla="*/ 0 w 9144000"/>
              <a:gd name="connsiteY7" fmla="*/ 150322 h 2420619"/>
              <a:gd name="connsiteX0" fmla="*/ 0 w 9144000"/>
              <a:gd name="connsiteY0" fmla="*/ 150322 h 2420619"/>
              <a:gd name="connsiteX1" fmla="*/ 7576185 w 9144000"/>
              <a:gd name="connsiteY1" fmla="*/ 144780 h 2420619"/>
              <a:gd name="connsiteX2" fmla="*/ 8260080 w 9144000"/>
              <a:gd name="connsiteY2" fmla="*/ 0 h 2420619"/>
              <a:gd name="connsiteX3" fmla="*/ 8893969 w 9144000"/>
              <a:gd name="connsiteY3" fmla="*/ 144780 h 2420619"/>
              <a:gd name="connsiteX4" fmla="*/ 9144000 w 9144000"/>
              <a:gd name="connsiteY4" fmla="*/ 150322 h 2420619"/>
              <a:gd name="connsiteX5" fmla="*/ 9144000 w 9144000"/>
              <a:gd name="connsiteY5" fmla="*/ 2420619 h 2420619"/>
              <a:gd name="connsiteX6" fmla="*/ 0 w 9144000"/>
              <a:gd name="connsiteY6" fmla="*/ 2420619 h 2420619"/>
              <a:gd name="connsiteX7" fmla="*/ 0 w 9144000"/>
              <a:gd name="connsiteY7" fmla="*/ 150322 h 2420619"/>
              <a:gd name="connsiteX0" fmla="*/ 0 w 9144000"/>
              <a:gd name="connsiteY0" fmla="*/ 150322 h 2420619"/>
              <a:gd name="connsiteX1" fmla="*/ 7576185 w 9144000"/>
              <a:gd name="connsiteY1" fmla="*/ 144780 h 2420619"/>
              <a:gd name="connsiteX2" fmla="*/ 8260080 w 9144000"/>
              <a:gd name="connsiteY2" fmla="*/ 0 h 2420619"/>
              <a:gd name="connsiteX3" fmla="*/ 8893969 w 9144000"/>
              <a:gd name="connsiteY3" fmla="*/ 149543 h 2420619"/>
              <a:gd name="connsiteX4" fmla="*/ 9144000 w 9144000"/>
              <a:gd name="connsiteY4" fmla="*/ 150322 h 2420619"/>
              <a:gd name="connsiteX5" fmla="*/ 9144000 w 9144000"/>
              <a:gd name="connsiteY5" fmla="*/ 2420619 h 2420619"/>
              <a:gd name="connsiteX6" fmla="*/ 0 w 9144000"/>
              <a:gd name="connsiteY6" fmla="*/ 2420619 h 2420619"/>
              <a:gd name="connsiteX7" fmla="*/ 0 w 9144000"/>
              <a:gd name="connsiteY7" fmla="*/ 150322 h 2420619"/>
              <a:gd name="connsiteX0" fmla="*/ 0 w 9144000"/>
              <a:gd name="connsiteY0" fmla="*/ 150322 h 2420619"/>
              <a:gd name="connsiteX1" fmla="*/ 7576185 w 9144000"/>
              <a:gd name="connsiteY1" fmla="*/ 144780 h 2420619"/>
              <a:gd name="connsiteX2" fmla="*/ 8260080 w 9144000"/>
              <a:gd name="connsiteY2" fmla="*/ 0 h 2420619"/>
              <a:gd name="connsiteX3" fmla="*/ 8936831 w 9144000"/>
              <a:gd name="connsiteY3" fmla="*/ 151924 h 2420619"/>
              <a:gd name="connsiteX4" fmla="*/ 9144000 w 9144000"/>
              <a:gd name="connsiteY4" fmla="*/ 150322 h 2420619"/>
              <a:gd name="connsiteX5" fmla="*/ 9144000 w 9144000"/>
              <a:gd name="connsiteY5" fmla="*/ 2420619 h 2420619"/>
              <a:gd name="connsiteX6" fmla="*/ 0 w 9144000"/>
              <a:gd name="connsiteY6" fmla="*/ 2420619 h 2420619"/>
              <a:gd name="connsiteX7" fmla="*/ 0 w 9144000"/>
              <a:gd name="connsiteY7" fmla="*/ 150322 h 2420619"/>
              <a:gd name="connsiteX0" fmla="*/ 0 w 9146381"/>
              <a:gd name="connsiteY0" fmla="*/ 150322 h 2420619"/>
              <a:gd name="connsiteX1" fmla="*/ 7576185 w 9146381"/>
              <a:gd name="connsiteY1" fmla="*/ 144780 h 2420619"/>
              <a:gd name="connsiteX2" fmla="*/ 8260080 w 9146381"/>
              <a:gd name="connsiteY2" fmla="*/ 0 h 2420619"/>
              <a:gd name="connsiteX3" fmla="*/ 8936831 w 9146381"/>
              <a:gd name="connsiteY3" fmla="*/ 151924 h 2420619"/>
              <a:gd name="connsiteX4" fmla="*/ 9146381 w 9146381"/>
              <a:gd name="connsiteY4" fmla="*/ 147941 h 2420619"/>
              <a:gd name="connsiteX5" fmla="*/ 9144000 w 9146381"/>
              <a:gd name="connsiteY5" fmla="*/ 2420619 h 2420619"/>
              <a:gd name="connsiteX6" fmla="*/ 0 w 9146381"/>
              <a:gd name="connsiteY6" fmla="*/ 2420619 h 2420619"/>
              <a:gd name="connsiteX7" fmla="*/ 0 w 9146381"/>
              <a:gd name="connsiteY7" fmla="*/ 150322 h 2420619"/>
              <a:gd name="connsiteX0" fmla="*/ 0 w 9146381"/>
              <a:gd name="connsiteY0" fmla="*/ 150322 h 2420619"/>
              <a:gd name="connsiteX1" fmla="*/ 7576185 w 9146381"/>
              <a:gd name="connsiteY1" fmla="*/ 144780 h 2420619"/>
              <a:gd name="connsiteX2" fmla="*/ 8260080 w 9146381"/>
              <a:gd name="connsiteY2" fmla="*/ 0 h 2420619"/>
              <a:gd name="connsiteX3" fmla="*/ 8936831 w 9146381"/>
              <a:gd name="connsiteY3" fmla="*/ 147162 h 2420619"/>
              <a:gd name="connsiteX4" fmla="*/ 9146381 w 9146381"/>
              <a:gd name="connsiteY4" fmla="*/ 147941 h 2420619"/>
              <a:gd name="connsiteX5" fmla="*/ 9144000 w 9146381"/>
              <a:gd name="connsiteY5" fmla="*/ 2420619 h 2420619"/>
              <a:gd name="connsiteX6" fmla="*/ 0 w 9146381"/>
              <a:gd name="connsiteY6" fmla="*/ 2420619 h 2420619"/>
              <a:gd name="connsiteX7" fmla="*/ 0 w 9146381"/>
              <a:gd name="connsiteY7" fmla="*/ 150322 h 2420619"/>
              <a:gd name="connsiteX0" fmla="*/ 0 w 9146381"/>
              <a:gd name="connsiteY0" fmla="*/ 150322 h 2420619"/>
              <a:gd name="connsiteX1" fmla="*/ 7566660 w 9146381"/>
              <a:gd name="connsiteY1" fmla="*/ 142399 h 2420619"/>
              <a:gd name="connsiteX2" fmla="*/ 8260080 w 9146381"/>
              <a:gd name="connsiteY2" fmla="*/ 0 h 2420619"/>
              <a:gd name="connsiteX3" fmla="*/ 8936831 w 9146381"/>
              <a:gd name="connsiteY3" fmla="*/ 147162 h 2420619"/>
              <a:gd name="connsiteX4" fmla="*/ 9146381 w 9146381"/>
              <a:gd name="connsiteY4" fmla="*/ 147941 h 2420619"/>
              <a:gd name="connsiteX5" fmla="*/ 9144000 w 9146381"/>
              <a:gd name="connsiteY5" fmla="*/ 2420619 h 2420619"/>
              <a:gd name="connsiteX6" fmla="*/ 0 w 9146381"/>
              <a:gd name="connsiteY6" fmla="*/ 2420619 h 2420619"/>
              <a:gd name="connsiteX7" fmla="*/ 0 w 9146381"/>
              <a:gd name="connsiteY7" fmla="*/ 150322 h 2420619"/>
              <a:gd name="connsiteX0" fmla="*/ 0 w 9146381"/>
              <a:gd name="connsiteY0" fmla="*/ 155084 h 2425381"/>
              <a:gd name="connsiteX1" fmla="*/ 7566660 w 9146381"/>
              <a:gd name="connsiteY1" fmla="*/ 147161 h 2425381"/>
              <a:gd name="connsiteX2" fmla="*/ 8250555 w 9146381"/>
              <a:gd name="connsiteY2" fmla="*/ 0 h 2425381"/>
              <a:gd name="connsiteX3" fmla="*/ 8936831 w 9146381"/>
              <a:gd name="connsiteY3" fmla="*/ 151924 h 2425381"/>
              <a:gd name="connsiteX4" fmla="*/ 9146381 w 9146381"/>
              <a:gd name="connsiteY4" fmla="*/ 152703 h 2425381"/>
              <a:gd name="connsiteX5" fmla="*/ 9144000 w 9146381"/>
              <a:gd name="connsiteY5" fmla="*/ 2425381 h 2425381"/>
              <a:gd name="connsiteX6" fmla="*/ 0 w 9146381"/>
              <a:gd name="connsiteY6" fmla="*/ 2425381 h 2425381"/>
              <a:gd name="connsiteX7" fmla="*/ 0 w 9146381"/>
              <a:gd name="connsiteY7" fmla="*/ 155084 h 2425381"/>
              <a:gd name="connsiteX0" fmla="*/ 0 w 9146381"/>
              <a:gd name="connsiteY0" fmla="*/ 82234 h 2425381"/>
              <a:gd name="connsiteX1" fmla="*/ 7566660 w 9146381"/>
              <a:gd name="connsiteY1" fmla="*/ 147161 h 2425381"/>
              <a:gd name="connsiteX2" fmla="*/ 8250555 w 9146381"/>
              <a:gd name="connsiteY2" fmla="*/ 0 h 2425381"/>
              <a:gd name="connsiteX3" fmla="*/ 8936831 w 9146381"/>
              <a:gd name="connsiteY3" fmla="*/ 151924 h 2425381"/>
              <a:gd name="connsiteX4" fmla="*/ 9146381 w 9146381"/>
              <a:gd name="connsiteY4" fmla="*/ 152703 h 2425381"/>
              <a:gd name="connsiteX5" fmla="*/ 9144000 w 9146381"/>
              <a:gd name="connsiteY5" fmla="*/ 2425381 h 2425381"/>
              <a:gd name="connsiteX6" fmla="*/ 0 w 9146381"/>
              <a:gd name="connsiteY6" fmla="*/ 2425381 h 2425381"/>
              <a:gd name="connsiteX7" fmla="*/ 0 w 9146381"/>
              <a:gd name="connsiteY7" fmla="*/ 82234 h 2425381"/>
              <a:gd name="connsiteX0" fmla="*/ 0 w 9146381"/>
              <a:gd name="connsiteY0" fmla="*/ 82234 h 2425381"/>
              <a:gd name="connsiteX1" fmla="*/ 7566660 w 9146381"/>
              <a:gd name="connsiteY1" fmla="*/ 147161 h 2425381"/>
              <a:gd name="connsiteX2" fmla="*/ 8250555 w 9146381"/>
              <a:gd name="connsiteY2" fmla="*/ 0 h 2425381"/>
              <a:gd name="connsiteX3" fmla="*/ 8936831 w 9146381"/>
              <a:gd name="connsiteY3" fmla="*/ 151924 h 2425381"/>
              <a:gd name="connsiteX4" fmla="*/ 9146381 w 9146381"/>
              <a:gd name="connsiteY4" fmla="*/ 79853 h 2425381"/>
              <a:gd name="connsiteX5" fmla="*/ 9144000 w 9146381"/>
              <a:gd name="connsiteY5" fmla="*/ 2425381 h 2425381"/>
              <a:gd name="connsiteX6" fmla="*/ 0 w 9146381"/>
              <a:gd name="connsiteY6" fmla="*/ 2425381 h 2425381"/>
              <a:gd name="connsiteX7" fmla="*/ 0 w 9146381"/>
              <a:gd name="connsiteY7" fmla="*/ 82234 h 2425381"/>
              <a:gd name="connsiteX0" fmla="*/ 0 w 9146381"/>
              <a:gd name="connsiteY0" fmla="*/ 82234 h 2425381"/>
              <a:gd name="connsiteX1" fmla="*/ 7566660 w 9146381"/>
              <a:gd name="connsiteY1" fmla="*/ 147161 h 2425381"/>
              <a:gd name="connsiteX2" fmla="*/ 8250555 w 9146381"/>
              <a:gd name="connsiteY2" fmla="*/ 0 h 2425381"/>
              <a:gd name="connsiteX3" fmla="*/ 8924131 w 9146381"/>
              <a:gd name="connsiteY3" fmla="*/ 86012 h 2425381"/>
              <a:gd name="connsiteX4" fmla="*/ 9146381 w 9146381"/>
              <a:gd name="connsiteY4" fmla="*/ 79853 h 2425381"/>
              <a:gd name="connsiteX5" fmla="*/ 9144000 w 9146381"/>
              <a:gd name="connsiteY5" fmla="*/ 2425381 h 2425381"/>
              <a:gd name="connsiteX6" fmla="*/ 0 w 9146381"/>
              <a:gd name="connsiteY6" fmla="*/ 2425381 h 2425381"/>
              <a:gd name="connsiteX7" fmla="*/ 0 w 9146381"/>
              <a:gd name="connsiteY7" fmla="*/ 82234 h 2425381"/>
              <a:gd name="connsiteX0" fmla="*/ 0 w 9146381"/>
              <a:gd name="connsiteY0" fmla="*/ 82234 h 2425381"/>
              <a:gd name="connsiteX1" fmla="*/ 7566660 w 9146381"/>
              <a:gd name="connsiteY1" fmla="*/ 74311 h 2425381"/>
              <a:gd name="connsiteX2" fmla="*/ 8250555 w 9146381"/>
              <a:gd name="connsiteY2" fmla="*/ 0 h 2425381"/>
              <a:gd name="connsiteX3" fmla="*/ 8924131 w 9146381"/>
              <a:gd name="connsiteY3" fmla="*/ 86012 h 2425381"/>
              <a:gd name="connsiteX4" fmla="*/ 9146381 w 9146381"/>
              <a:gd name="connsiteY4" fmla="*/ 79853 h 2425381"/>
              <a:gd name="connsiteX5" fmla="*/ 9144000 w 9146381"/>
              <a:gd name="connsiteY5" fmla="*/ 2425381 h 2425381"/>
              <a:gd name="connsiteX6" fmla="*/ 0 w 9146381"/>
              <a:gd name="connsiteY6" fmla="*/ 2425381 h 2425381"/>
              <a:gd name="connsiteX7" fmla="*/ 0 w 9146381"/>
              <a:gd name="connsiteY7" fmla="*/ 82234 h 2425381"/>
              <a:gd name="connsiteX0" fmla="*/ 0 w 9146381"/>
              <a:gd name="connsiteY0" fmla="*/ 82234 h 2425381"/>
              <a:gd name="connsiteX1" fmla="*/ 7566660 w 9146381"/>
              <a:gd name="connsiteY1" fmla="*/ 74311 h 2425381"/>
              <a:gd name="connsiteX2" fmla="*/ 8250555 w 9146381"/>
              <a:gd name="connsiteY2" fmla="*/ 0 h 2425381"/>
              <a:gd name="connsiteX3" fmla="*/ 8927306 w 9146381"/>
              <a:gd name="connsiteY3" fmla="*/ 80808 h 2425381"/>
              <a:gd name="connsiteX4" fmla="*/ 9146381 w 9146381"/>
              <a:gd name="connsiteY4" fmla="*/ 79853 h 2425381"/>
              <a:gd name="connsiteX5" fmla="*/ 9144000 w 9146381"/>
              <a:gd name="connsiteY5" fmla="*/ 2425381 h 2425381"/>
              <a:gd name="connsiteX6" fmla="*/ 0 w 9146381"/>
              <a:gd name="connsiteY6" fmla="*/ 2425381 h 2425381"/>
              <a:gd name="connsiteX7" fmla="*/ 0 w 9146381"/>
              <a:gd name="connsiteY7" fmla="*/ 82234 h 2425381"/>
              <a:gd name="connsiteX0" fmla="*/ 0 w 9146381"/>
              <a:gd name="connsiteY0" fmla="*/ 82234 h 2425381"/>
              <a:gd name="connsiteX1" fmla="*/ 7566660 w 9146381"/>
              <a:gd name="connsiteY1" fmla="*/ 74311 h 2425381"/>
              <a:gd name="connsiteX2" fmla="*/ 8250555 w 9146381"/>
              <a:gd name="connsiteY2" fmla="*/ 0 h 2425381"/>
              <a:gd name="connsiteX3" fmla="*/ 8927306 w 9146381"/>
              <a:gd name="connsiteY3" fmla="*/ 80808 h 2425381"/>
              <a:gd name="connsiteX4" fmla="*/ 9146381 w 9146381"/>
              <a:gd name="connsiteY4" fmla="*/ 85057 h 2425381"/>
              <a:gd name="connsiteX5" fmla="*/ 9144000 w 9146381"/>
              <a:gd name="connsiteY5" fmla="*/ 2425381 h 2425381"/>
              <a:gd name="connsiteX6" fmla="*/ 0 w 9146381"/>
              <a:gd name="connsiteY6" fmla="*/ 2425381 h 2425381"/>
              <a:gd name="connsiteX7" fmla="*/ 0 w 9146381"/>
              <a:gd name="connsiteY7" fmla="*/ 82234 h 2425381"/>
              <a:gd name="connsiteX0" fmla="*/ 0 w 9146381"/>
              <a:gd name="connsiteY0" fmla="*/ 82234 h 2425381"/>
              <a:gd name="connsiteX1" fmla="*/ 7566660 w 9146381"/>
              <a:gd name="connsiteY1" fmla="*/ 74311 h 2425381"/>
              <a:gd name="connsiteX2" fmla="*/ 8250555 w 9146381"/>
              <a:gd name="connsiteY2" fmla="*/ 0 h 2425381"/>
              <a:gd name="connsiteX3" fmla="*/ 8927306 w 9146381"/>
              <a:gd name="connsiteY3" fmla="*/ 80808 h 2425381"/>
              <a:gd name="connsiteX4" fmla="*/ 9146381 w 9146381"/>
              <a:gd name="connsiteY4" fmla="*/ 79854 h 2425381"/>
              <a:gd name="connsiteX5" fmla="*/ 9144000 w 9146381"/>
              <a:gd name="connsiteY5" fmla="*/ 2425381 h 2425381"/>
              <a:gd name="connsiteX6" fmla="*/ 0 w 9146381"/>
              <a:gd name="connsiteY6" fmla="*/ 2425381 h 2425381"/>
              <a:gd name="connsiteX7" fmla="*/ 0 w 9146381"/>
              <a:gd name="connsiteY7" fmla="*/ 82234 h 24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6381" h="2425381">
                <a:moveTo>
                  <a:pt x="0" y="82234"/>
                </a:moveTo>
                <a:lnTo>
                  <a:pt x="7566660" y="74311"/>
                </a:lnTo>
                <a:lnTo>
                  <a:pt x="8250555" y="0"/>
                </a:lnTo>
                <a:lnTo>
                  <a:pt x="8927306" y="80808"/>
                </a:lnTo>
                <a:lnTo>
                  <a:pt x="9146381" y="79854"/>
                </a:lnTo>
                <a:cubicBezTo>
                  <a:pt x="9145587" y="837413"/>
                  <a:pt x="9144794" y="1667822"/>
                  <a:pt x="9144000" y="2425381"/>
                </a:cubicBezTo>
                <a:lnTo>
                  <a:pt x="0" y="2425381"/>
                </a:lnTo>
                <a:lnTo>
                  <a:pt x="0" y="82234"/>
                </a:lnTo>
                <a:close/>
              </a:path>
            </a:pathLst>
          </a:custGeom>
          <a:noFill/>
        </p:spPr>
        <p:txBody>
          <a:bodyPr/>
          <a:lstStyle>
            <a:lvl1pPr marL="152396" indent="0">
              <a:buNone/>
              <a:defRPr/>
            </a:lvl1pPr>
          </a:lstStyle>
          <a:p>
            <a:r>
              <a:rPr lang="en-IN"/>
              <a:t> </a:t>
            </a:r>
            <a:endParaRPr lang="en-AU"/>
          </a:p>
        </p:txBody>
      </p:sp>
      <p:sp>
        <p:nvSpPr>
          <p:cNvPr id="5" name="Google Shape;10;p2">
            <a:extLst>
              <a:ext uri="{FF2B5EF4-FFF2-40B4-BE49-F238E27FC236}">
                <a16:creationId xmlns:a16="http://schemas.microsoft.com/office/drawing/2014/main" id="{7DE77569-CF12-8ADA-417E-A17EED745482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415611" y="2570018"/>
            <a:ext cx="5680389" cy="1396999"/>
          </a:xfrm>
          <a:prstGeom prst="rect">
            <a:avLst/>
          </a:prstGeom>
        </p:spPr>
        <p:txBody>
          <a:bodyPr spcFirstLastPara="1" wrap="square" lIns="90000" tIns="90000" rIns="90000" bIns="36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733" b="1">
                <a:solidFill>
                  <a:schemeClr val="tx1"/>
                </a:solidFill>
                <a:latin typeface="PP Neue Machina Plain Ultrabold" pitchFamily="50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br>
              <a:rPr lang="en-IN"/>
            </a:br>
            <a:r>
              <a:rPr lang="en-IN"/>
              <a:t>Click here to </a:t>
            </a:r>
            <a:br>
              <a:rPr lang="en-IN"/>
            </a:br>
            <a:r>
              <a:rPr lang="en-IN"/>
              <a:t>add title</a:t>
            </a:r>
            <a:endParaRPr/>
          </a:p>
        </p:txBody>
      </p:sp>
      <p:sp>
        <p:nvSpPr>
          <p:cNvPr id="6" name="Google Shape;11;p2">
            <a:extLst>
              <a:ext uri="{FF2B5EF4-FFF2-40B4-BE49-F238E27FC236}">
                <a16:creationId xmlns:a16="http://schemas.microsoft.com/office/drawing/2014/main" id="{0C50BD5F-C55E-53AD-DB29-26F4E5A5E51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6400" y="3992417"/>
            <a:ext cx="5680389" cy="609600"/>
          </a:xfrm>
          <a:prstGeom prst="rect">
            <a:avLst/>
          </a:prstGeom>
        </p:spPr>
        <p:txBody>
          <a:bodyPr spcFirstLastPara="1" wrap="square" lIns="90000" tIns="90000" rIns="90000" bIns="90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09891C3-701D-E83E-C330-2FF6C40C1E62}"/>
              </a:ext>
            </a:extLst>
          </p:cNvPr>
          <p:cNvSpPr/>
          <p:nvPr/>
        </p:nvSpPr>
        <p:spPr>
          <a:xfrm>
            <a:off x="0" y="0"/>
            <a:ext cx="12192000" cy="1143000"/>
          </a:xfrm>
          <a:custGeom>
            <a:avLst/>
            <a:gdLst>
              <a:gd name="connsiteX0" fmla="*/ 0 w 9144000"/>
              <a:gd name="connsiteY0" fmla="*/ 0 h 857250"/>
              <a:gd name="connsiteX1" fmla="*/ 0 w 9144000"/>
              <a:gd name="connsiteY1" fmla="*/ 857250 h 857250"/>
              <a:gd name="connsiteX2" fmla="*/ 7540609 w 9144000"/>
              <a:gd name="connsiteY2" fmla="*/ 857250 h 857250"/>
              <a:gd name="connsiteX3" fmla="*/ 8245698 w 9144000"/>
              <a:gd name="connsiteY3" fmla="*/ 707422 h 857250"/>
              <a:gd name="connsiteX4" fmla="*/ 8933831 w 9144000"/>
              <a:gd name="connsiteY4" fmla="*/ 857250 h 857250"/>
              <a:gd name="connsiteX5" fmla="*/ 9144000 w 9144000"/>
              <a:gd name="connsiteY5" fmla="*/ 857250 h 857250"/>
              <a:gd name="connsiteX6" fmla="*/ 9144000 w 9144000"/>
              <a:gd name="connsiteY6" fmla="*/ 0 h 857250"/>
              <a:gd name="connsiteX7" fmla="*/ 0 w 9144000"/>
              <a:gd name="connsiteY7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7540609" y="857250"/>
                </a:lnTo>
                <a:lnTo>
                  <a:pt x="8245698" y="707422"/>
                </a:lnTo>
                <a:lnTo>
                  <a:pt x="8933831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5BC1A0"/>
              </a:gs>
              <a:gs pos="50000">
                <a:srgbClr val="2E9376"/>
              </a:gs>
              <a:gs pos="100000">
                <a:srgbClr val="01654D"/>
              </a:gs>
            </a:gsLst>
            <a:lin ang="0" scaled="1"/>
          </a:gradFill>
          <a:ln w="81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defTabSz="1219170" eaLnBrk="1" latinLnBrk="0" hangingPunct="1"/>
            <a:endParaRPr lang="en-AU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A258AEC-2E45-E11A-26EF-45595D0532FE}"/>
              </a:ext>
            </a:extLst>
          </p:cNvPr>
          <p:cNvSpPr/>
          <p:nvPr/>
        </p:nvSpPr>
        <p:spPr>
          <a:xfrm>
            <a:off x="10054144" y="582866"/>
            <a:ext cx="1662048" cy="380111"/>
          </a:xfrm>
          <a:custGeom>
            <a:avLst/>
            <a:gdLst>
              <a:gd name="connsiteX0" fmla="*/ 718995 w 1246536"/>
              <a:gd name="connsiteY0" fmla="*/ 0 h 285083"/>
              <a:gd name="connsiteX1" fmla="*/ 769239 w 1246536"/>
              <a:gd name="connsiteY1" fmla="*/ 10668 h 285083"/>
              <a:gd name="connsiteX2" fmla="*/ 842391 w 1246536"/>
              <a:gd name="connsiteY2" fmla="*/ 94726 h 285083"/>
              <a:gd name="connsiteX3" fmla="*/ 769239 w 1246536"/>
              <a:gd name="connsiteY3" fmla="*/ 147876 h 285083"/>
              <a:gd name="connsiteX4" fmla="*/ 718995 w 1246536"/>
              <a:gd name="connsiteY4" fmla="*/ 137208 h 285083"/>
              <a:gd name="connsiteX5" fmla="*/ 718995 w 1246536"/>
              <a:gd name="connsiteY5" fmla="*/ 48 h 285083"/>
              <a:gd name="connsiteX6" fmla="*/ 769239 w 1246536"/>
              <a:gd name="connsiteY6" fmla="*/ 116681 h 285083"/>
              <a:gd name="connsiteX7" fmla="*/ 808530 w 1246536"/>
              <a:gd name="connsiteY7" fmla="*/ 87487 h 285083"/>
              <a:gd name="connsiteX8" fmla="*/ 769239 w 1246536"/>
              <a:gd name="connsiteY8" fmla="*/ 41577 h 285083"/>
              <a:gd name="connsiteX9" fmla="*/ 752856 w 1246536"/>
              <a:gd name="connsiteY9" fmla="*/ 38100 h 285083"/>
              <a:gd name="connsiteX10" fmla="*/ 752856 w 1246536"/>
              <a:gd name="connsiteY10" fmla="*/ 113205 h 285083"/>
              <a:gd name="connsiteX11" fmla="*/ 769239 w 1246536"/>
              <a:gd name="connsiteY11" fmla="*/ 116681 h 285083"/>
              <a:gd name="connsiteX12" fmla="*/ 947024 w 1246536"/>
              <a:gd name="connsiteY12" fmla="*/ 48482 h 285083"/>
              <a:gd name="connsiteX13" fmla="*/ 947024 w 1246536"/>
              <a:gd name="connsiteY13" fmla="*/ 79391 h 285083"/>
              <a:gd name="connsiteX14" fmla="*/ 917067 w 1246536"/>
              <a:gd name="connsiteY14" fmla="*/ 73009 h 285083"/>
              <a:gd name="connsiteX15" fmla="*/ 917067 w 1246536"/>
              <a:gd name="connsiteY15" fmla="*/ 148114 h 285083"/>
              <a:gd name="connsiteX16" fmla="*/ 947024 w 1246536"/>
              <a:gd name="connsiteY16" fmla="*/ 154496 h 285083"/>
              <a:gd name="connsiteX17" fmla="*/ 947024 w 1246536"/>
              <a:gd name="connsiteY17" fmla="*/ 185642 h 285083"/>
              <a:gd name="connsiteX18" fmla="*/ 853393 w 1246536"/>
              <a:gd name="connsiteY18" fmla="*/ 165735 h 285083"/>
              <a:gd name="connsiteX19" fmla="*/ 853393 w 1246536"/>
              <a:gd name="connsiteY19" fmla="*/ 134588 h 285083"/>
              <a:gd name="connsiteX20" fmla="*/ 883349 w 1246536"/>
              <a:gd name="connsiteY20" fmla="*/ 140970 h 285083"/>
              <a:gd name="connsiteX21" fmla="*/ 883349 w 1246536"/>
              <a:gd name="connsiteY21" fmla="*/ 65865 h 285083"/>
              <a:gd name="connsiteX22" fmla="*/ 853393 w 1246536"/>
              <a:gd name="connsiteY22" fmla="*/ 59484 h 285083"/>
              <a:gd name="connsiteX23" fmla="*/ 853393 w 1246536"/>
              <a:gd name="connsiteY23" fmla="*/ 28575 h 285083"/>
              <a:gd name="connsiteX24" fmla="*/ 947024 w 1246536"/>
              <a:gd name="connsiteY24" fmla="*/ 48482 h 285083"/>
              <a:gd name="connsiteX25" fmla="*/ 1026319 w 1246536"/>
              <a:gd name="connsiteY25" fmla="*/ 62579 h 285083"/>
              <a:gd name="connsiteX26" fmla="*/ 1094994 w 1246536"/>
              <a:gd name="connsiteY26" fmla="*/ 148399 h 285083"/>
              <a:gd name="connsiteX27" fmla="*/ 1026319 w 1246536"/>
              <a:gd name="connsiteY27" fmla="*/ 205216 h 285083"/>
              <a:gd name="connsiteX28" fmla="*/ 957263 w 1246536"/>
              <a:gd name="connsiteY28" fmla="*/ 119158 h 285083"/>
              <a:gd name="connsiteX29" fmla="*/ 1026319 w 1246536"/>
              <a:gd name="connsiteY29" fmla="*/ 62627 h 285083"/>
              <a:gd name="connsiteX30" fmla="*/ 1026319 w 1246536"/>
              <a:gd name="connsiteY30" fmla="*/ 173117 h 285083"/>
              <a:gd name="connsiteX31" fmla="*/ 1060180 w 1246536"/>
              <a:gd name="connsiteY31" fmla="*/ 141018 h 285083"/>
              <a:gd name="connsiteX32" fmla="*/ 1026319 w 1246536"/>
              <a:gd name="connsiteY32" fmla="*/ 94726 h 285083"/>
              <a:gd name="connsiteX33" fmla="*/ 992267 w 1246536"/>
              <a:gd name="connsiteY33" fmla="*/ 126587 h 285083"/>
              <a:gd name="connsiteX34" fmla="*/ 1026319 w 1246536"/>
              <a:gd name="connsiteY34" fmla="*/ 173117 h 285083"/>
              <a:gd name="connsiteX35" fmla="*/ 1111949 w 1246536"/>
              <a:gd name="connsiteY35" fmla="*/ 83534 h 285083"/>
              <a:gd name="connsiteX36" fmla="*/ 1175814 w 1246536"/>
              <a:gd name="connsiteY36" fmla="*/ 97107 h 285083"/>
              <a:gd name="connsiteX37" fmla="*/ 1212675 w 1246536"/>
              <a:gd name="connsiteY37" fmla="*/ 230791 h 285083"/>
              <a:gd name="connsiteX38" fmla="*/ 1212675 w 1246536"/>
              <a:gd name="connsiteY38" fmla="*/ 104918 h 285083"/>
              <a:gd name="connsiteX39" fmla="*/ 1246537 w 1246536"/>
              <a:gd name="connsiteY39" fmla="*/ 112109 h 285083"/>
              <a:gd name="connsiteX40" fmla="*/ 1246537 w 1246536"/>
              <a:gd name="connsiteY40" fmla="*/ 249269 h 285083"/>
              <a:gd name="connsiteX41" fmla="*/ 1182672 w 1246536"/>
              <a:gd name="connsiteY41" fmla="*/ 235696 h 285083"/>
              <a:gd name="connsiteX42" fmla="*/ 1145810 w 1246536"/>
              <a:gd name="connsiteY42" fmla="*/ 102013 h 285083"/>
              <a:gd name="connsiteX43" fmla="*/ 1145810 w 1246536"/>
              <a:gd name="connsiteY43" fmla="*/ 227886 h 285083"/>
              <a:gd name="connsiteX44" fmla="*/ 1111949 w 1246536"/>
              <a:gd name="connsiteY44" fmla="*/ 220694 h 285083"/>
              <a:gd name="connsiteX45" fmla="*/ 1111949 w 1246536"/>
              <a:gd name="connsiteY45" fmla="*/ 83534 h 285083"/>
              <a:gd name="connsiteX46" fmla="*/ 42101 w 1246536"/>
              <a:gd name="connsiteY46" fmla="*/ 138970 h 285083"/>
              <a:gd name="connsiteX47" fmla="*/ 104108 w 1246536"/>
              <a:gd name="connsiteY47" fmla="*/ 125778 h 285083"/>
              <a:gd name="connsiteX48" fmla="*/ 145971 w 1246536"/>
              <a:gd name="connsiteY48" fmla="*/ 254032 h 285083"/>
              <a:gd name="connsiteX49" fmla="*/ 110061 w 1246536"/>
              <a:gd name="connsiteY49" fmla="*/ 261652 h 285083"/>
              <a:gd name="connsiteX50" fmla="*/ 97774 w 1246536"/>
              <a:gd name="connsiteY50" fmla="*/ 222837 h 285083"/>
              <a:gd name="connsiteX51" fmla="*/ 47863 w 1246536"/>
              <a:gd name="connsiteY51" fmla="*/ 233458 h 285083"/>
              <a:gd name="connsiteX52" fmla="*/ 35576 w 1246536"/>
              <a:gd name="connsiteY52" fmla="*/ 277511 h 285083"/>
              <a:gd name="connsiteX53" fmla="*/ 0 w 1246536"/>
              <a:gd name="connsiteY53" fmla="*/ 285083 h 285083"/>
              <a:gd name="connsiteX54" fmla="*/ 42053 w 1246536"/>
              <a:gd name="connsiteY54" fmla="*/ 138970 h 285083"/>
              <a:gd name="connsiteX55" fmla="*/ 88440 w 1246536"/>
              <a:gd name="connsiteY55" fmla="*/ 193881 h 285083"/>
              <a:gd name="connsiteX56" fmla="*/ 72819 w 1246536"/>
              <a:gd name="connsiteY56" fmla="*/ 144875 h 285083"/>
              <a:gd name="connsiteX57" fmla="*/ 57198 w 1246536"/>
              <a:gd name="connsiteY57" fmla="*/ 200549 h 285083"/>
              <a:gd name="connsiteX58" fmla="*/ 88488 w 1246536"/>
              <a:gd name="connsiteY58" fmla="*/ 193881 h 285083"/>
              <a:gd name="connsiteX59" fmla="*/ 214646 w 1246536"/>
              <a:gd name="connsiteY59" fmla="*/ 242173 h 285083"/>
              <a:gd name="connsiteX60" fmla="*/ 148733 w 1246536"/>
              <a:gd name="connsiteY60" fmla="*/ 199930 h 285083"/>
              <a:gd name="connsiteX61" fmla="*/ 183738 w 1246536"/>
              <a:gd name="connsiteY61" fmla="*/ 192500 h 285083"/>
              <a:gd name="connsiteX62" fmla="*/ 215408 w 1246536"/>
              <a:gd name="connsiteY62" fmla="*/ 212408 h 285083"/>
              <a:gd name="connsiteX63" fmla="*/ 239030 w 1246536"/>
              <a:gd name="connsiteY63" fmla="*/ 195310 h 285083"/>
              <a:gd name="connsiteX64" fmla="*/ 227886 w 1246536"/>
              <a:gd name="connsiteY64" fmla="*/ 187166 h 285083"/>
              <a:gd name="connsiteX65" fmla="*/ 183975 w 1246536"/>
              <a:gd name="connsiteY65" fmla="*/ 184452 h 285083"/>
              <a:gd name="connsiteX66" fmla="*/ 154210 w 1246536"/>
              <a:gd name="connsiteY66" fmla="*/ 153210 h 285083"/>
              <a:gd name="connsiteX67" fmla="*/ 207645 w 1246536"/>
              <a:gd name="connsiteY67" fmla="*/ 101013 h 285083"/>
              <a:gd name="connsiteX68" fmla="*/ 268891 w 1246536"/>
              <a:gd name="connsiteY68" fmla="*/ 138017 h 285083"/>
              <a:gd name="connsiteX69" fmla="*/ 234077 w 1246536"/>
              <a:gd name="connsiteY69" fmla="*/ 145399 h 285083"/>
              <a:gd name="connsiteX70" fmla="*/ 208217 w 1246536"/>
              <a:gd name="connsiteY70" fmla="*/ 129873 h 285083"/>
              <a:gd name="connsiteX71" fmla="*/ 189215 w 1246536"/>
              <a:gd name="connsiteY71" fmla="*/ 145018 h 285083"/>
              <a:gd name="connsiteX72" fmla="*/ 199454 w 1246536"/>
              <a:gd name="connsiteY72" fmla="*/ 152352 h 285083"/>
              <a:gd name="connsiteX73" fmla="*/ 242078 w 1246536"/>
              <a:gd name="connsiteY73" fmla="*/ 154400 h 285083"/>
              <a:gd name="connsiteX74" fmla="*/ 273891 w 1246536"/>
              <a:gd name="connsiteY74" fmla="*/ 186357 h 285083"/>
              <a:gd name="connsiteX75" fmla="*/ 214694 w 1246536"/>
              <a:gd name="connsiteY75" fmla="*/ 242126 h 285083"/>
              <a:gd name="connsiteX76" fmla="*/ 283702 w 1246536"/>
              <a:gd name="connsiteY76" fmla="*/ 156067 h 285083"/>
              <a:gd name="connsiteX77" fmla="*/ 353330 w 1246536"/>
              <a:gd name="connsiteY77" fmla="*/ 70056 h 285083"/>
              <a:gd name="connsiteX78" fmla="*/ 419767 w 1246536"/>
              <a:gd name="connsiteY78" fmla="*/ 111585 h 285083"/>
              <a:gd name="connsiteX79" fmla="*/ 384953 w 1246536"/>
              <a:gd name="connsiteY79" fmla="*/ 118967 h 285083"/>
              <a:gd name="connsiteX80" fmla="*/ 353473 w 1246536"/>
              <a:gd name="connsiteY80" fmla="*/ 102108 h 285083"/>
              <a:gd name="connsiteX81" fmla="*/ 318659 w 1246536"/>
              <a:gd name="connsiteY81" fmla="*/ 148590 h 285083"/>
              <a:gd name="connsiteX82" fmla="*/ 353473 w 1246536"/>
              <a:gd name="connsiteY82" fmla="*/ 180499 h 285083"/>
              <a:gd name="connsiteX83" fmla="*/ 384953 w 1246536"/>
              <a:gd name="connsiteY83" fmla="*/ 150066 h 285083"/>
              <a:gd name="connsiteX84" fmla="*/ 419767 w 1246536"/>
              <a:gd name="connsiteY84" fmla="*/ 142685 h 285083"/>
              <a:gd name="connsiteX85" fmla="*/ 353330 w 1246536"/>
              <a:gd name="connsiteY85" fmla="*/ 212646 h 285083"/>
              <a:gd name="connsiteX86" fmla="*/ 283702 w 1246536"/>
              <a:gd name="connsiteY86" fmla="*/ 156067 h 285083"/>
              <a:gd name="connsiteX87" fmla="*/ 436340 w 1246536"/>
              <a:gd name="connsiteY87" fmla="*/ 55150 h 285083"/>
              <a:gd name="connsiteX88" fmla="*/ 540782 w 1246536"/>
              <a:gd name="connsiteY88" fmla="*/ 32956 h 285083"/>
              <a:gd name="connsiteX89" fmla="*/ 540782 w 1246536"/>
              <a:gd name="connsiteY89" fmla="*/ 63865 h 285083"/>
              <a:gd name="connsiteX90" fmla="*/ 470440 w 1246536"/>
              <a:gd name="connsiteY90" fmla="*/ 78819 h 285083"/>
              <a:gd name="connsiteX91" fmla="*/ 470440 w 1246536"/>
              <a:gd name="connsiteY91" fmla="*/ 101775 h 285083"/>
              <a:gd name="connsiteX92" fmla="*/ 531495 w 1246536"/>
              <a:gd name="connsiteY92" fmla="*/ 88821 h 285083"/>
              <a:gd name="connsiteX93" fmla="*/ 531495 w 1246536"/>
              <a:gd name="connsiteY93" fmla="*/ 118015 h 285083"/>
              <a:gd name="connsiteX94" fmla="*/ 470440 w 1246536"/>
              <a:gd name="connsiteY94" fmla="*/ 131016 h 285083"/>
              <a:gd name="connsiteX95" fmla="*/ 470440 w 1246536"/>
              <a:gd name="connsiteY95" fmla="*/ 154162 h 285083"/>
              <a:gd name="connsiteX96" fmla="*/ 540782 w 1246536"/>
              <a:gd name="connsiteY96" fmla="*/ 139208 h 285083"/>
              <a:gd name="connsiteX97" fmla="*/ 540782 w 1246536"/>
              <a:gd name="connsiteY97" fmla="*/ 170117 h 285083"/>
              <a:gd name="connsiteX98" fmla="*/ 436340 w 1246536"/>
              <a:gd name="connsiteY98" fmla="*/ 192310 h 285083"/>
              <a:gd name="connsiteX99" fmla="*/ 436340 w 1246536"/>
              <a:gd name="connsiteY99" fmla="*/ 55150 h 285083"/>
              <a:gd name="connsiteX100" fmla="*/ 561308 w 1246536"/>
              <a:gd name="connsiteY100" fmla="*/ 28575 h 285083"/>
              <a:gd name="connsiteX101" fmla="*/ 625173 w 1246536"/>
              <a:gd name="connsiteY101" fmla="*/ 15002 h 285083"/>
              <a:gd name="connsiteX102" fmla="*/ 662035 w 1246536"/>
              <a:gd name="connsiteY102" fmla="*/ 133064 h 285083"/>
              <a:gd name="connsiteX103" fmla="*/ 662035 w 1246536"/>
              <a:gd name="connsiteY103" fmla="*/ 7191 h 285083"/>
              <a:gd name="connsiteX104" fmla="*/ 695897 w 1246536"/>
              <a:gd name="connsiteY104" fmla="*/ 0 h 285083"/>
              <a:gd name="connsiteX105" fmla="*/ 695897 w 1246536"/>
              <a:gd name="connsiteY105" fmla="*/ 137160 h 285083"/>
              <a:gd name="connsiteX106" fmla="*/ 632032 w 1246536"/>
              <a:gd name="connsiteY106" fmla="*/ 150733 h 285083"/>
              <a:gd name="connsiteX107" fmla="*/ 595170 w 1246536"/>
              <a:gd name="connsiteY107" fmla="*/ 32671 h 285083"/>
              <a:gd name="connsiteX108" fmla="*/ 595170 w 1246536"/>
              <a:gd name="connsiteY108" fmla="*/ 158544 h 285083"/>
              <a:gd name="connsiteX109" fmla="*/ 561308 w 1246536"/>
              <a:gd name="connsiteY109" fmla="*/ 165735 h 285083"/>
              <a:gd name="connsiteX110" fmla="*/ 561308 w 1246536"/>
              <a:gd name="connsiteY110" fmla="*/ 28575 h 28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246536" h="285083">
                <a:moveTo>
                  <a:pt x="718995" y="0"/>
                </a:moveTo>
                <a:lnTo>
                  <a:pt x="769239" y="10668"/>
                </a:lnTo>
                <a:cubicBezTo>
                  <a:pt x="805149" y="18288"/>
                  <a:pt x="842391" y="35766"/>
                  <a:pt x="842391" y="94726"/>
                </a:cubicBezTo>
                <a:cubicBezTo>
                  <a:pt x="842391" y="153876"/>
                  <a:pt x="805149" y="155496"/>
                  <a:pt x="769239" y="147876"/>
                </a:cubicBezTo>
                <a:lnTo>
                  <a:pt x="718995" y="137208"/>
                </a:lnTo>
                <a:lnTo>
                  <a:pt x="718995" y="48"/>
                </a:lnTo>
                <a:close/>
                <a:moveTo>
                  <a:pt x="769239" y="116681"/>
                </a:moveTo>
                <a:cubicBezTo>
                  <a:pt x="791766" y="121491"/>
                  <a:pt x="808530" y="124254"/>
                  <a:pt x="808530" y="87487"/>
                </a:cubicBezTo>
                <a:cubicBezTo>
                  <a:pt x="808530" y="50721"/>
                  <a:pt x="791623" y="46339"/>
                  <a:pt x="769239" y="41577"/>
                </a:cubicBezTo>
                <a:lnTo>
                  <a:pt x="752856" y="38100"/>
                </a:lnTo>
                <a:lnTo>
                  <a:pt x="752856" y="113205"/>
                </a:lnTo>
                <a:cubicBezTo>
                  <a:pt x="752856" y="113205"/>
                  <a:pt x="769239" y="116681"/>
                  <a:pt x="769239" y="116681"/>
                </a:cubicBezTo>
                <a:close/>
                <a:moveTo>
                  <a:pt x="947024" y="48482"/>
                </a:moveTo>
                <a:lnTo>
                  <a:pt x="947024" y="79391"/>
                </a:lnTo>
                <a:cubicBezTo>
                  <a:pt x="947024" y="79391"/>
                  <a:pt x="917067" y="73009"/>
                  <a:pt x="917067" y="73009"/>
                </a:cubicBezTo>
                <a:lnTo>
                  <a:pt x="917067" y="148114"/>
                </a:lnTo>
                <a:cubicBezTo>
                  <a:pt x="917067" y="148114"/>
                  <a:pt x="947024" y="154496"/>
                  <a:pt x="947024" y="154496"/>
                </a:cubicBezTo>
                <a:lnTo>
                  <a:pt x="947024" y="185642"/>
                </a:lnTo>
                <a:cubicBezTo>
                  <a:pt x="947024" y="185642"/>
                  <a:pt x="853393" y="165735"/>
                  <a:pt x="853393" y="165735"/>
                </a:cubicBezTo>
                <a:lnTo>
                  <a:pt x="853393" y="134588"/>
                </a:lnTo>
                <a:cubicBezTo>
                  <a:pt x="853393" y="134588"/>
                  <a:pt x="883349" y="140970"/>
                  <a:pt x="883349" y="140970"/>
                </a:cubicBezTo>
                <a:lnTo>
                  <a:pt x="883349" y="65865"/>
                </a:lnTo>
                <a:cubicBezTo>
                  <a:pt x="883349" y="65865"/>
                  <a:pt x="853393" y="59484"/>
                  <a:pt x="853393" y="59484"/>
                </a:cubicBezTo>
                <a:lnTo>
                  <a:pt x="853393" y="28575"/>
                </a:lnTo>
                <a:cubicBezTo>
                  <a:pt x="853393" y="28575"/>
                  <a:pt x="947024" y="48482"/>
                  <a:pt x="947024" y="48482"/>
                </a:cubicBezTo>
                <a:close/>
                <a:moveTo>
                  <a:pt x="1026319" y="62579"/>
                </a:moveTo>
                <a:cubicBezTo>
                  <a:pt x="1068944" y="71628"/>
                  <a:pt x="1094994" y="107918"/>
                  <a:pt x="1094994" y="148399"/>
                </a:cubicBezTo>
                <a:cubicBezTo>
                  <a:pt x="1094994" y="189071"/>
                  <a:pt x="1068944" y="214265"/>
                  <a:pt x="1026319" y="205216"/>
                </a:cubicBezTo>
                <a:cubicBezTo>
                  <a:pt x="983504" y="196120"/>
                  <a:pt x="957263" y="159782"/>
                  <a:pt x="957263" y="119158"/>
                </a:cubicBezTo>
                <a:cubicBezTo>
                  <a:pt x="957263" y="78676"/>
                  <a:pt x="983504" y="53530"/>
                  <a:pt x="1026319" y="62627"/>
                </a:cubicBezTo>
                <a:moveTo>
                  <a:pt x="1026319" y="173117"/>
                </a:moveTo>
                <a:cubicBezTo>
                  <a:pt x="1049036" y="177927"/>
                  <a:pt x="1060180" y="165925"/>
                  <a:pt x="1060180" y="141018"/>
                </a:cubicBezTo>
                <a:cubicBezTo>
                  <a:pt x="1060180" y="116110"/>
                  <a:pt x="1048846" y="99489"/>
                  <a:pt x="1026319" y="94726"/>
                </a:cubicBezTo>
                <a:cubicBezTo>
                  <a:pt x="1003602" y="89916"/>
                  <a:pt x="992267" y="101870"/>
                  <a:pt x="992267" y="126587"/>
                </a:cubicBezTo>
                <a:cubicBezTo>
                  <a:pt x="992267" y="151495"/>
                  <a:pt x="1003649" y="168307"/>
                  <a:pt x="1026319" y="173117"/>
                </a:cubicBezTo>
                <a:moveTo>
                  <a:pt x="1111949" y="83534"/>
                </a:moveTo>
                <a:lnTo>
                  <a:pt x="1175814" y="97107"/>
                </a:lnTo>
                <a:lnTo>
                  <a:pt x="1212675" y="230791"/>
                </a:lnTo>
                <a:lnTo>
                  <a:pt x="1212675" y="104918"/>
                </a:lnTo>
                <a:cubicBezTo>
                  <a:pt x="1212675" y="104918"/>
                  <a:pt x="1246537" y="112109"/>
                  <a:pt x="1246537" y="112109"/>
                </a:cubicBezTo>
                <a:lnTo>
                  <a:pt x="1246537" y="249269"/>
                </a:lnTo>
                <a:cubicBezTo>
                  <a:pt x="1246537" y="249269"/>
                  <a:pt x="1182672" y="235696"/>
                  <a:pt x="1182672" y="235696"/>
                </a:cubicBezTo>
                <a:lnTo>
                  <a:pt x="1145810" y="102013"/>
                </a:lnTo>
                <a:lnTo>
                  <a:pt x="1145810" y="227886"/>
                </a:lnTo>
                <a:cubicBezTo>
                  <a:pt x="1145810" y="227886"/>
                  <a:pt x="1111949" y="220694"/>
                  <a:pt x="1111949" y="220694"/>
                </a:cubicBezTo>
                <a:lnTo>
                  <a:pt x="1111949" y="83534"/>
                </a:lnTo>
                <a:close/>
                <a:moveTo>
                  <a:pt x="42101" y="138970"/>
                </a:moveTo>
                <a:lnTo>
                  <a:pt x="104108" y="125778"/>
                </a:lnTo>
                <a:lnTo>
                  <a:pt x="145971" y="254032"/>
                </a:lnTo>
                <a:lnTo>
                  <a:pt x="110061" y="261652"/>
                </a:lnTo>
                <a:lnTo>
                  <a:pt x="97774" y="222837"/>
                </a:lnTo>
                <a:lnTo>
                  <a:pt x="47863" y="233458"/>
                </a:lnTo>
                <a:lnTo>
                  <a:pt x="35576" y="277511"/>
                </a:lnTo>
                <a:lnTo>
                  <a:pt x="0" y="285083"/>
                </a:lnTo>
                <a:lnTo>
                  <a:pt x="42053" y="138970"/>
                </a:lnTo>
                <a:close/>
                <a:moveTo>
                  <a:pt x="88440" y="193881"/>
                </a:moveTo>
                <a:lnTo>
                  <a:pt x="72819" y="144875"/>
                </a:lnTo>
                <a:lnTo>
                  <a:pt x="57198" y="200549"/>
                </a:lnTo>
                <a:lnTo>
                  <a:pt x="88488" y="193881"/>
                </a:lnTo>
                <a:close/>
                <a:moveTo>
                  <a:pt x="214646" y="242173"/>
                </a:moveTo>
                <a:cubicBezTo>
                  <a:pt x="168307" y="252032"/>
                  <a:pt x="148733" y="235553"/>
                  <a:pt x="148733" y="199930"/>
                </a:cubicBezTo>
                <a:lnTo>
                  <a:pt x="183738" y="192500"/>
                </a:lnTo>
                <a:cubicBezTo>
                  <a:pt x="183738" y="211979"/>
                  <a:pt x="190977" y="217599"/>
                  <a:pt x="215408" y="212408"/>
                </a:cubicBezTo>
                <a:cubicBezTo>
                  <a:pt x="231982" y="208883"/>
                  <a:pt x="239030" y="203883"/>
                  <a:pt x="239030" y="195310"/>
                </a:cubicBezTo>
                <a:cubicBezTo>
                  <a:pt x="239030" y="190452"/>
                  <a:pt x="235315" y="187547"/>
                  <a:pt x="227886" y="187166"/>
                </a:cubicBezTo>
                <a:lnTo>
                  <a:pt x="183975" y="184452"/>
                </a:lnTo>
                <a:cubicBezTo>
                  <a:pt x="161258" y="182880"/>
                  <a:pt x="154210" y="170545"/>
                  <a:pt x="154210" y="153210"/>
                </a:cubicBezTo>
                <a:cubicBezTo>
                  <a:pt x="154210" y="126540"/>
                  <a:pt x="173212" y="108299"/>
                  <a:pt x="207645" y="101013"/>
                </a:cubicBezTo>
                <a:cubicBezTo>
                  <a:pt x="248603" y="92297"/>
                  <a:pt x="268891" y="108252"/>
                  <a:pt x="268891" y="138017"/>
                </a:cubicBezTo>
                <a:lnTo>
                  <a:pt x="234077" y="145399"/>
                </a:lnTo>
                <a:cubicBezTo>
                  <a:pt x="234077" y="130635"/>
                  <a:pt x="226076" y="126111"/>
                  <a:pt x="208217" y="129873"/>
                </a:cubicBezTo>
                <a:cubicBezTo>
                  <a:pt x="195739" y="132540"/>
                  <a:pt x="189215" y="137208"/>
                  <a:pt x="189215" y="145018"/>
                </a:cubicBezTo>
                <a:cubicBezTo>
                  <a:pt x="189215" y="148923"/>
                  <a:pt x="191262" y="151781"/>
                  <a:pt x="199454" y="152352"/>
                </a:cubicBezTo>
                <a:lnTo>
                  <a:pt x="242078" y="154400"/>
                </a:lnTo>
                <a:cubicBezTo>
                  <a:pt x="263843" y="155400"/>
                  <a:pt x="273891" y="166306"/>
                  <a:pt x="273891" y="186357"/>
                </a:cubicBezTo>
                <a:cubicBezTo>
                  <a:pt x="273891" y="212408"/>
                  <a:pt x="256747" y="233172"/>
                  <a:pt x="214694" y="242126"/>
                </a:cubicBezTo>
                <a:moveTo>
                  <a:pt x="283702" y="156067"/>
                </a:moveTo>
                <a:cubicBezTo>
                  <a:pt x="283702" y="115586"/>
                  <a:pt x="310325" y="79200"/>
                  <a:pt x="353330" y="70056"/>
                </a:cubicBezTo>
                <a:cubicBezTo>
                  <a:pt x="390906" y="62055"/>
                  <a:pt x="415862" y="77962"/>
                  <a:pt x="419767" y="111585"/>
                </a:cubicBezTo>
                <a:lnTo>
                  <a:pt x="384953" y="118967"/>
                </a:lnTo>
                <a:cubicBezTo>
                  <a:pt x="382143" y="104775"/>
                  <a:pt x="370047" y="98584"/>
                  <a:pt x="353473" y="102108"/>
                </a:cubicBezTo>
                <a:cubicBezTo>
                  <a:pt x="333185" y="106442"/>
                  <a:pt x="318659" y="121587"/>
                  <a:pt x="318659" y="148590"/>
                </a:cubicBezTo>
                <a:cubicBezTo>
                  <a:pt x="318659" y="175832"/>
                  <a:pt x="333185" y="184785"/>
                  <a:pt x="353473" y="180499"/>
                </a:cubicBezTo>
                <a:cubicBezTo>
                  <a:pt x="370047" y="176974"/>
                  <a:pt x="382143" y="165449"/>
                  <a:pt x="384953" y="150066"/>
                </a:cubicBezTo>
                <a:lnTo>
                  <a:pt x="419767" y="142685"/>
                </a:lnTo>
                <a:cubicBezTo>
                  <a:pt x="415862" y="178165"/>
                  <a:pt x="390906" y="204645"/>
                  <a:pt x="353330" y="212646"/>
                </a:cubicBezTo>
                <a:cubicBezTo>
                  <a:pt x="310325" y="221790"/>
                  <a:pt x="283702" y="196691"/>
                  <a:pt x="283702" y="156067"/>
                </a:cubicBezTo>
                <a:moveTo>
                  <a:pt x="436340" y="55150"/>
                </a:moveTo>
                <a:lnTo>
                  <a:pt x="540782" y="32956"/>
                </a:lnTo>
                <a:lnTo>
                  <a:pt x="540782" y="63865"/>
                </a:lnTo>
                <a:cubicBezTo>
                  <a:pt x="540782" y="63865"/>
                  <a:pt x="470440" y="78819"/>
                  <a:pt x="470440" y="78819"/>
                </a:cubicBezTo>
                <a:lnTo>
                  <a:pt x="470440" y="101775"/>
                </a:lnTo>
                <a:cubicBezTo>
                  <a:pt x="470440" y="101775"/>
                  <a:pt x="531495" y="88821"/>
                  <a:pt x="531495" y="88821"/>
                </a:cubicBezTo>
                <a:lnTo>
                  <a:pt x="531495" y="118015"/>
                </a:lnTo>
                <a:cubicBezTo>
                  <a:pt x="531495" y="118015"/>
                  <a:pt x="470440" y="131016"/>
                  <a:pt x="470440" y="131016"/>
                </a:cubicBezTo>
                <a:lnTo>
                  <a:pt x="470440" y="154162"/>
                </a:lnTo>
                <a:cubicBezTo>
                  <a:pt x="470440" y="154162"/>
                  <a:pt x="540782" y="139208"/>
                  <a:pt x="540782" y="139208"/>
                </a:cubicBezTo>
                <a:lnTo>
                  <a:pt x="540782" y="170117"/>
                </a:lnTo>
                <a:cubicBezTo>
                  <a:pt x="540782" y="170117"/>
                  <a:pt x="436340" y="192310"/>
                  <a:pt x="436340" y="192310"/>
                </a:cubicBezTo>
                <a:lnTo>
                  <a:pt x="436340" y="55150"/>
                </a:lnTo>
                <a:close/>
                <a:moveTo>
                  <a:pt x="561308" y="28575"/>
                </a:moveTo>
                <a:lnTo>
                  <a:pt x="625173" y="15002"/>
                </a:lnTo>
                <a:lnTo>
                  <a:pt x="662035" y="133064"/>
                </a:lnTo>
                <a:lnTo>
                  <a:pt x="662035" y="7191"/>
                </a:lnTo>
                <a:cubicBezTo>
                  <a:pt x="662035" y="7191"/>
                  <a:pt x="695897" y="0"/>
                  <a:pt x="695897" y="0"/>
                </a:cubicBezTo>
                <a:lnTo>
                  <a:pt x="695897" y="137160"/>
                </a:lnTo>
                <a:cubicBezTo>
                  <a:pt x="695897" y="137160"/>
                  <a:pt x="632032" y="150733"/>
                  <a:pt x="632032" y="150733"/>
                </a:cubicBezTo>
                <a:lnTo>
                  <a:pt x="595170" y="32671"/>
                </a:lnTo>
                <a:lnTo>
                  <a:pt x="595170" y="158544"/>
                </a:lnTo>
                <a:cubicBezTo>
                  <a:pt x="595170" y="158544"/>
                  <a:pt x="561308" y="165735"/>
                  <a:pt x="561308" y="165735"/>
                </a:cubicBezTo>
                <a:lnTo>
                  <a:pt x="561308" y="28575"/>
                </a:lnTo>
                <a:close/>
              </a:path>
            </a:pathLst>
          </a:custGeom>
          <a:solidFill>
            <a:srgbClr val="FFFFFF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AU" sz="1867"/>
          </a:p>
        </p:txBody>
      </p:sp>
      <p:grpSp>
        <p:nvGrpSpPr>
          <p:cNvPr id="9" name="Graphic 3">
            <a:extLst>
              <a:ext uri="{FF2B5EF4-FFF2-40B4-BE49-F238E27FC236}">
                <a16:creationId xmlns:a16="http://schemas.microsoft.com/office/drawing/2014/main" id="{C131A2F5-C9CC-0D2D-7381-C29F6CE6AAAA}"/>
              </a:ext>
            </a:extLst>
          </p:cNvPr>
          <p:cNvGrpSpPr/>
          <p:nvPr/>
        </p:nvGrpSpPr>
        <p:grpSpPr>
          <a:xfrm>
            <a:off x="248284" y="864934"/>
            <a:ext cx="985709" cy="97980"/>
            <a:chOff x="186213" y="648700"/>
            <a:chExt cx="739282" cy="73485"/>
          </a:xfrm>
          <a:solidFill>
            <a:srgbClr val="FFFFFF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CE1E40E-8CD1-8C11-0C19-93375CBB7D7A}"/>
                </a:ext>
              </a:extLst>
            </p:cNvPr>
            <p:cNvSpPr/>
            <p:nvPr/>
          </p:nvSpPr>
          <p:spPr>
            <a:xfrm>
              <a:off x="186213" y="668274"/>
              <a:ext cx="46386" cy="53911"/>
            </a:xfrm>
            <a:custGeom>
              <a:avLst/>
              <a:gdLst>
                <a:gd name="connsiteX0" fmla="*/ 16574 w 46386"/>
                <a:gd name="connsiteY0" fmla="*/ 53864 h 53911"/>
                <a:gd name="connsiteX1" fmla="*/ 8334 w 46386"/>
                <a:gd name="connsiteY1" fmla="*/ 52197 h 53911"/>
                <a:gd name="connsiteX2" fmla="*/ 2286 w 46386"/>
                <a:gd name="connsiteY2" fmla="*/ 47101 h 53911"/>
                <a:gd name="connsiteX3" fmla="*/ 0 w 46386"/>
                <a:gd name="connsiteY3" fmla="*/ 38624 h 53911"/>
                <a:gd name="connsiteX4" fmla="*/ 4334 w 46386"/>
                <a:gd name="connsiteY4" fmla="*/ 27861 h 53911"/>
                <a:gd name="connsiteX5" fmla="*/ 16574 w 46386"/>
                <a:gd name="connsiteY5" fmla="*/ 22908 h 53911"/>
                <a:gd name="connsiteX6" fmla="*/ 35052 w 46386"/>
                <a:gd name="connsiteY6" fmla="*/ 21431 h 53911"/>
                <a:gd name="connsiteX7" fmla="*/ 35052 w 46386"/>
                <a:gd name="connsiteY7" fmla="*/ 18240 h 53911"/>
                <a:gd name="connsiteX8" fmla="*/ 32147 w 46386"/>
                <a:gd name="connsiteY8" fmla="*/ 10239 h 53911"/>
                <a:gd name="connsiteX9" fmla="*/ 24813 w 46386"/>
                <a:gd name="connsiteY9" fmla="*/ 8049 h 53911"/>
                <a:gd name="connsiteX10" fmla="*/ 16812 w 46386"/>
                <a:gd name="connsiteY10" fmla="*/ 10382 h 53911"/>
                <a:gd name="connsiteX11" fmla="*/ 13621 w 46386"/>
                <a:gd name="connsiteY11" fmla="*/ 17907 h 53911"/>
                <a:gd name="connsiteX12" fmla="*/ 2667 w 46386"/>
                <a:gd name="connsiteY12" fmla="*/ 17907 h 53911"/>
                <a:gd name="connsiteX13" fmla="*/ 5477 w 46386"/>
                <a:gd name="connsiteY13" fmla="*/ 7477 h 53911"/>
                <a:gd name="connsiteX14" fmla="*/ 13287 w 46386"/>
                <a:gd name="connsiteY14" fmla="*/ 1762 h 53911"/>
                <a:gd name="connsiteX15" fmla="*/ 24860 w 46386"/>
                <a:gd name="connsiteY15" fmla="*/ 0 h 53911"/>
                <a:gd name="connsiteX16" fmla="*/ 33195 w 46386"/>
                <a:gd name="connsiteY16" fmla="*/ 810 h 53911"/>
                <a:gd name="connsiteX17" fmla="*/ 40053 w 46386"/>
                <a:gd name="connsiteY17" fmla="*/ 3619 h 53911"/>
                <a:gd name="connsiteX18" fmla="*/ 44720 w 46386"/>
                <a:gd name="connsiteY18" fmla="*/ 9144 h 53911"/>
                <a:gd name="connsiteX19" fmla="*/ 46387 w 46386"/>
                <a:gd name="connsiteY19" fmla="*/ 18097 h 53911"/>
                <a:gd name="connsiteX20" fmla="*/ 46387 w 46386"/>
                <a:gd name="connsiteY20" fmla="*/ 53007 h 53911"/>
                <a:gd name="connsiteX21" fmla="*/ 35576 w 46386"/>
                <a:gd name="connsiteY21" fmla="*/ 53007 h 53911"/>
                <a:gd name="connsiteX22" fmla="*/ 35147 w 46386"/>
                <a:gd name="connsiteY22" fmla="*/ 45672 h 53911"/>
                <a:gd name="connsiteX23" fmla="*/ 27146 w 46386"/>
                <a:gd name="connsiteY23" fmla="*/ 51721 h 53911"/>
                <a:gd name="connsiteX24" fmla="*/ 16574 w 46386"/>
                <a:gd name="connsiteY24" fmla="*/ 53911 h 53911"/>
                <a:gd name="connsiteX25" fmla="*/ 20050 w 46386"/>
                <a:gd name="connsiteY25" fmla="*/ 45672 h 53911"/>
                <a:gd name="connsiteX26" fmla="*/ 28623 w 46386"/>
                <a:gd name="connsiteY26" fmla="*/ 43386 h 53911"/>
                <a:gd name="connsiteX27" fmla="*/ 34909 w 46386"/>
                <a:gd name="connsiteY27" fmla="*/ 37767 h 53911"/>
                <a:gd name="connsiteX28" fmla="*/ 34909 w 46386"/>
                <a:gd name="connsiteY28" fmla="*/ 28289 h 53911"/>
                <a:gd name="connsiteX29" fmla="*/ 16859 w 46386"/>
                <a:gd name="connsiteY29" fmla="*/ 30623 h 53911"/>
                <a:gd name="connsiteX30" fmla="*/ 11525 w 46386"/>
                <a:gd name="connsiteY30" fmla="*/ 38052 h 53911"/>
                <a:gd name="connsiteX31" fmla="*/ 13811 w 46386"/>
                <a:gd name="connsiteY31" fmla="*/ 43672 h 53911"/>
                <a:gd name="connsiteX32" fmla="*/ 20098 w 46386"/>
                <a:gd name="connsiteY32" fmla="*/ 45672 h 5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6386" h="53911">
                  <a:moveTo>
                    <a:pt x="16574" y="53864"/>
                  </a:moveTo>
                  <a:cubicBezTo>
                    <a:pt x="13573" y="53864"/>
                    <a:pt x="10811" y="53292"/>
                    <a:pt x="8334" y="52197"/>
                  </a:cubicBezTo>
                  <a:cubicBezTo>
                    <a:pt x="5810" y="51054"/>
                    <a:pt x="3810" y="49387"/>
                    <a:pt x="2286" y="47101"/>
                  </a:cubicBezTo>
                  <a:cubicBezTo>
                    <a:pt x="762" y="44863"/>
                    <a:pt x="0" y="42005"/>
                    <a:pt x="0" y="38624"/>
                  </a:cubicBezTo>
                  <a:cubicBezTo>
                    <a:pt x="0" y="33861"/>
                    <a:pt x="1429" y="30289"/>
                    <a:pt x="4334" y="27861"/>
                  </a:cubicBezTo>
                  <a:cubicBezTo>
                    <a:pt x="7239" y="25432"/>
                    <a:pt x="11335" y="23765"/>
                    <a:pt x="16574" y="22908"/>
                  </a:cubicBezTo>
                  <a:cubicBezTo>
                    <a:pt x="21812" y="22050"/>
                    <a:pt x="28004" y="21526"/>
                    <a:pt x="35052" y="21431"/>
                  </a:cubicBezTo>
                  <a:lnTo>
                    <a:pt x="35052" y="18240"/>
                  </a:lnTo>
                  <a:cubicBezTo>
                    <a:pt x="35052" y="14335"/>
                    <a:pt x="34100" y="11668"/>
                    <a:pt x="32147" y="10239"/>
                  </a:cubicBezTo>
                  <a:cubicBezTo>
                    <a:pt x="30242" y="8763"/>
                    <a:pt x="27765" y="8049"/>
                    <a:pt x="24813" y="8049"/>
                  </a:cubicBezTo>
                  <a:cubicBezTo>
                    <a:pt x="21622" y="8049"/>
                    <a:pt x="18955" y="8811"/>
                    <a:pt x="16812" y="10382"/>
                  </a:cubicBezTo>
                  <a:cubicBezTo>
                    <a:pt x="14669" y="11954"/>
                    <a:pt x="13621" y="14478"/>
                    <a:pt x="13621" y="17907"/>
                  </a:cubicBezTo>
                  <a:lnTo>
                    <a:pt x="2667" y="17907"/>
                  </a:lnTo>
                  <a:cubicBezTo>
                    <a:pt x="2667" y="13573"/>
                    <a:pt x="3620" y="10096"/>
                    <a:pt x="5477" y="7477"/>
                  </a:cubicBezTo>
                  <a:cubicBezTo>
                    <a:pt x="7334" y="4858"/>
                    <a:pt x="9954" y="2953"/>
                    <a:pt x="13287" y="1762"/>
                  </a:cubicBezTo>
                  <a:cubicBezTo>
                    <a:pt x="16621" y="571"/>
                    <a:pt x="20479" y="0"/>
                    <a:pt x="24860" y="0"/>
                  </a:cubicBezTo>
                  <a:cubicBezTo>
                    <a:pt x="27813" y="0"/>
                    <a:pt x="30623" y="286"/>
                    <a:pt x="33195" y="810"/>
                  </a:cubicBezTo>
                  <a:cubicBezTo>
                    <a:pt x="35814" y="1333"/>
                    <a:pt x="38100" y="2286"/>
                    <a:pt x="40053" y="3619"/>
                  </a:cubicBezTo>
                  <a:cubicBezTo>
                    <a:pt x="42053" y="4953"/>
                    <a:pt x="43577" y="6810"/>
                    <a:pt x="44720" y="9144"/>
                  </a:cubicBezTo>
                  <a:cubicBezTo>
                    <a:pt x="45863" y="11478"/>
                    <a:pt x="46387" y="14478"/>
                    <a:pt x="46387" y="18097"/>
                  </a:cubicBezTo>
                  <a:lnTo>
                    <a:pt x="46387" y="53007"/>
                  </a:lnTo>
                  <a:lnTo>
                    <a:pt x="35576" y="53007"/>
                  </a:lnTo>
                  <a:lnTo>
                    <a:pt x="35147" y="45672"/>
                  </a:lnTo>
                  <a:cubicBezTo>
                    <a:pt x="32861" y="48244"/>
                    <a:pt x="30194" y="50244"/>
                    <a:pt x="27146" y="51721"/>
                  </a:cubicBezTo>
                  <a:cubicBezTo>
                    <a:pt x="24098" y="53197"/>
                    <a:pt x="20574" y="53911"/>
                    <a:pt x="16574" y="53911"/>
                  </a:cubicBezTo>
                  <a:close/>
                  <a:moveTo>
                    <a:pt x="20050" y="45672"/>
                  </a:moveTo>
                  <a:cubicBezTo>
                    <a:pt x="23193" y="45672"/>
                    <a:pt x="26051" y="44910"/>
                    <a:pt x="28623" y="43386"/>
                  </a:cubicBezTo>
                  <a:cubicBezTo>
                    <a:pt x="31194" y="41862"/>
                    <a:pt x="33290" y="40005"/>
                    <a:pt x="34909" y="37767"/>
                  </a:cubicBezTo>
                  <a:lnTo>
                    <a:pt x="34909" y="28289"/>
                  </a:lnTo>
                  <a:cubicBezTo>
                    <a:pt x="26432" y="28289"/>
                    <a:pt x="20384" y="29099"/>
                    <a:pt x="16859" y="30623"/>
                  </a:cubicBezTo>
                  <a:cubicBezTo>
                    <a:pt x="13287" y="32147"/>
                    <a:pt x="11525" y="34623"/>
                    <a:pt x="11525" y="38052"/>
                  </a:cubicBezTo>
                  <a:cubicBezTo>
                    <a:pt x="11525" y="40481"/>
                    <a:pt x="12287" y="42339"/>
                    <a:pt x="13811" y="43672"/>
                  </a:cubicBezTo>
                  <a:cubicBezTo>
                    <a:pt x="15335" y="45006"/>
                    <a:pt x="17431" y="45672"/>
                    <a:pt x="20098" y="45672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CF981CF-1213-E141-4DE4-256DCAEA2971}"/>
                </a:ext>
              </a:extLst>
            </p:cNvPr>
            <p:cNvSpPr/>
            <p:nvPr/>
          </p:nvSpPr>
          <p:spPr>
            <a:xfrm>
              <a:off x="245459" y="668226"/>
              <a:ext cx="44195" cy="53959"/>
            </a:xfrm>
            <a:custGeom>
              <a:avLst/>
              <a:gdLst>
                <a:gd name="connsiteX0" fmla="*/ 22527 w 44195"/>
                <a:gd name="connsiteY0" fmla="*/ 53959 h 53959"/>
                <a:gd name="connsiteX1" fmla="*/ 14097 w 44195"/>
                <a:gd name="connsiteY1" fmla="*/ 53102 h 53959"/>
                <a:gd name="connsiteX2" fmla="*/ 6906 w 44195"/>
                <a:gd name="connsiteY2" fmla="*/ 50197 h 53959"/>
                <a:gd name="connsiteX3" fmla="*/ 1857 w 44195"/>
                <a:gd name="connsiteY3" fmla="*/ 44815 h 53959"/>
                <a:gd name="connsiteX4" fmla="*/ 0 w 44195"/>
                <a:gd name="connsiteY4" fmla="*/ 36528 h 53959"/>
                <a:gd name="connsiteX5" fmla="*/ 10906 w 44195"/>
                <a:gd name="connsiteY5" fmla="*/ 36528 h 53959"/>
                <a:gd name="connsiteX6" fmla="*/ 14335 w 44195"/>
                <a:gd name="connsiteY6" fmla="*/ 43863 h 53959"/>
                <a:gd name="connsiteX7" fmla="*/ 22622 w 44195"/>
                <a:gd name="connsiteY7" fmla="*/ 45958 h 53959"/>
                <a:gd name="connsiteX8" fmla="*/ 30004 w 44195"/>
                <a:gd name="connsiteY8" fmla="*/ 44339 h 53959"/>
                <a:gd name="connsiteX9" fmla="*/ 32766 w 44195"/>
                <a:gd name="connsiteY9" fmla="*/ 38910 h 53959"/>
                <a:gd name="connsiteX10" fmla="*/ 29956 w 44195"/>
                <a:gd name="connsiteY10" fmla="*/ 33861 h 53959"/>
                <a:gd name="connsiteX11" fmla="*/ 20050 w 44195"/>
                <a:gd name="connsiteY11" fmla="*/ 30623 h 53959"/>
                <a:gd name="connsiteX12" fmla="*/ 9954 w 44195"/>
                <a:gd name="connsiteY12" fmla="*/ 27289 h 53959"/>
                <a:gd name="connsiteX13" fmla="*/ 3429 w 44195"/>
                <a:gd name="connsiteY13" fmla="*/ 22336 h 53959"/>
                <a:gd name="connsiteX14" fmla="*/ 1143 w 44195"/>
                <a:gd name="connsiteY14" fmla="*/ 14430 h 53959"/>
                <a:gd name="connsiteX15" fmla="*/ 2810 w 44195"/>
                <a:gd name="connsiteY15" fmla="*/ 7953 h 53959"/>
                <a:gd name="connsiteX16" fmla="*/ 7382 w 44195"/>
                <a:gd name="connsiteY16" fmla="*/ 3477 h 53959"/>
                <a:gd name="connsiteX17" fmla="*/ 14002 w 44195"/>
                <a:gd name="connsiteY17" fmla="*/ 857 h 53959"/>
                <a:gd name="connsiteX18" fmla="*/ 21907 w 44195"/>
                <a:gd name="connsiteY18" fmla="*/ 0 h 53959"/>
                <a:gd name="connsiteX19" fmla="*/ 29670 w 44195"/>
                <a:gd name="connsiteY19" fmla="*/ 905 h 53959"/>
                <a:gd name="connsiteX20" fmla="*/ 36338 w 44195"/>
                <a:gd name="connsiteY20" fmla="*/ 3762 h 53959"/>
                <a:gd name="connsiteX21" fmla="*/ 41005 w 44195"/>
                <a:gd name="connsiteY21" fmla="*/ 8954 h 53959"/>
                <a:gd name="connsiteX22" fmla="*/ 42720 w 44195"/>
                <a:gd name="connsiteY22" fmla="*/ 16812 h 53959"/>
                <a:gd name="connsiteX23" fmla="*/ 31861 w 44195"/>
                <a:gd name="connsiteY23" fmla="*/ 16812 h 53959"/>
                <a:gd name="connsiteX24" fmla="*/ 28908 w 44195"/>
                <a:gd name="connsiteY24" fmla="*/ 10096 h 53959"/>
                <a:gd name="connsiteX25" fmla="*/ 21907 w 44195"/>
                <a:gd name="connsiteY25" fmla="*/ 8144 h 53959"/>
                <a:gd name="connsiteX26" fmla="*/ 15097 w 44195"/>
                <a:gd name="connsiteY26" fmla="*/ 9525 h 53959"/>
                <a:gd name="connsiteX27" fmla="*/ 12573 w 44195"/>
                <a:gd name="connsiteY27" fmla="*/ 14002 h 53959"/>
                <a:gd name="connsiteX28" fmla="*/ 13906 w 44195"/>
                <a:gd name="connsiteY28" fmla="*/ 17002 h 53959"/>
                <a:gd name="connsiteX29" fmla="*/ 18288 w 44195"/>
                <a:gd name="connsiteY29" fmla="*/ 19288 h 53959"/>
                <a:gd name="connsiteX30" fmla="*/ 26384 w 44195"/>
                <a:gd name="connsiteY30" fmla="*/ 21527 h 53959"/>
                <a:gd name="connsiteX31" fmla="*/ 35862 w 44195"/>
                <a:gd name="connsiteY31" fmla="*/ 24717 h 53959"/>
                <a:gd name="connsiteX32" fmla="*/ 42053 w 44195"/>
                <a:gd name="connsiteY32" fmla="*/ 29670 h 53959"/>
                <a:gd name="connsiteX33" fmla="*/ 44196 w 44195"/>
                <a:gd name="connsiteY33" fmla="*/ 37671 h 53959"/>
                <a:gd name="connsiteX34" fmla="*/ 42481 w 44195"/>
                <a:gd name="connsiteY34" fmla="*/ 45148 h 53959"/>
                <a:gd name="connsiteX35" fmla="*/ 37767 w 44195"/>
                <a:gd name="connsiteY35" fmla="*/ 50197 h 53959"/>
                <a:gd name="connsiteX36" fmla="*/ 30861 w 44195"/>
                <a:gd name="connsiteY36" fmla="*/ 53054 h 53959"/>
                <a:gd name="connsiteX37" fmla="*/ 22527 w 44195"/>
                <a:gd name="connsiteY37" fmla="*/ 53959 h 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4195" h="53959">
                  <a:moveTo>
                    <a:pt x="22527" y="53959"/>
                  </a:moveTo>
                  <a:cubicBezTo>
                    <a:pt x="19621" y="53959"/>
                    <a:pt x="16812" y="53673"/>
                    <a:pt x="14097" y="53102"/>
                  </a:cubicBezTo>
                  <a:cubicBezTo>
                    <a:pt x="11430" y="52530"/>
                    <a:pt x="9001" y="51530"/>
                    <a:pt x="6906" y="50197"/>
                  </a:cubicBezTo>
                  <a:cubicBezTo>
                    <a:pt x="4810" y="48863"/>
                    <a:pt x="3096" y="47054"/>
                    <a:pt x="1857" y="44815"/>
                  </a:cubicBezTo>
                  <a:cubicBezTo>
                    <a:pt x="619" y="42577"/>
                    <a:pt x="0" y="39815"/>
                    <a:pt x="0" y="36528"/>
                  </a:cubicBezTo>
                  <a:lnTo>
                    <a:pt x="10906" y="36528"/>
                  </a:lnTo>
                  <a:cubicBezTo>
                    <a:pt x="10906" y="40005"/>
                    <a:pt x="12049" y="42481"/>
                    <a:pt x="14335" y="43863"/>
                  </a:cubicBezTo>
                  <a:cubicBezTo>
                    <a:pt x="16621" y="45244"/>
                    <a:pt x="19383" y="45958"/>
                    <a:pt x="22622" y="45958"/>
                  </a:cubicBezTo>
                  <a:cubicBezTo>
                    <a:pt x="25670" y="45958"/>
                    <a:pt x="28146" y="45434"/>
                    <a:pt x="30004" y="44339"/>
                  </a:cubicBezTo>
                  <a:cubicBezTo>
                    <a:pt x="31861" y="43244"/>
                    <a:pt x="32766" y="41434"/>
                    <a:pt x="32766" y="38910"/>
                  </a:cubicBezTo>
                  <a:cubicBezTo>
                    <a:pt x="32766" y="36671"/>
                    <a:pt x="31814" y="35004"/>
                    <a:pt x="29956" y="33861"/>
                  </a:cubicBezTo>
                  <a:cubicBezTo>
                    <a:pt x="28051" y="32766"/>
                    <a:pt x="24765" y="31671"/>
                    <a:pt x="20050" y="30623"/>
                  </a:cubicBezTo>
                  <a:cubicBezTo>
                    <a:pt x="16145" y="29670"/>
                    <a:pt x="12811" y="28575"/>
                    <a:pt x="9954" y="27289"/>
                  </a:cubicBezTo>
                  <a:cubicBezTo>
                    <a:pt x="7096" y="26003"/>
                    <a:pt x="4953" y="24384"/>
                    <a:pt x="3429" y="22336"/>
                  </a:cubicBezTo>
                  <a:cubicBezTo>
                    <a:pt x="1905" y="20288"/>
                    <a:pt x="1143" y="17669"/>
                    <a:pt x="1143" y="14430"/>
                  </a:cubicBezTo>
                  <a:cubicBezTo>
                    <a:pt x="1143" y="11954"/>
                    <a:pt x="1715" y="9763"/>
                    <a:pt x="2810" y="7953"/>
                  </a:cubicBezTo>
                  <a:cubicBezTo>
                    <a:pt x="3905" y="6144"/>
                    <a:pt x="5477" y="4620"/>
                    <a:pt x="7382" y="3477"/>
                  </a:cubicBezTo>
                  <a:cubicBezTo>
                    <a:pt x="9287" y="2286"/>
                    <a:pt x="11525" y="1429"/>
                    <a:pt x="14002" y="857"/>
                  </a:cubicBezTo>
                  <a:cubicBezTo>
                    <a:pt x="16478" y="286"/>
                    <a:pt x="19145" y="0"/>
                    <a:pt x="21907" y="0"/>
                  </a:cubicBezTo>
                  <a:cubicBezTo>
                    <a:pt x="24670" y="0"/>
                    <a:pt x="27146" y="286"/>
                    <a:pt x="29670" y="905"/>
                  </a:cubicBezTo>
                  <a:cubicBezTo>
                    <a:pt x="32147" y="1476"/>
                    <a:pt x="34385" y="2429"/>
                    <a:pt x="36338" y="3762"/>
                  </a:cubicBezTo>
                  <a:cubicBezTo>
                    <a:pt x="38291" y="5096"/>
                    <a:pt x="39862" y="6810"/>
                    <a:pt x="41005" y="8954"/>
                  </a:cubicBezTo>
                  <a:cubicBezTo>
                    <a:pt x="42148" y="11097"/>
                    <a:pt x="42720" y="13716"/>
                    <a:pt x="42720" y="16812"/>
                  </a:cubicBezTo>
                  <a:lnTo>
                    <a:pt x="31861" y="16812"/>
                  </a:lnTo>
                  <a:cubicBezTo>
                    <a:pt x="31861" y="13621"/>
                    <a:pt x="30861" y="11382"/>
                    <a:pt x="28908" y="10096"/>
                  </a:cubicBezTo>
                  <a:cubicBezTo>
                    <a:pt x="26956" y="8811"/>
                    <a:pt x="24622" y="8144"/>
                    <a:pt x="21907" y="8144"/>
                  </a:cubicBezTo>
                  <a:cubicBezTo>
                    <a:pt x="19050" y="8144"/>
                    <a:pt x="16764" y="8620"/>
                    <a:pt x="15097" y="9525"/>
                  </a:cubicBezTo>
                  <a:cubicBezTo>
                    <a:pt x="13430" y="10430"/>
                    <a:pt x="12573" y="11954"/>
                    <a:pt x="12573" y="14002"/>
                  </a:cubicBezTo>
                  <a:cubicBezTo>
                    <a:pt x="12573" y="15192"/>
                    <a:pt x="13002" y="16193"/>
                    <a:pt x="13906" y="17002"/>
                  </a:cubicBezTo>
                  <a:cubicBezTo>
                    <a:pt x="14811" y="17812"/>
                    <a:pt x="16240" y="18621"/>
                    <a:pt x="18288" y="19288"/>
                  </a:cubicBezTo>
                  <a:cubicBezTo>
                    <a:pt x="20288" y="20002"/>
                    <a:pt x="23003" y="20717"/>
                    <a:pt x="26384" y="21527"/>
                  </a:cubicBezTo>
                  <a:cubicBezTo>
                    <a:pt x="30004" y="22384"/>
                    <a:pt x="33195" y="23431"/>
                    <a:pt x="35862" y="24717"/>
                  </a:cubicBezTo>
                  <a:cubicBezTo>
                    <a:pt x="38529" y="26003"/>
                    <a:pt x="40577" y="27623"/>
                    <a:pt x="42053" y="29670"/>
                  </a:cubicBezTo>
                  <a:cubicBezTo>
                    <a:pt x="43529" y="31718"/>
                    <a:pt x="44196" y="34385"/>
                    <a:pt x="44196" y="37671"/>
                  </a:cubicBezTo>
                  <a:cubicBezTo>
                    <a:pt x="44196" y="40577"/>
                    <a:pt x="43625" y="43101"/>
                    <a:pt x="42481" y="45148"/>
                  </a:cubicBezTo>
                  <a:cubicBezTo>
                    <a:pt x="41339" y="47196"/>
                    <a:pt x="39767" y="48911"/>
                    <a:pt x="37767" y="50197"/>
                  </a:cubicBezTo>
                  <a:cubicBezTo>
                    <a:pt x="35766" y="51483"/>
                    <a:pt x="33480" y="52435"/>
                    <a:pt x="30861" y="53054"/>
                  </a:cubicBezTo>
                  <a:cubicBezTo>
                    <a:pt x="28242" y="53673"/>
                    <a:pt x="25479" y="53959"/>
                    <a:pt x="22527" y="53959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628DDFB-3137-2E43-2BB6-F90F429DE246}"/>
                </a:ext>
              </a:extLst>
            </p:cNvPr>
            <p:cNvSpPr/>
            <p:nvPr/>
          </p:nvSpPr>
          <p:spPr>
            <a:xfrm>
              <a:off x="299466" y="668274"/>
              <a:ext cx="48291" cy="53863"/>
            </a:xfrm>
            <a:custGeom>
              <a:avLst/>
              <a:gdLst>
                <a:gd name="connsiteX0" fmla="*/ 25146 w 48291"/>
                <a:gd name="connsiteY0" fmla="*/ 53769 h 53863"/>
                <a:gd name="connsiteX1" fmla="*/ 12240 w 48291"/>
                <a:gd name="connsiteY1" fmla="*/ 50911 h 53863"/>
                <a:gd name="connsiteX2" fmla="*/ 3286 w 48291"/>
                <a:gd name="connsiteY2" fmla="*/ 42100 h 53863"/>
                <a:gd name="connsiteX3" fmla="*/ 0 w 48291"/>
                <a:gd name="connsiteY3" fmla="*/ 27099 h 53863"/>
                <a:gd name="connsiteX4" fmla="*/ 3191 w 48291"/>
                <a:gd name="connsiteY4" fmla="*/ 11954 h 53863"/>
                <a:gd name="connsiteX5" fmla="*/ 12002 w 48291"/>
                <a:gd name="connsiteY5" fmla="*/ 2953 h 53863"/>
                <a:gd name="connsiteX6" fmla="*/ 25146 w 48291"/>
                <a:gd name="connsiteY6" fmla="*/ 0 h 53863"/>
                <a:gd name="connsiteX7" fmla="*/ 36528 w 48291"/>
                <a:gd name="connsiteY7" fmla="*/ 2095 h 53863"/>
                <a:gd name="connsiteX8" fmla="*/ 44625 w 48291"/>
                <a:gd name="connsiteY8" fmla="*/ 8334 h 53863"/>
                <a:gd name="connsiteX9" fmla="*/ 47815 w 48291"/>
                <a:gd name="connsiteY9" fmla="*/ 18859 h 53863"/>
                <a:gd name="connsiteX10" fmla="*/ 36528 w 48291"/>
                <a:gd name="connsiteY10" fmla="*/ 18859 h 53863"/>
                <a:gd name="connsiteX11" fmla="*/ 33337 w 48291"/>
                <a:gd name="connsiteY11" fmla="*/ 11716 h 53863"/>
                <a:gd name="connsiteX12" fmla="*/ 25241 w 48291"/>
                <a:gd name="connsiteY12" fmla="*/ 9096 h 53863"/>
                <a:gd name="connsiteX13" fmla="*/ 15097 w 48291"/>
                <a:gd name="connsiteY13" fmla="*/ 13811 h 53863"/>
                <a:gd name="connsiteX14" fmla="*/ 11859 w 48291"/>
                <a:gd name="connsiteY14" fmla="*/ 27099 h 53863"/>
                <a:gd name="connsiteX15" fmla="*/ 13287 w 48291"/>
                <a:gd name="connsiteY15" fmla="*/ 36624 h 53863"/>
                <a:gd name="connsiteX16" fmla="*/ 17716 w 48291"/>
                <a:gd name="connsiteY16" fmla="*/ 42672 h 53863"/>
                <a:gd name="connsiteX17" fmla="*/ 25289 w 48291"/>
                <a:gd name="connsiteY17" fmla="*/ 44767 h 53863"/>
                <a:gd name="connsiteX18" fmla="*/ 33671 w 48291"/>
                <a:gd name="connsiteY18" fmla="*/ 42005 h 53863"/>
                <a:gd name="connsiteX19" fmla="*/ 37005 w 48291"/>
                <a:gd name="connsiteY19" fmla="*/ 34004 h 53863"/>
                <a:gd name="connsiteX20" fmla="*/ 48292 w 48291"/>
                <a:gd name="connsiteY20" fmla="*/ 34004 h 53863"/>
                <a:gd name="connsiteX21" fmla="*/ 45101 w 48291"/>
                <a:gd name="connsiteY21" fmla="*/ 44958 h 53863"/>
                <a:gd name="connsiteX22" fmla="*/ 36909 w 48291"/>
                <a:gd name="connsiteY22" fmla="*/ 51625 h 53863"/>
                <a:gd name="connsiteX23" fmla="*/ 25241 w 48291"/>
                <a:gd name="connsiteY23" fmla="*/ 53864 h 5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291" h="53863">
                  <a:moveTo>
                    <a:pt x="25146" y="53769"/>
                  </a:moveTo>
                  <a:cubicBezTo>
                    <a:pt x="20336" y="53769"/>
                    <a:pt x="16050" y="52816"/>
                    <a:pt x="12240" y="50911"/>
                  </a:cubicBezTo>
                  <a:cubicBezTo>
                    <a:pt x="8477" y="49006"/>
                    <a:pt x="5477" y="46053"/>
                    <a:pt x="3286" y="42100"/>
                  </a:cubicBezTo>
                  <a:cubicBezTo>
                    <a:pt x="1095" y="38148"/>
                    <a:pt x="0" y="33147"/>
                    <a:pt x="0" y="27099"/>
                  </a:cubicBezTo>
                  <a:cubicBezTo>
                    <a:pt x="0" y="21050"/>
                    <a:pt x="1048" y="15954"/>
                    <a:pt x="3191" y="11954"/>
                  </a:cubicBezTo>
                  <a:cubicBezTo>
                    <a:pt x="5334" y="7953"/>
                    <a:pt x="8239" y="4953"/>
                    <a:pt x="12002" y="2953"/>
                  </a:cubicBezTo>
                  <a:cubicBezTo>
                    <a:pt x="15764" y="952"/>
                    <a:pt x="20145" y="0"/>
                    <a:pt x="25146" y="0"/>
                  </a:cubicBezTo>
                  <a:cubicBezTo>
                    <a:pt x="29337" y="0"/>
                    <a:pt x="33147" y="714"/>
                    <a:pt x="36528" y="2095"/>
                  </a:cubicBezTo>
                  <a:cubicBezTo>
                    <a:pt x="39910" y="3477"/>
                    <a:pt x="42624" y="5572"/>
                    <a:pt x="44625" y="8334"/>
                  </a:cubicBezTo>
                  <a:cubicBezTo>
                    <a:pt x="46625" y="11097"/>
                    <a:pt x="47720" y="14621"/>
                    <a:pt x="47815" y="18859"/>
                  </a:cubicBezTo>
                  <a:lnTo>
                    <a:pt x="36528" y="18859"/>
                  </a:lnTo>
                  <a:cubicBezTo>
                    <a:pt x="36338" y="15811"/>
                    <a:pt x="35290" y="13430"/>
                    <a:pt x="33337" y="11716"/>
                  </a:cubicBezTo>
                  <a:cubicBezTo>
                    <a:pt x="31385" y="9954"/>
                    <a:pt x="28670" y="9096"/>
                    <a:pt x="25241" y="9096"/>
                  </a:cubicBezTo>
                  <a:cubicBezTo>
                    <a:pt x="20622" y="9096"/>
                    <a:pt x="17240" y="10668"/>
                    <a:pt x="15097" y="13811"/>
                  </a:cubicBezTo>
                  <a:cubicBezTo>
                    <a:pt x="12906" y="16954"/>
                    <a:pt x="11859" y="21384"/>
                    <a:pt x="11859" y="27099"/>
                  </a:cubicBezTo>
                  <a:cubicBezTo>
                    <a:pt x="11859" y="30813"/>
                    <a:pt x="12335" y="33957"/>
                    <a:pt x="13287" y="36624"/>
                  </a:cubicBezTo>
                  <a:cubicBezTo>
                    <a:pt x="14240" y="39243"/>
                    <a:pt x="15716" y="41291"/>
                    <a:pt x="17716" y="42672"/>
                  </a:cubicBezTo>
                  <a:cubicBezTo>
                    <a:pt x="19717" y="44053"/>
                    <a:pt x="22193" y="44767"/>
                    <a:pt x="25289" y="44767"/>
                  </a:cubicBezTo>
                  <a:cubicBezTo>
                    <a:pt x="28765" y="44767"/>
                    <a:pt x="31575" y="43863"/>
                    <a:pt x="33671" y="42005"/>
                  </a:cubicBezTo>
                  <a:cubicBezTo>
                    <a:pt x="35766" y="40148"/>
                    <a:pt x="36862" y="37481"/>
                    <a:pt x="37005" y="34004"/>
                  </a:cubicBezTo>
                  <a:lnTo>
                    <a:pt x="48292" y="34004"/>
                  </a:lnTo>
                  <a:cubicBezTo>
                    <a:pt x="48196" y="38338"/>
                    <a:pt x="47101" y="42005"/>
                    <a:pt x="45101" y="44958"/>
                  </a:cubicBezTo>
                  <a:cubicBezTo>
                    <a:pt x="43053" y="47911"/>
                    <a:pt x="40338" y="50149"/>
                    <a:pt x="36909" y="51625"/>
                  </a:cubicBezTo>
                  <a:cubicBezTo>
                    <a:pt x="33480" y="53102"/>
                    <a:pt x="29575" y="53864"/>
                    <a:pt x="25241" y="53864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568211E-F406-E89A-6C72-3F81BE0CAEAE}"/>
                </a:ext>
              </a:extLst>
            </p:cNvPr>
            <p:cNvSpPr/>
            <p:nvPr/>
          </p:nvSpPr>
          <p:spPr>
            <a:xfrm>
              <a:off x="358330" y="668274"/>
              <a:ext cx="48672" cy="53911"/>
            </a:xfrm>
            <a:custGeom>
              <a:avLst/>
              <a:gdLst>
                <a:gd name="connsiteX0" fmla="*/ 25575 w 48672"/>
                <a:gd name="connsiteY0" fmla="*/ 53911 h 53911"/>
                <a:gd name="connsiteX1" fmla="*/ 11335 w 48672"/>
                <a:gd name="connsiteY1" fmla="*/ 50530 h 53911"/>
                <a:gd name="connsiteX2" fmla="*/ 2810 w 48672"/>
                <a:gd name="connsiteY2" fmla="*/ 41005 h 53911"/>
                <a:gd name="connsiteX3" fmla="*/ 0 w 48672"/>
                <a:gd name="connsiteY3" fmla="*/ 26813 h 53911"/>
                <a:gd name="connsiteX4" fmla="*/ 2762 w 48672"/>
                <a:gd name="connsiteY4" fmla="*/ 12668 h 53911"/>
                <a:gd name="connsiteX5" fmla="*/ 11001 w 48672"/>
                <a:gd name="connsiteY5" fmla="*/ 3334 h 53911"/>
                <a:gd name="connsiteX6" fmla="*/ 24717 w 48672"/>
                <a:gd name="connsiteY6" fmla="*/ 0 h 53911"/>
                <a:gd name="connsiteX7" fmla="*/ 42243 w 48672"/>
                <a:gd name="connsiteY7" fmla="*/ 6620 h 53911"/>
                <a:gd name="connsiteX8" fmla="*/ 48673 w 48672"/>
                <a:gd name="connsiteY8" fmla="*/ 25527 h 53911"/>
                <a:gd name="connsiteX9" fmla="*/ 48578 w 48672"/>
                <a:gd name="connsiteY9" fmla="*/ 27384 h 53911"/>
                <a:gd name="connsiteX10" fmla="*/ 48387 w 48672"/>
                <a:gd name="connsiteY10" fmla="*/ 28956 h 53911"/>
                <a:gd name="connsiteX11" fmla="*/ 11573 w 48672"/>
                <a:gd name="connsiteY11" fmla="*/ 28956 h 53911"/>
                <a:gd name="connsiteX12" fmla="*/ 13049 w 48672"/>
                <a:gd name="connsiteY12" fmla="*/ 37100 h 53911"/>
                <a:gd name="connsiteX13" fmla="*/ 17574 w 48672"/>
                <a:gd name="connsiteY13" fmla="*/ 43053 h 53911"/>
                <a:gd name="connsiteX14" fmla="*/ 25670 w 48672"/>
                <a:gd name="connsiteY14" fmla="*/ 45291 h 53911"/>
                <a:gd name="connsiteX15" fmla="*/ 34052 w 48672"/>
                <a:gd name="connsiteY15" fmla="*/ 42910 h 53911"/>
                <a:gd name="connsiteX16" fmla="*/ 37243 w 48672"/>
                <a:gd name="connsiteY16" fmla="*/ 35862 h 53911"/>
                <a:gd name="connsiteX17" fmla="*/ 48625 w 48672"/>
                <a:gd name="connsiteY17" fmla="*/ 35862 h 53911"/>
                <a:gd name="connsiteX18" fmla="*/ 45482 w 48672"/>
                <a:gd name="connsiteY18" fmla="*/ 45672 h 53911"/>
                <a:gd name="connsiteX19" fmla="*/ 37576 w 48672"/>
                <a:gd name="connsiteY19" fmla="*/ 51816 h 53911"/>
                <a:gd name="connsiteX20" fmla="*/ 25622 w 48672"/>
                <a:gd name="connsiteY20" fmla="*/ 53911 h 53911"/>
                <a:gd name="connsiteX21" fmla="*/ 11621 w 48672"/>
                <a:gd name="connsiteY21" fmla="*/ 21241 h 53911"/>
                <a:gd name="connsiteX22" fmla="*/ 37100 w 48672"/>
                <a:gd name="connsiteY22" fmla="*/ 21241 h 53911"/>
                <a:gd name="connsiteX23" fmla="*/ 33576 w 48672"/>
                <a:gd name="connsiteY23" fmla="*/ 11668 h 53911"/>
                <a:gd name="connsiteX24" fmla="*/ 24622 w 48672"/>
                <a:gd name="connsiteY24" fmla="*/ 8382 h 53911"/>
                <a:gd name="connsiteX25" fmla="*/ 15478 w 48672"/>
                <a:gd name="connsiteY25" fmla="*/ 11716 h 53911"/>
                <a:gd name="connsiteX26" fmla="*/ 11621 w 48672"/>
                <a:gd name="connsiteY26" fmla="*/ 21288 h 5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672" h="53911">
                  <a:moveTo>
                    <a:pt x="25575" y="53911"/>
                  </a:moveTo>
                  <a:cubicBezTo>
                    <a:pt x="19860" y="53911"/>
                    <a:pt x="15145" y="52768"/>
                    <a:pt x="11335" y="50530"/>
                  </a:cubicBezTo>
                  <a:cubicBezTo>
                    <a:pt x="7525" y="48244"/>
                    <a:pt x="4715" y="45101"/>
                    <a:pt x="2810" y="41005"/>
                  </a:cubicBezTo>
                  <a:cubicBezTo>
                    <a:pt x="905" y="36909"/>
                    <a:pt x="0" y="32194"/>
                    <a:pt x="0" y="26813"/>
                  </a:cubicBezTo>
                  <a:cubicBezTo>
                    <a:pt x="0" y="21431"/>
                    <a:pt x="905" y="16669"/>
                    <a:pt x="2762" y="12668"/>
                  </a:cubicBezTo>
                  <a:cubicBezTo>
                    <a:pt x="4620" y="8668"/>
                    <a:pt x="7334" y="5524"/>
                    <a:pt x="11001" y="3334"/>
                  </a:cubicBezTo>
                  <a:cubicBezTo>
                    <a:pt x="14669" y="1095"/>
                    <a:pt x="19241" y="0"/>
                    <a:pt x="24717" y="0"/>
                  </a:cubicBezTo>
                  <a:cubicBezTo>
                    <a:pt x="32147" y="0"/>
                    <a:pt x="37957" y="2191"/>
                    <a:pt x="42243" y="6620"/>
                  </a:cubicBezTo>
                  <a:cubicBezTo>
                    <a:pt x="46530" y="11049"/>
                    <a:pt x="48673" y="17335"/>
                    <a:pt x="48673" y="25527"/>
                  </a:cubicBezTo>
                  <a:cubicBezTo>
                    <a:pt x="48673" y="26003"/>
                    <a:pt x="48673" y="26622"/>
                    <a:pt x="48578" y="27384"/>
                  </a:cubicBezTo>
                  <a:cubicBezTo>
                    <a:pt x="48530" y="28099"/>
                    <a:pt x="48482" y="28623"/>
                    <a:pt x="48387" y="28956"/>
                  </a:cubicBezTo>
                  <a:lnTo>
                    <a:pt x="11573" y="28956"/>
                  </a:lnTo>
                  <a:cubicBezTo>
                    <a:pt x="11573" y="31909"/>
                    <a:pt x="12097" y="34623"/>
                    <a:pt x="13049" y="37100"/>
                  </a:cubicBezTo>
                  <a:cubicBezTo>
                    <a:pt x="14002" y="39576"/>
                    <a:pt x="15478" y="41577"/>
                    <a:pt x="17574" y="43053"/>
                  </a:cubicBezTo>
                  <a:cubicBezTo>
                    <a:pt x="19622" y="44529"/>
                    <a:pt x="22336" y="45291"/>
                    <a:pt x="25670" y="45291"/>
                  </a:cubicBezTo>
                  <a:cubicBezTo>
                    <a:pt x="29242" y="45291"/>
                    <a:pt x="32052" y="44482"/>
                    <a:pt x="34052" y="42910"/>
                  </a:cubicBezTo>
                  <a:cubicBezTo>
                    <a:pt x="36100" y="41338"/>
                    <a:pt x="37148" y="39005"/>
                    <a:pt x="37243" y="35862"/>
                  </a:cubicBezTo>
                  <a:lnTo>
                    <a:pt x="48625" y="35862"/>
                  </a:lnTo>
                  <a:cubicBezTo>
                    <a:pt x="48435" y="39719"/>
                    <a:pt x="47387" y="43005"/>
                    <a:pt x="45482" y="45672"/>
                  </a:cubicBezTo>
                  <a:cubicBezTo>
                    <a:pt x="43577" y="48387"/>
                    <a:pt x="40957" y="50387"/>
                    <a:pt x="37576" y="51816"/>
                  </a:cubicBezTo>
                  <a:cubicBezTo>
                    <a:pt x="34195" y="53245"/>
                    <a:pt x="30242" y="53911"/>
                    <a:pt x="25622" y="53911"/>
                  </a:cubicBezTo>
                  <a:close/>
                  <a:moveTo>
                    <a:pt x="11621" y="21241"/>
                  </a:moveTo>
                  <a:lnTo>
                    <a:pt x="37100" y="21241"/>
                  </a:lnTo>
                  <a:cubicBezTo>
                    <a:pt x="37005" y="17050"/>
                    <a:pt x="35814" y="13859"/>
                    <a:pt x="33576" y="11668"/>
                  </a:cubicBezTo>
                  <a:cubicBezTo>
                    <a:pt x="31337" y="9477"/>
                    <a:pt x="28384" y="8382"/>
                    <a:pt x="24622" y="8382"/>
                  </a:cubicBezTo>
                  <a:cubicBezTo>
                    <a:pt x="20860" y="8382"/>
                    <a:pt x="17717" y="9477"/>
                    <a:pt x="15478" y="11716"/>
                  </a:cubicBezTo>
                  <a:cubicBezTo>
                    <a:pt x="13192" y="13906"/>
                    <a:pt x="11906" y="17097"/>
                    <a:pt x="11621" y="21288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8F38885-24DD-CF7F-C52D-F71266C0C1E0}"/>
                </a:ext>
              </a:extLst>
            </p:cNvPr>
            <p:cNvSpPr/>
            <p:nvPr/>
          </p:nvSpPr>
          <p:spPr>
            <a:xfrm>
              <a:off x="420385" y="668369"/>
              <a:ext cx="46196" cy="52863"/>
            </a:xfrm>
            <a:custGeom>
              <a:avLst/>
              <a:gdLst>
                <a:gd name="connsiteX0" fmla="*/ 0 w 46196"/>
                <a:gd name="connsiteY0" fmla="*/ 52864 h 52863"/>
                <a:gd name="connsiteX1" fmla="*/ 0 w 46196"/>
                <a:gd name="connsiteY1" fmla="*/ 762 h 52863"/>
                <a:gd name="connsiteX2" fmla="*/ 11097 w 46196"/>
                <a:gd name="connsiteY2" fmla="*/ 762 h 52863"/>
                <a:gd name="connsiteX3" fmla="*/ 11382 w 46196"/>
                <a:gd name="connsiteY3" fmla="*/ 8668 h 52863"/>
                <a:gd name="connsiteX4" fmla="*/ 18336 w 46196"/>
                <a:gd name="connsiteY4" fmla="*/ 2715 h 52863"/>
                <a:gd name="connsiteX5" fmla="*/ 29623 w 46196"/>
                <a:gd name="connsiteY5" fmla="*/ 0 h 52863"/>
                <a:gd name="connsiteX6" fmla="*/ 42053 w 46196"/>
                <a:gd name="connsiteY6" fmla="*/ 4953 h 52863"/>
                <a:gd name="connsiteX7" fmla="*/ 46196 w 46196"/>
                <a:gd name="connsiteY7" fmla="*/ 19098 h 52863"/>
                <a:gd name="connsiteX8" fmla="*/ 46196 w 46196"/>
                <a:gd name="connsiteY8" fmla="*/ 52864 h 52863"/>
                <a:gd name="connsiteX9" fmla="*/ 34671 w 46196"/>
                <a:gd name="connsiteY9" fmla="*/ 52864 h 52863"/>
                <a:gd name="connsiteX10" fmla="*/ 34671 w 46196"/>
                <a:gd name="connsiteY10" fmla="*/ 20622 h 52863"/>
                <a:gd name="connsiteX11" fmla="*/ 33861 w 46196"/>
                <a:gd name="connsiteY11" fmla="*/ 14764 h 52863"/>
                <a:gd name="connsiteX12" fmla="*/ 31147 w 46196"/>
                <a:gd name="connsiteY12" fmla="*/ 10811 h 52863"/>
                <a:gd name="connsiteX13" fmla="*/ 25956 w 46196"/>
                <a:gd name="connsiteY13" fmla="*/ 9382 h 52863"/>
                <a:gd name="connsiteX14" fmla="*/ 17431 w 46196"/>
                <a:gd name="connsiteY14" fmla="*/ 11716 h 52863"/>
                <a:gd name="connsiteX15" fmla="*/ 11621 w 46196"/>
                <a:gd name="connsiteY15" fmla="*/ 17002 h 52863"/>
                <a:gd name="connsiteX16" fmla="*/ 11621 w 46196"/>
                <a:gd name="connsiteY16" fmla="*/ 52864 h 52863"/>
                <a:gd name="connsiteX17" fmla="*/ 48 w 46196"/>
                <a:gd name="connsiteY17" fmla="*/ 52864 h 5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6196" h="52863">
                  <a:moveTo>
                    <a:pt x="0" y="52864"/>
                  </a:moveTo>
                  <a:lnTo>
                    <a:pt x="0" y="762"/>
                  </a:lnTo>
                  <a:lnTo>
                    <a:pt x="11097" y="762"/>
                  </a:lnTo>
                  <a:lnTo>
                    <a:pt x="11382" y="8668"/>
                  </a:lnTo>
                  <a:cubicBezTo>
                    <a:pt x="13097" y="6477"/>
                    <a:pt x="15431" y="4524"/>
                    <a:pt x="18336" y="2715"/>
                  </a:cubicBezTo>
                  <a:cubicBezTo>
                    <a:pt x="21241" y="905"/>
                    <a:pt x="25003" y="0"/>
                    <a:pt x="29623" y="0"/>
                  </a:cubicBezTo>
                  <a:cubicBezTo>
                    <a:pt x="35147" y="0"/>
                    <a:pt x="39291" y="1667"/>
                    <a:pt x="42053" y="4953"/>
                  </a:cubicBezTo>
                  <a:cubicBezTo>
                    <a:pt x="44815" y="8239"/>
                    <a:pt x="46196" y="12954"/>
                    <a:pt x="46196" y="19098"/>
                  </a:cubicBezTo>
                  <a:lnTo>
                    <a:pt x="46196" y="52864"/>
                  </a:lnTo>
                  <a:lnTo>
                    <a:pt x="34671" y="52864"/>
                  </a:lnTo>
                  <a:lnTo>
                    <a:pt x="34671" y="20622"/>
                  </a:lnTo>
                  <a:cubicBezTo>
                    <a:pt x="34671" y="18431"/>
                    <a:pt x="34385" y="16478"/>
                    <a:pt x="33861" y="14764"/>
                  </a:cubicBezTo>
                  <a:cubicBezTo>
                    <a:pt x="33338" y="13049"/>
                    <a:pt x="32433" y="11763"/>
                    <a:pt x="31147" y="10811"/>
                  </a:cubicBezTo>
                  <a:cubicBezTo>
                    <a:pt x="29861" y="9858"/>
                    <a:pt x="28146" y="9382"/>
                    <a:pt x="25956" y="9382"/>
                  </a:cubicBezTo>
                  <a:cubicBezTo>
                    <a:pt x="22622" y="9382"/>
                    <a:pt x="19764" y="10144"/>
                    <a:pt x="17431" y="11716"/>
                  </a:cubicBezTo>
                  <a:cubicBezTo>
                    <a:pt x="15097" y="13287"/>
                    <a:pt x="13145" y="15002"/>
                    <a:pt x="11621" y="17002"/>
                  </a:cubicBezTo>
                  <a:lnTo>
                    <a:pt x="11621" y="52864"/>
                  </a:lnTo>
                  <a:lnTo>
                    <a:pt x="48" y="52864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5A316F7-D278-4BB7-100F-EC654A265B4D}"/>
                </a:ext>
              </a:extLst>
            </p:cNvPr>
            <p:cNvSpPr/>
            <p:nvPr/>
          </p:nvSpPr>
          <p:spPr>
            <a:xfrm>
              <a:off x="479440" y="649271"/>
              <a:ext cx="49434" cy="72866"/>
            </a:xfrm>
            <a:custGeom>
              <a:avLst/>
              <a:gdLst>
                <a:gd name="connsiteX0" fmla="*/ 20669 w 49434"/>
                <a:gd name="connsiteY0" fmla="*/ 72866 h 72866"/>
                <a:gd name="connsiteX1" fmla="*/ 9906 w 49434"/>
                <a:gd name="connsiteY1" fmla="*/ 69866 h 72866"/>
                <a:gd name="connsiteX2" fmla="*/ 2619 w 49434"/>
                <a:gd name="connsiteY2" fmla="*/ 60817 h 72866"/>
                <a:gd name="connsiteX3" fmla="*/ 0 w 49434"/>
                <a:gd name="connsiteY3" fmla="*/ 45672 h 72866"/>
                <a:gd name="connsiteX4" fmla="*/ 2810 w 49434"/>
                <a:gd name="connsiteY4" fmla="*/ 30766 h 72866"/>
                <a:gd name="connsiteX5" fmla="*/ 10573 w 49434"/>
                <a:gd name="connsiteY5" fmla="*/ 21907 h 72866"/>
                <a:gd name="connsiteX6" fmla="*/ 22003 w 49434"/>
                <a:gd name="connsiteY6" fmla="*/ 18955 h 72866"/>
                <a:gd name="connsiteX7" fmla="*/ 31480 w 49434"/>
                <a:gd name="connsiteY7" fmla="*/ 21288 h 72866"/>
                <a:gd name="connsiteX8" fmla="*/ 37909 w 49434"/>
                <a:gd name="connsiteY8" fmla="*/ 27527 h 72866"/>
                <a:gd name="connsiteX9" fmla="*/ 37909 w 49434"/>
                <a:gd name="connsiteY9" fmla="*/ 0 h 72866"/>
                <a:gd name="connsiteX10" fmla="*/ 49435 w 49434"/>
                <a:gd name="connsiteY10" fmla="*/ 0 h 72866"/>
                <a:gd name="connsiteX11" fmla="*/ 49435 w 49434"/>
                <a:gd name="connsiteY11" fmla="*/ 71961 h 72866"/>
                <a:gd name="connsiteX12" fmla="*/ 38481 w 49434"/>
                <a:gd name="connsiteY12" fmla="*/ 71961 h 72866"/>
                <a:gd name="connsiteX13" fmla="*/ 37909 w 49434"/>
                <a:gd name="connsiteY13" fmla="*/ 64484 h 72866"/>
                <a:gd name="connsiteX14" fmla="*/ 30909 w 49434"/>
                <a:gd name="connsiteY14" fmla="*/ 70580 h 72866"/>
                <a:gd name="connsiteX15" fmla="*/ 20765 w 49434"/>
                <a:gd name="connsiteY15" fmla="*/ 72866 h 72866"/>
                <a:gd name="connsiteX16" fmla="*/ 23670 w 49434"/>
                <a:gd name="connsiteY16" fmla="*/ 63865 h 72866"/>
                <a:gd name="connsiteX17" fmla="*/ 32337 w 49434"/>
                <a:gd name="connsiteY17" fmla="*/ 61293 h 72866"/>
                <a:gd name="connsiteX18" fmla="*/ 37862 w 49434"/>
                <a:gd name="connsiteY18" fmla="*/ 55102 h 72866"/>
                <a:gd name="connsiteX19" fmla="*/ 37862 w 49434"/>
                <a:gd name="connsiteY19" fmla="*/ 37433 h 72866"/>
                <a:gd name="connsiteX20" fmla="*/ 32718 w 49434"/>
                <a:gd name="connsiteY20" fmla="*/ 30766 h 72866"/>
                <a:gd name="connsiteX21" fmla="*/ 24575 w 49434"/>
                <a:gd name="connsiteY21" fmla="*/ 28004 h 72866"/>
                <a:gd name="connsiteX22" fmla="*/ 15097 w 49434"/>
                <a:gd name="connsiteY22" fmla="*/ 32575 h 72866"/>
                <a:gd name="connsiteX23" fmla="*/ 11859 w 49434"/>
                <a:gd name="connsiteY23" fmla="*/ 45625 h 72866"/>
                <a:gd name="connsiteX24" fmla="*/ 14954 w 49434"/>
                <a:gd name="connsiteY24" fmla="*/ 59293 h 72866"/>
                <a:gd name="connsiteX25" fmla="*/ 23765 w 49434"/>
                <a:gd name="connsiteY25" fmla="*/ 63865 h 72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434" h="72866">
                  <a:moveTo>
                    <a:pt x="20669" y="72866"/>
                  </a:moveTo>
                  <a:cubicBezTo>
                    <a:pt x="16621" y="72866"/>
                    <a:pt x="13002" y="71866"/>
                    <a:pt x="9906" y="69866"/>
                  </a:cubicBezTo>
                  <a:cubicBezTo>
                    <a:pt x="6763" y="67866"/>
                    <a:pt x="4334" y="64865"/>
                    <a:pt x="2619" y="60817"/>
                  </a:cubicBezTo>
                  <a:cubicBezTo>
                    <a:pt x="857" y="56769"/>
                    <a:pt x="0" y="51721"/>
                    <a:pt x="0" y="45672"/>
                  </a:cubicBezTo>
                  <a:cubicBezTo>
                    <a:pt x="0" y="39624"/>
                    <a:pt x="953" y="34719"/>
                    <a:pt x="2810" y="30766"/>
                  </a:cubicBezTo>
                  <a:cubicBezTo>
                    <a:pt x="4667" y="26813"/>
                    <a:pt x="7287" y="23860"/>
                    <a:pt x="10573" y="21907"/>
                  </a:cubicBezTo>
                  <a:cubicBezTo>
                    <a:pt x="13859" y="19907"/>
                    <a:pt x="17669" y="18955"/>
                    <a:pt x="22003" y="18955"/>
                  </a:cubicBezTo>
                  <a:cubicBezTo>
                    <a:pt x="25622" y="18955"/>
                    <a:pt x="28766" y="19764"/>
                    <a:pt x="31480" y="21288"/>
                  </a:cubicBezTo>
                  <a:cubicBezTo>
                    <a:pt x="34147" y="22860"/>
                    <a:pt x="36290" y="24956"/>
                    <a:pt x="37909" y="27527"/>
                  </a:cubicBezTo>
                  <a:lnTo>
                    <a:pt x="37909" y="0"/>
                  </a:lnTo>
                  <a:lnTo>
                    <a:pt x="49435" y="0"/>
                  </a:lnTo>
                  <a:lnTo>
                    <a:pt x="49435" y="71961"/>
                  </a:lnTo>
                  <a:lnTo>
                    <a:pt x="38481" y="71961"/>
                  </a:lnTo>
                  <a:lnTo>
                    <a:pt x="37909" y="64484"/>
                  </a:lnTo>
                  <a:cubicBezTo>
                    <a:pt x="36052" y="67008"/>
                    <a:pt x="33719" y="69056"/>
                    <a:pt x="30909" y="70580"/>
                  </a:cubicBezTo>
                  <a:cubicBezTo>
                    <a:pt x="28099" y="72104"/>
                    <a:pt x="24717" y="72866"/>
                    <a:pt x="20765" y="72866"/>
                  </a:cubicBezTo>
                  <a:close/>
                  <a:moveTo>
                    <a:pt x="23670" y="63865"/>
                  </a:moveTo>
                  <a:cubicBezTo>
                    <a:pt x="27099" y="63865"/>
                    <a:pt x="29956" y="63008"/>
                    <a:pt x="32337" y="61293"/>
                  </a:cubicBezTo>
                  <a:cubicBezTo>
                    <a:pt x="34671" y="59579"/>
                    <a:pt x="36528" y="57531"/>
                    <a:pt x="37862" y="55102"/>
                  </a:cubicBezTo>
                  <a:lnTo>
                    <a:pt x="37862" y="37433"/>
                  </a:lnTo>
                  <a:cubicBezTo>
                    <a:pt x="36624" y="34814"/>
                    <a:pt x="34909" y="32623"/>
                    <a:pt x="32718" y="30766"/>
                  </a:cubicBezTo>
                  <a:cubicBezTo>
                    <a:pt x="30528" y="28908"/>
                    <a:pt x="27813" y="28004"/>
                    <a:pt x="24575" y="28004"/>
                  </a:cubicBezTo>
                  <a:cubicBezTo>
                    <a:pt x="20431" y="28004"/>
                    <a:pt x="17288" y="29527"/>
                    <a:pt x="15097" y="32575"/>
                  </a:cubicBezTo>
                  <a:cubicBezTo>
                    <a:pt x="12906" y="35623"/>
                    <a:pt x="11859" y="39957"/>
                    <a:pt x="11859" y="45625"/>
                  </a:cubicBezTo>
                  <a:cubicBezTo>
                    <a:pt x="11859" y="51673"/>
                    <a:pt x="12906" y="56245"/>
                    <a:pt x="14954" y="59293"/>
                  </a:cubicBezTo>
                  <a:cubicBezTo>
                    <a:pt x="17002" y="62341"/>
                    <a:pt x="19955" y="63865"/>
                    <a:pt x="23765" y="63865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EC3119-E563-663A-5036-D1D719AD7643}"/>
                </a:ext>
              </a:extLst>
            </p:cNvPr>
            <p:cNvSpPr/>
            <p:nvPr/>
          </p:nvSpPr>
          <p:spPr>
            <a:xfrm>
              <a:off x="543972" y="648700"/>
              <a:ext cx="13620" cy="72532"/>
            </a:xfrm>
            <a:custGeom>
              <a:avLst/>
              <a:gdLst>
                <a:gd name="connsiteX0" fmla="*/ 6810 w 13620"/>
                <a:gd name="connsiteY0" fmla="*/ 12097 h 72532"/>
                <a:gd name="connsiteX1" fmla="*/ 1762 w 13620"/>
                <a:gd name="connsiteY1" fmla="*/ 10382 h 72532"/>
                <a:gd name="connsiteX2" fmla="*/ 0 w 13620"/>
                <a:gd name="connsiteY2" fmla="*/ 6096 h 72532"/>
                <a:gd name="connsiteX3" fmla="*/ 1762 w 13620"/>
                <a:gd name="connsiteY3" fmla="*/ 1715 h 72532"/>
                <a:gd name="connsiteX4" fmla="*/ 6810 w 13620"/>
                <a:gd name="connsiteY4" fmla="*/ 0 h 72532"/>
                <a:gd name="connsiteX5" fmla="*/ 11811 w 13620"/>
                <a:gd name="connsiteY5" fmla="*/ 1715 h 72532"/>
                <a:gd name="connsiteX6" fmla="*/ 13621 w 13620"/>
                <a:gd name="connsiteY6" fmla="*/ 6048 h 72532"/>
                <a:gd name="connsiteX7" fmla="*/ 11811 w 13620"/>
                <a:gd name="connsiteY7" fmla="*/ 10382 h 72532"/>
                <a:gd name="connsiteX8" fmla="*/ 6810 w 13620"/>
                <a:gd name="connsiteY8" fmla="*/ 12097 h 72532"/>
                <a:gd name="connsiteX9" fmla="*/ 1000 w 13620"/>
                <a:gd name="connsiteY9" fmla="*/ 72533 h 72532"/>
                <a:gd name="connsiteX10" fmla="*/ 1000 w 13620"/>
                <a:gd name="connsiteY10" fmla="*/ 20431 h 72532"/>
                <a:gd name="connsiteX11" fmla="*/ 12573 w 13620"/>
                <a:gd name="connsiteY11" fmla="*/ 20431 h 72532"/>
                <a:gd name="connsiteX12" fmla="*/ 12573 w 13620"/>
                <a:gd name="connsiteY12" fmla="*/ 72533 h 72532"/>
                <a:gd name="connsiteX13" fmla="*/ 1000 w 13620"/>
                <a:gd name="connsiteY13" fmla="*/ 72533 h 7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620" h="72532">
                  <a:moveTo>
                    <a:pt x="6810" y="12097"/>
                  </a:moveTo>
                  <a:cubicBezTo>
                    <a:pt x="4620" y="12097"/>
                    <a:pt x="2953" y="11525"/>
                    <a:pt x="1762" y="10382"/>
                  </a:cubicBezTo>
                  <a:cubicBezTo>
                    <a:pt x="571" y="9239"/>
                    <a:pt x="0" y="7810"/>
                    <a:pt x="0" y="6096"/>
                  </a:cubicBezTo>
                  <a:cubicBezTo>
                    <a:pt x="0" y="4381"/>
                    <a:pt x="571" y="2857"/>
                    <a:pt x="1762" y="1715"/>
                  </a:cubicBezTo>
                  <a:cubicBezTo>
                    <a:pt x="2953" y="571"/>
                    <a:pt x="4620" y="0"/>
                    <a:pt x="6810" y="0"/>
                  </a:cubicBezTo>
                  <a:cubicBezTo>
                    <a:pt x="9001" y="0"/>
                    <a:pt x="10620" y="571"/>
                    <a:pt x="11811" y="1715"/>
                  </a:cubicBezTo>
                  <a:cubicBezTo>
                    <a:pt x="13002" y="2857"/>
                    <a:pt x="13621" y="4286"/>
                    <a:pt x="13621" y="6048"/>
                  </a:cubicBezTo>
                  <a:cubicBezTo>
                    <a:pt x="13621" y="7810"/>
                    <a:pt x="13002" y="9239"/>
                    <a:pt x="11811" y="10382"/>
                  </a:cubicBezTo>
                  <a:cubicBezTo>
                    <a:pt x="10620" y="11525"/>
                    <a:pt x="8953" y="12097"/>
                    <a:pt x="6810" y="12097"/>
                  </a:cubicBezTo>
                  <a:close/>
                  <a:moveTo>
                    <a:pt x="1000" y="72533"/>
                  </a:moveTo>
                  <a:lnTo>
                    <a:pt x="1000" y="20431"/>
                  </a:lnTo>
                  <a:lnTo>
                    <a:pt x="12573" y="20431"/>
                  </a:lnTo>
                  <a:lnTo>
                    <a:pt x="12573" y="72533"/>
                  </a:lnTo>
                  <a:lnTo>
                    <a:pt x="1000" y="72533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CBC75E7-CF29-C6C4-008D-0BC574CFC762}"/>
                </a:ext>
              </a:extLst>
            </p:cNvPr>
            <p:cNvSpPr/>
            <p:nvPr/>
          </p:nvSpPr>
          <p:spPr>
            <a:xfrm>
              <a:off x="569928" y="668131"/>
              <a:ext cx="51006" cy="53959"/>
            </a:xfrm>
            <a:custGeom>
              <a:avLst/>
              <a:gdLst>
                <a:gd name="connsiteX0" fmla="*/ 25289 w 51006"/>
                <a:gd name="connsiteY0" fmla="*/ 53959 h 53959"/>
                <a:gd name="connsiteX1" fmla="*/ 11859 w 51006"/>
                <a:gd name="connsiteY1" fmla="*/ 50768 h 53959"/>
                <a:gd name="connsiteX2" fmla="*/ 3096 w 51006"/>
                <a:gd name="connsiteY2" fmla="*/ 41577 h 53959"/>
                <a:gd name="connsiteX3" fmla="*/ 0 w 51006"/>
                <a:gd name="connsiteY3" fmla="*/ 27146 h 53959"/>
                <a:gd name="connsiteX4" fmla="*/ 3096 w 51006"/>
                <a:gd name="connsiteY4" fmla="*/ 12478 h 53959"/>
                <a:gd name="connsiteX5" fmla="*/ 11859 w 51006"/>
                <a:gd name="connsiteY5" fmla="*/ 3191 h 53959"/>
                <a:gd name="connsiteX6" fmla="*/ 25289 w 51006"/>
                <a:gd name="connsiteY6" fmla="*/ 0 h 53959"/>
                <a:gd name="connsiteX7" fmla="*/ 39005 w 51006"/>
                <a:gd name="connsiteY7" fmla="*/ 3191 h 53959"/>
                <a:gd name="connsiteX8" fmla="*/ 47863 w 51006"/>
                <a:gd name="connsiteY8" fmla="*/ 12478 h 53959"/>
                <a:gd name="connsiteX9" fmla="*/ 51006 w 51006"/>
                <a:gd name="connsiteY9" fmla="*/ 27146 h 53959"/>
                <a:gd name="connsiteX10" fmla="*/ 47863 w 51006"/>
                <a:gd name="connsiteY10" fmla="*/ 41577 h 53959"/>
                <a:gd name="connsiteX11" fmla="*/ 39005 w 51006"/>
                <a:gd name="connsiteY11" fmla="*/ 50768 h 53959"/>
                <a:gd name="connsiteX12" fmla="*/ 25289 w 51006"/>
                <a:gd name="connsiteY12" fmla="*/ 53959 h 53959"/>
                <a:gd name="connsiteX13" fmla="*/ 25289 w 51006"/>
                <a:gd name="connsiteY13" fmla="*/ 45006 h 53959"/>
                <a:gd name="connsiteX14" fmla="*/ 33576 w 51006"/>
                <a:gd name="connsiteY14" fmla="*/ 42672 h 53959"/>
                <a:gd name="connsiteX15" fmla="*/ 37909 w 51006"/>
                <a:gd name="connsiteY15" fmla="*/ 36290 h 53959"/>
                <a:gd name="connsiteX16" fmla="*/ 39195 w 51006"/>
                <a:gd name="connsiteY16" fmla="*/ 27242 h 53959"/>
                <a:gd name="connsiteX17" fmla="*/ 37909 w 51006"/>
                <a:gd name="connsiteY17" fmla="*/ 18002 h 53959"/>
                <a:gd name="connsiteX18" fmla="*/ 33576 w 51006"/>
                <a:gd name="connsiteY18" fmla="*/ 11525 h 53959"/>
                <a:gd name="connsiteX19" fmla="*/ 25289 w 51006"/>
                <a:gd name="connsiteY19" fmla="*/ 9144 h 53959"/>
                <a:gd name="connsiteX20" fmla="*/ 17335 w 51006"/>
                <a:gd name="connsiteY20" fmla="*/ 11525 h 53959"/>
                <a:gd name="connsiteX21" fmla="*/ 13097 w 51006"/>
                <a:gd name="connsiteY21" fmla="*/ 18002 h 53959"/>
                <a:gd name="connsiteX22" fmla="*/ 11811 w 51006"/>
                <a:gd name="connsiteY22" fmla="*/ 27242 h 53959"/>
                <a:gd name="connsiteX23" fmla="*/ 13097 w 51006"/>
                <a:gd name="connsiteY23" fmla="*/ 36290 h 53959"/>
                <a:gd name="connsiteX24" fmla="*/ 17335 w 51006"/>
                <a:gd name="connsiteY24" fmla="*/ 42672 h 53959"/>
                <a:gd name="connsiteX25" fmla="*/ 25289 w 51006"/>
                <a:gd name="connsiteY25" fmla="*/ 45006 h 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1006" h="53959">
                  <a:moveTo>
                    <a:pt x="25289" y="53959"/>
                  </a:moveTo>
                  <a:cubicBezTo>
                    <a:pt x="20145" y="53959"/>
                    <a:pt x="15621" y="52911"/>
                    <a:pt x="11859" y="50768"/>
                  </a:cubicBezTo>
                  <a:cubicBezTo>
                    <a:pt x="8049" y="48673"/>
                    <a:pt x="5144" y="45577"/>
                    <a:pt x="3096" y="41577"/>
                  </a:cubicBezTo>
                  <a:cubicBezTo>
                    <a:pt x="1048" y="37576"/>
                    <a:pt x="0" y="32766"/>
                    <a:pt x="0" y="27146"/>
                  </a:cubicBezTo>
                  <a:cubicBezTo>
                    <a:pt x="0" y="21527"/>
                    <a:pt x="1048" y="16574"/>
                    <a:pt x="3096" y="12478"/>
                  </a:cubicBezTo>
                  <a:cubicBezTo>
                    <a:pt x="5144" y="8382"/>
                    <a:pt x="8049" y="5334"/>
                    <a:pt x="11859" y="3191"/>
                  </a:cubicBezTo>
                  <a:cubicBezTo>
                    <a:pt x="15669" y="1048"/>
                    <a:pt x="20145" y="0"/>
                    <a:pt x="25289" y="0"/>
                  </a:cubicBezTo>
                  <a:cubicBezTo>
                    <a:pt x="30432" y="0"/>
                    <a:pt x="35147" y="1048"/>
                    <a:pt x="39005" y="3191"/>
                  </a:cubicBezTo>
                  <a:cubicBezTo>
                    <a:pt x="42863" y="5334"/>
                    <a:pt x="45815" y="8430"/>
                    <a:pt x="47863" y="12478"/>
                  </a:cubicBezTo>
                  <a:cubicBezTo>
                    <a:pt x="49959" y="16526"/>
                    <a:pt x="51006" y="21431"/>
                    <a:pt x="51006" y="27146"/>
                  </a:cubicBezTo>
                  <a:cubicBezTo>
                    <a:pt x="51006" y="32861"/>
                    <a:pt x="49959" y="37529"/>
                    <a:pt x="47863" y="41577"/>
                  </a:cubicBezTo>
                  <a:cubicBezTo>
                    <a:pt x="45768" y="45577"/>
                    <a:pt x="42815" y="48673"/>
                    <a:pt x="39005" y="50768"/>
                  </a:cubicBezTo>
                  <a:cubicBezTo>
                    <a:pt x="35195" y="52911"/>
                    <a:pt x="30623" y="53959"/>
                    <a:pt x="25289" y="53959"/>
                  </a:cubicBezTo>
                  <a:close/>
                  <a:moveTo>
                    <a:pt x="25289" y="45006"/>
                  </a:moveTo>
                  <a:cubicBezTo>
                    <a:pt x="28766" y="45006"/>
                    <a:pt x="31528" y="44244"/>
                    <a:pt x="33576" y="42672"/>
                  </a:cubicBezTo>
                  <a:cubicBezTo>
                    <a:pt x="35624" y="41100"/>
                    <a:pt x="37052" y="38957"/>
                    <a:pt x="37909" y="36290"/>
                  </a:cubicBezTo>
                  <a:cubicBezTo>
                    <a:pt x="38767" y="33576"/>
                    <a:pt x="39195" y="30575"/>
                    <a:pt x="39195" y="27242"/>
                  </a:cubicBezTo>
                  <a:cubicBezTo>
                    <a:pt x="39195" y="23908"/>
                    <a:pt x="38767" y="20717"/>
                    <a:pt x="37909" y="18002"/>
                  </a:cubicBezTo>
                  <a:cubicBezTo>
                    <a:pt x="37052" y="15288"/>
                    <a:pt x="35624" y="13097"/>
                    <a:pt x="33576" y="11525"/>
                  </a:cubicBezTo>
                  <a:cubicBezTo>
                    <a:pt x="31528" y="9954"/>
                    <a:pt x="28766" y="9144"/>
                    <a:pt x="25289" y="9144"/>
                  </a:cubicBezTo>
                  <a:cubicBezTo>
                    <a:pt x="21812" y="9144"/>
                    <a:pt x="19288" y="9954"/>
                    <a:pt x="17335" y="11525"/>
                  </a:cubicBezTo>
                  <a:cubicBezTo>
                    <a:pt x="15383" y="13097"/>
                    <a:pt x="13954" y="15288"/>
                    <a:pt x="13097" y="18002"/>
                  </a:cubicBezTo>
                  <a:cubicBezTo>
                    <a:pt x="12240" y="20717"/>
                    <a:pt x="11811" y="23813"/>
                    <a:pt x="11811" y="27242"/>
                  </a:cubicBezTo>
                  <a:cubicBezTo>
                    <a:pt x="11811" y="30671"/>
                    <a:pt x="12240" y="33623"/>
                    <a:pt x="13097" y="36290"/>
                  </a:cubicBezTo>
                  <a:cubicBezTo>
                    <a:pt x="13954" y="38957"/>
                    <a:pt x="15383" y="41100"/>
                    <a:pt x="17335" y="42672"/>
                  </a:cubicBezTo>
                  <a:cubicBezTo>
                    <a:pt x="19288" y="44244"/>
                    <a:pt x="21955" y="45006"/>
                    <a:pt x="25289" y="45006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27F734-96CC-1D43-A119-EBFAA488ED94}"/>
                </a:ext>
              </a:extLst>
            </p:cNvPr>
            <p:cNvSpPr/>
            <p:nvPr/>
          </p:nvSpPr>
          <p:spPr>
            <a:xfrm>
              <a:off x="634317" y="668369"/>
              <a:ext cx="46196" cy="52863"/>
            </a:xfrm>
            <a:custGeom>
              <a:avLst/>
              <a:gdLst>
                <a:gd name="connsiteX0" fmla="*/ 0 w 46196"/>
                <a:gd name="connsiteY0" fmla="*/ 52864 h 52863"/>
                <a:gd name="connsiteX1" fmla="*/ 0 w 46196"/>
                <a:gd name="connsiteY1" fmla="*/ 762 h 52863"/>
                <a:gd name="connsiteX2" fmla="*/ 11097 w 46196"/>
                <a:gd name="connsiteY2" fmla="*/ 762 h 52863"/>
                <a:gd name="connsiteX3" fmla="*/ 11382 w 46196"/>
                <a:gd name="connsiteY3" fmla="*/ 8668 h 52863"/>
                <a:gd name="connsiteX4" fmla="*/ 18336 w 46196"/>
                <a:gd name="connsiteY4" fmla="*/ 2715 h 52863"/>
                <a:gd name="connsiteX5" fmla="*/ 29623 w 46196"/>
                <a:gd name="connsiteY5" fmla="*/ 0 h 52863"/>
                <a:gd name="connsiteX6" fmla="*/ 42053 w 46196"/>
                <a:gd name="connsiteY6" fmla="*/ 4953 h 52863"/>
                <a:gd name="connsiteX7" fmla="*/ 46196 w 46196"/>
                <a:gd name="connsiteY7" fmla="*/ 19098 h 52863"/>
                <a:gd name="connsiteX8" fmla="*/ 46196 w 46196"/>
                <a:gd name="connsiteY8" fmla="*/ 52864 h 52863"/>
                <a:gd name="connsiteX9" fmla="*/ 34671 w 46196"/>
                <a:gd name="connsiteY9" fmla="*/ 52864 h 52863"/>
                <a:gd name="connsiteX10" fmla="*/ 34671 w 46196"/>
                <a:gd name="connsiteY10" fmla="*/ 20622 h 52863"/>
                <a:gd name="connsiteX11" fmla="*/ 33861 w 46196"/>
                <a:gd name="connsiteY11" fmla="*/ 14764 h 52863"/>
                <a:gd name="connsiteX12" fmla="*/ 31147 w 46196"/>
                <a:gd name="connsiteY12" fmla="*/ 10811 h 52863"/>
                <a:gd name="connsiteX13" fmla="*/ 25956 w 46196"/>
                <a:gd name="connsiteY13" fmla="*/ 9382 h 52863"/>
                <a:gd name="connsiteX14" fmla="*/ 17431 w 46196"/>
                <a:gd name="connsiteY14" fmla="*/ 11716 h 52863"/>
                <a:gd name="connsiteX15" fmla="*/ 11621 w 46196"/>
                <a:gd name="connsiteY15" fmla="*/ 17002 h 52863"/>
                <a:gd name="connsiteX16" fmla="*/ 11621 w 46196"/>
                <a:gd name="connsiteY16" fmla="*/ 52864 h 52863"/>
                <a:gd name="connsiteX17" fmla="*/ 48 w 46196"/>
                <a:gd name="connsiteY17" fmla="*/ 52864 h 5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6196" h="52863">
                  <a:moveTo>
                    <a:pt x="0" y="52864"/>
                  </a:moveTo>
                  <a:lnTo>
                    <a:pt x="0" y="762"/>
                  </a:lnTo>
                  <a:lnTo>
                    <a:pt x="11097" y="762"/>
                  </a:lnTo>
                  <a:lnTo>
                    <a:pt x="11382" y="8668"/>
                  </a:lnTo>
                  <a:cubicBezTo>
                    <a:pt x="13097" y="6477"/>
                    <a:pt x="15430" y="4524"/>
                    <a:pt x="18336" y="2715"/>
                  </a:cubicBezTo>
                  <a:cubicBezTo>
                    <a:pt x="21241" y="905"/>
                    <a:pt x="25003" y="0"/>
                    <a:pt x="29623" y="0"/>
                  </a:cubicBezTo>
                  <a:cubicBezTo>
                    <a:pt x="35147" y="0"/>
                    <a:pt x="39291" y="1667"/>
                    <a:pt x="42053" y="4953"/>
                  </a:cubicBezTo>
                  <a:cubicBezTo>
                    <a:pt x="44815" y="8239"/>
                    <a:pt x="46196" y="12954"/>
                    <a:pt x="46196" y="19098"/>
                  </a:cubicBezTo>
                  <a:lnTo>
                    <a:pt x="46196" y="52864"/>
                  </a:lnTo>
                  <a:lnTo>
                    <a:pt x="34671" y="52864"/>
                  </a:lnTo>
                  <a:lnTo>
                    <a:pt x="34671" y="20622"/>
                  </a:lnTo>
                  <a:cubicBezTo>
                    <a:pt x="34671" y="18431"/>
                    <a:pt x="34385" y="16478"/>
                    <a:pt x="33861" y="14764"/>
                  </a:cubicBezTo>
                  <a:cubicBezTo>
                    <a:pt x="33338" y="13049"/>
                    <a:pt x="32433" y="11763"/>
                    <a:pt x="31147" y="10811"/>
                  </a:cubicBezTo>
                  <a:cubicBezTo>
                    <a:pt x="29861" y="9858"/>
                    <a:pt x="28146" y="9382"/>
                    <a:pt x="25956" y="9382"/>
                  </a:cubicBezTo>
                  <a:cubicBezTo>
                    <a:pt x="22622" y="9382"/>
                    <a:pt x="19764" y="10144"/>
                    <a:pt x="17431" y="11716"/>
                  </a:cubicBezTo>
                  <a:cubicBezTo>
                    <a:pt x="15097" y="13287"/>
                    <a:pt x="13144" y="15002"/>
                    <a:pt x="11621" y="17002"/>
                  </a:cubicBezTo>
                  <a:lnTo>
                    <a:pt x="11621" y="52864"/>
                  </a:lnTo>
                  <a:lnTo>
                    <a:pt x="48" y="52864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A9A7665-7DE6-0307-FFE6-AAB303F744E7}"/>
                </a:ext>
              </a:extLst>
            </p:cNvPr>
            <p:cNvSpPr/>
            <p:nvPr/>
          </p:nvSpPr>
          <p:spPr>
            <a:xfrm>
              <a:off x="696134" y="706421"/>
              <a:ext cx="15906" cy="15478"/>
            </a:xfrm>
            <a:custGeom>
              <a:avLst/>
              <a:gdLst>
                <a:gd name="connsiteX0" fmla="*/ 8001 w 15906"/>
                <a:gd name="connsiteY0" fmla="*/ 15478 h 15478"/>
                <a:gd name="connsiteX1" fmla="*/ 2238 w 15906"/>
                <a:gd name="connsiteY1" fmla="*/ 13240 h 15478"/>
                <a:gd name="connsiteX2" fmla="*/ 0 w 15906"/>
                <a:gd name="connsiteY2" fmla="*/ 7715 h 15478"/>
                <a:gd name="connsiteX3" fmla="*/ 2238 w 15906"/>
                <a:gd name="connsiteY3" fmla="*/ 2143 h 15478"/>
                <a:gd name="connsiteX4" fmla="*/ 8001 w 15906"/>
                <a:gd name="connsiteY4" fmla="*/ 0 h 15478"/>
                <a:gd name="connsiteX5" fmla="*/ 13716 w 15906"/>
                <a:gd name="connsiteY5" fmla="*/ 2143 h 15478"/>
                <a:gd name="connsiteX6" fmla="*/ 15907 w 15906"/>
                <a:gd name="connsiteY6" fmla="*/ 7715 h 15478"/>
                <a:gd name="connsiteX7" fmla="*/ 13716 w 15906"/>
                <a:gd name="connsiteY7" fmla="*/ 13240 h 15478"/>
                <a:gd name="connsiteX8" fmla="*/ 8001 w 15906"/>
                <a:gd name="connsiteY8" fmla="*/ 15478 h 15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06" h="15478">
                  <a:moveTo>
                    <a:pt x="8001" y="15478"/>
                  </a:moveTo>
                  <a:cubicBezTo>
                    <a:pt x="5667" y="15478"/>
                    <a:pt x="3715" y="14716"/>
                    <a:pt x="2238" y="13240"/>
                  </a:cubicBezTo>
                  <a:cubicBezTo>
                    <a:pt x="762" y="11763"/>
                    <a:pt x="0" y="9906"/>
                    <a:pt x="0" y="7715"/>
                  </a:cubicBezTo>
                  <a:cubicBezTo>
                    <a:pt x="0" y="5429"/>
                    <a:pt x="762" y="3572"/>
                    <a:pt x="2238" y="2143"/>
                  </a:cubicBezTo>
                  <a:cubicBezTo>
                    <a:pt x="3715" y="714"/>
                    <a:pt x="5667" y="0"/>
                    <a:pt x="8001" y="0"/>
                  </a:cubicBezTo>
                  <a:cubicBezTo>
                    <a:pt x="10335" y="0"/>
                    <a:pt x="12240" y="714"/>
                    <a:pt x="13716" y="2143"/>
                  </a:cubicBezTo>
                  <a:cubicBezTo>
                    <a:pt x="15192" y="3572"/>
                    <a:pt x="15907" y="5429"/>
                    <a:pt x="15907" y="7715"/>
                  </a:cubicBezTo>
                  <a:cubicBezTo>
                    <a:pt x="15907" y="10001"/>
                    <a:pt x="15192" y="11716"/>
                    <a:pt x="13716" y="13240"/>
                  </a:cubicBezTo>
                  <a:cubicBezTo>
                    <a:pt x="12240" y="14716"/>
                    <a:pt x="10335" y="15478"/>
                    <a:pt x="8001" y="15478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6592611-8CE9-2C0E-6B91-3B9963E7579F}"/>
                </a:ext>
              </a:extLst>
            </p:cNvPr>
            <p:cNvSpPr/>
            <p:nvPr/>
          </p:nvSpPr>
          <p:spPr>
            <a:xfrm>
              <a:off x="722614" y="668274"/>
              <a:ext cx="48291" cy="53863"/>
            </a:xfrm>
            <a:custGeom>
              <a:avLst/>
              <a:gdLst>
                <a:gd name="connsiteX0" fmla="*/ 25146 w 48291"/>
                <a:gd name="connsiteY0" fmla="*/ 53769 h 53863"/>
                <a:gd name="connsiteX1" fmla="*/ 12240 w 48291"/>
                <a:gd name="connsiteY1" fmla="*/ 50911 h 53863"/>
                <a:gd name="connsiteX2" fmla="*/ 3286 w 48291"/>
                <a:gd name="connsiteY2" fmla="*/ 42100 h 53863"/>
                <a:gd name="connsiteX3" fmla="*/ 0 w 48291"/>
                <a:gd name="connsiteY3" fmla="*/ 27099 h 53863"/>
                <a:gd name="connsiteX4" fmla="*/ 3191 w 48291"/>
                <a:gd name="connsiteY4" fmla="*/ 11954 h 53863"/>
                <a:gd name="connsiteX5" fmla="*/ 12002 w 48291"/>
                <a:gd name="connsiteY5" fmla="*/ 2953 h 53863"/>
                <a:gd name="connsiteX6" fmla="*/ 25146 w 48291"/>
                <a:gd name="connsiteY6" fmla="*/ 0 h 53863"/>
                <a:gd name="connsiteX7" fmla="*/ 36528 w 48291"/>
                <a:gd name="connsiteY7" fmla="*/ 2095 h 53863"/>
                <a:gd name="connsiteX8" fmla="*/ 44625 w 48291"/>
                <a:gd name="connsiteY8" fmla="*/ 8334 h 53863"/>
                <a:gd name="connsiteX9" fmla="*/ 47816 w 48291"/>
                <a:gd name="connsiteY9" fmla="*/ 18859 h 53863"/>
                <a:gd name="connsiteX10" fmla="*/ 36528 w 48291"/>
                <a:gd name="connsiteY10" fmla="*/ 18859 h 53863"/>
                <a:gd name="connsiteX11" fmla="*/ 33338 w 48291"/>
                <a:gd name="connsiteY11" fmla="*/ 11716 h 53863"/>
                <a:gd name="connsiteX12" fmla="*/ 25241 w 48291"/>
                <a:gd name="connsiteY12" fmla="*/ 9096 h 53863"/>
                <a:gd name="connsiteX13" fmla="*/ 15097 w 48291"/>
                <a:gd name="connsiteY13" fmla="*/ 13811 h 53863"/>
                <a:gd name="connsiteX14" fmla="*/ 11859 w 48291"/>
                <a:gd name="connsiteY14" fmla="*/ 27099 h 53863"/>
                <a:gd name="connsiteX15" fmla="*/ 13287 w 48291"/>
                <a:gd name="connsiteY15" fmla="*/ 36624 h 53863"/>
                <a:gd name="connsiteX16" fmla="*/ 17717 w 48291"/>
                <a:gd name="connsiteY16" fmla="*/ 42672 h 53863"/>
                <a:gd name="connsiteX17" fmla="*/ 25289 w 48291"/>
                <a:gd name="connsiteY17" fmla="*/ 44767 h 53863"/>
                <a:gd name="connsiteX18" fmla="*/ 33671 w 48291"/>
                <a:gd name="connsiteY18" fmla="*/ 42005 h 53863"/>
                <a:gd name="connsiteX19" fmla="*/ 37005 w 48291"/>
                <a:gd name="connsiteY19" fmla="*/ 34004 h 53863"/>
                <a:gd name="connsiteX20" fmla="*/ 48292 w 48291"/>
                <a:gd name="connsiteY20" fmla="*/ 34004 h 53863"/>
                <a:gd name="connsiteX21" fmla="*/ 45101 w 48291"/>
                <a:gd name="connsiteY21" fmla="*/ 44958 h 53863"/>
                <a:gd name="connsiteX22" fmla="*/ 36909 w 48291"/>
                <a:gd name="connsiteY22" fmla="*/ 51625 h 53863"/>
                <a:gd name="connsiteX23" fmla="*/ 25241 w 48291"/>
                <a:gd name="connsiteY23" fmla="*/ 53864 h 5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291" h="53863">
                  <a:moveTo>
                    <a:pt x="25146" y="53769"/>
                  </a:moveTo>
                  <a:cubicBezTo>
                    <a:pt x="20336" y="53769"/>
                    <a:pt x="16050" y="52816"/>
                    <a:pt x="12240" y="50911"/>
                  </a:cubicBezTo>
                  <a:cubicBezTo>
                    <a:pt x="8477" y="49006"/>
                    <a:pt x="5477" y="46053"/>
                    <a:pt x="3286" y="42100"/>
                  </a:cubicBezTo>
                  <a:cubicBezTo>
                    <a:pt x="1095" y="38148"/>
                    <a:pt x="0" y="33147"/>
                    <a:pt x="0" y="27099"/>
                  </a:cubicBezTo>
                  <a:cubicBezTo>
                    <a:pt x="0" y="21050"/>
                    <a:pt x="1048" y="15954"/>
                    <a:pt x="3191" y="11954"/>
                  </a:cubicBezTo>
                  <a:cubicBezTo>
                    <a:pt x="5334" y="7953"/>
                    <a:pt x="8239" y="4953"/>
                    <a:pt x="12002" y="2953"/>
                  </a:cubicBezTo>
                  <a:cubicBezTo>
                    <a:pt x="15764" y="952"/>
                    <a:pt x="20145" y="0"/>
                    <a:pt x="25146" y="0"/>
                  </a:cubicBezTo>
                  <a:cubicBezTo>
                    <a:pt x="29337" y="0"/>
                    <a:pt x="33147" y="714"/>
                    <a:pt x="36528" y="2095"/>
                  </a:cubicBezTo>
                  <a:cubicBezTo>
                    <a:pt x="39910" y="3477"/>
                    <a:pt x="42624" y="5572"/>
                    <a:pt x="44625" y="8334"/>
                  </a:cubicBezTo>
                  <a:cubicBezTo>
                    <a:pt x="46625" y="11097"/>
                    <a:pt x="47720" y="14621"/>
                    <a:pt x="47816" y="18859"/>
                  </a:cubicBezTo>
                  <a:lnTo>
                    <a:pt x="36528" y="18859"/>
                  </a:lnTo>
                  <a:cubicBezTo>
                    <a:pt x="36338" y="15811"/>
                    <a:pt x="35290" y="13430"/>
                    <a:pt x="33338" y="11716"/>
                  </a:cubicBezTo>
                  <a:cubicBezTo>
                    <a:pt x="31385" y="9954"/>
                    <a:pt x="28670" y="9096"/>
                    <a:pt x="25241" y="9096"/>
                  </a:cubicBezTo>
                  <a:cubicBezTo>
                    <a:pt x="20622" y="9096"/>
                    <a:pt x="17240" y="10668"/>
                    <a:pt x="15097" y="13811"/>
                  </a:cubicBezTo>
                  <a:cubicBezTo>
                    <a:pt x="12906" y="16954"/>
                    <a:pt x="11859" y="21384"/>
                    <a:pt x="11859" y="27099"/>
                  </a:cubicBezTo>
                  <a:cubicBezTo>
                    <a:pt x="11859" y="30813"/>
                    <a:pt x="12335" y="33957"/>
                    <a:pt x="13287" y="36624"/>
                  </a:cubicBezTo>
                  <a:cubicBezTo>
                    <a:pt x="14240" y="39243"/>
                    <a:pt x="15716" y="41291"/>
                    <a:pt x="17717" y="42672"/>
                  </a:cubicBezTo>
                  <a:cubicBezTo>
                    <a:pt x="19717" y="44053"/>
                    <a:pt x="22193" y="44767"/>
                    <a:pt x="25289" y="44767"/>
                  </a:cubicBezTo>
                  <a:cubicBezTo>
                    <a:pt x="28766" y="44767"/>
                    <a:pt x="31575" y="43863"/>
                    <a:pt x="33671" y="42005"/>
                  </a:cubicBezTo>
                  <a:cubicBezTo>
                    <a:pt x="35766" y="40148"/>
                    <a:pt x="36862" y="37481"/>
                    <a:pt x="37005" y="34004"/>
                  </a:cubicBezTo>
                  <a:lnTo>
                    <a:pt x="48292" y="34004"/>
                  </a:lnTo>
                  <a:cubicBezTo>
                    <a:pt x="48197" y="38338"/>
                    <a:pt x="47101" y="42005"/>
                    <a:pt x="45101" y="44958"/>
                  </a:cubicBezTo>
                  <a:cubicBezTo>
                    <a:pt x="43053" y="47911"/>
                    <a:pt x="40338" y="50149"/>
                    <a:pt x="36909" y="51625"/>
                  </a:cubicBezTo>
                  <a:cubicBezTo>
                    <a:pt x="33480" y="53102"/>
                    <a:pt x="29575" y="53864"/>
                    <a:pt x="25241" y="53864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D13711F-8729-B0BE-FD66-F92CE291AD93}"/>
                </a:ext>
              </a:extLst>
            </p:cNvPr>
            <p:cNvSpPr/>
            <p:nvPr/>
          </p:nvSpPr>
          <p:spPr>
            <a:xfrm>
              <a:off x="781431" y="668131"/>
              <a:ext cx="51006" cy="53959"/>
            </a:xfrm>
            <a:custGeom>
              <a:avLst/>
              <a:gdLst>
                <a:gd name="connsiteX0" fmla="*/ 25289 w 51006"/>
                <a:gd name="connsiteY0" fmla="*/ 53959 h 53959"/>
                <a:gd name="connsiteX1" fmla="*/ 11859 w 51006"/>
                <a:gd name="connsiteY1" fmla="*/ 50768 h 53959"/>
                <a:gd name="connsiteX2" fmla="*/ 3096 w 51006"/>
                <a:gd name="connsiteY2" fmla="*/ 41577 h 53959"/>
                <a:gd name="connsiteX3" fmla="*/ 0 w 51006"/>
                <a:gd name="connsiteY3" fmla="*/ 27146 h 53959"/>
                <a:gd name="connsiteX4" fmla="*/ 3096 w 51006"/>
                <a:gd name="connsiteY4" fmla="*/ 12478 h 53959"/>
                <a:gd name="connsiteX5" fmla="*/ 11859 w 51006"/>
                <a:gd name="connsiteY5" fmla="*/ 3191 h 53959"/>
                <a:gd name="connsiteX6" fmla="*/ 25289 w 51006"/>
                <a:gd name="connsiteY6" fmla="*/ 0 h 53959"/>
                <a:gd name="connsiteX7" fmla="*/ 39005 w 51006"/>
                <a:gd name="connsiteY7" fmla="*/ 3191 h 53959"/>
                <a:gd name="connsiteX8" fmla="*/ 47863 w 51006"/>
                <a:gd name="connsiteY8" fmla="*/ 12478 h 53959"/>
                <a:gd name="connsiteX9" fmla="*/ 51006 w 51006"/>
                <a:gd name="connsiteY9" fmla="*/ 27146 h 53959"/>
                <a:gd name="connsiteX10" fmla="*/ 47863 w 51006"/>
                <a:gd name="connsiteY10" fmla="*/ 41577 h 53959"/>
                <a:gd name="connsiteX11" fmla="*/ 39005 w 51006"/>
                <a:gd name="connsiteY11" fmla="*/ 50768 h 53959"/>
                <a:gd name="connsiteX12" fmla="*/ 25289 w 51006"/>
                <a:gd name="connsiteY12" fmla="*/ 53959 h 53959"/>
                <a:gd name="connsiteX13" fmla="*/ 25289 w 51006"/>
                <a:gd name="connsiteY13" fmla="*/ 45006 h 53959"/>
                <a:gd name="connsiteX14" fmla="*/ 33576 w 51006"/>
                <a:gd name="connsiteY14" fmla="*/ 42672 h 53959"/>
                <a:gd name="connsiteX15" fmla="*/ 37909 w 51006"/>
                <a:gd name="connsiteY15" fmla="*/ 36290 h 53959"/>
                <a:gd name="connsiteX16" fmla="*/ 39195 w 51006"/>
                <a:gd name="connsiteY16" fmla="*/ 27242 h 53959"/>
                <a:gd name="connsiteX17" fmla="*/ 37909 w 51006"/>
                <a:gd name="connsiteY17" fmla="*/ 18002 h 53959"/>
                <a:gd name="connsiteX18" fmla="*/ 33576 w 51006"/>
                <a:gd name="connsiteY18" fmla="*/ 11525 h 53959"/>
                <a:gd name="connsiteX19" fmla="*/ 25289 w 51006"/>
                <a:gd name="connsiteY19" fmla="*/ 9144 h 53959"/>
                <a:gd name="connsiteX20" fmla="*/ 17335 w 51006"/>
                <a:gd name="connsiteY20" fmla="*/ 11525 h 53959"/>
                <a:gd name="connsiteX21" fmla="*/ 13097 w 51006"/>
                <a:gd name="connsiteY21" fmla="*/ 18002 h 53959"/>
                <a:gd name="connsiteX22" fmla="*/ 11811 w 51006"/>
                <a:gd name="connsiteY22" fmla="*/ 27242 h 53959"/>
                <a:gd name="connsiteX23" fmla="*/ 13097 w 51006"/>
                <a:gd name="connsiteY23" fmla="*/ 36290 h 53959"/>
                <a:gd name="connsiteX24" fmla="*/ 17335 w 51006"/>
                <a:gd name="connsiteY24" fmla="*/ 42672 h 53959"/>
                <a:gd name="connsiteX25" fmla="*/ 25289 w 51006"/>
                <a:gd name="connsiteY25" fmla="*/ 45006 h 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1006" h="53959">
                  <a:moveTo>
                    <a:pt x="25289" y="53959"/>
                  </a:moveTo>
                  <a:cubicBezTo>
                    <a:pt x="20145" y="53959"/>
                    <a:pt x="15621" y="52911"/>
                    <a:pt x="11859" y="50768"/>
                  </a:cubicBezTo>
                  <a:cubicBezTo>
                    <a:pt x="8049" y="48673"/>
                    <a:pt x="5144" y="45577"/>
                    <a:pt x="3096" y="41577"/>
                  </a:cubicBezTo>
                  <a:cubicBezTo>
                    <a:pt x="1048" y="37576"/>
                    <a:pt x="0" y="32766"/>
                    <a:pt x="0" y="27146"/>
                  </a:cubicBezTo>
                  <a:cubicBezTo>
                    <a:pt x="0" y="21527"/>
                    <a:pt x="1048" y="16574"/>
                    <a:pt x="3096" y="12478"/>
                  </a:cubicBezTo>
                  <a:cubicBezTo>
                    <a:pt x="5144" y="8382"/>
                    <a:pt x="8049" y="5334"/>
                    <a:pt x="11859" y="3191"/>
                  </a:cubicBezTo>
                  <a:cubicBezTo>
                    <a:pt x="15669" y="1048"/>
                    <a:pt x="20145" y="0"/>
                    <a:pt x="25289" y="0"/>
                  </a:cubicBezTo>
                  <a:cubicBezTo>
                    <a:pt x="30432" y="0"/>
                    <a:pt x="35147" y="1048"/>
                    <a:pt x="39005" y="3191"/>
                  </a:cubicBezTo>
                  <a:cubicBezTo>
                    <a:pt x="42863" y="5334"/>
                    <a:pt x="45815" y="8430"/>
                    <a:pt x="47863" y="12478"/>
                  </a:cubicBezTo>
                  <a:cubicBezTo>
                    <a:pt x="49959" y="16526"/>
                    <a:pt x="51006" y="21431"/>
                    <a:pt x="51006" y="27146"/>
                  </a:cubicBezTo>
                  <a:cubicBezTo>
                    <a:pt x="51006" y="32861"/>
                    <a:pt x="49959" y="37529"/>
                    <a:pt x="47863" y="41577"/>
                  </a:cubicBezTo>
                  <a:cubicBezTo>
                    <a:pt x="45768" y="45577"/>
                    <a:pt x="42815" y="48673"/>
                    <a:pt x="39005" y="50768"/>
                  </a:cubicBezTo>
                  <a:cubicBezTo>
                    <a:pt x="35195" y="52911"/>
                    <a:pt x="30623" y="53959"/>
                    <a:pt x="25289" y="53959"/>
                  </a:cubicBezTo>
                  <a:close/>
                  <a:moveTo>
                    <a:pt x="25289" y="45006"/>
                  </a:moveTo>
                  <a:cubicBezTo>
                    <a:pt x="28765" y="45006"/>
                    <a:pt x="31528" y="44244"/>
                    <a:pt x="33576" y="42672"/>
                  </a:cubicBezTo>
                  <a:cubicBezTo>
                    <a:pt x="35623" y="41100"/>
                    <a:pt x="37052" y="38957"/>
                    <a:pt x="37909" y="36290"/>
                  </a:cubicBezTo>
                  <a:cubicBezTo>
                    <a:pt x="38767" y="33576"/>
                    <a:pt x="39195" y="30575"/>
                    <a:pt x="39195" y="27242"/>
                  </a:cubicBezTo>
                  <a:cubicBezTo>
                    <a:pt x="39195" y="23908"/>
                    <a:pt x="38767" y="20717"/>
                    <a:pt x="37909" y="18002"/>
                  </a:cubicBezTo>
                  <a:cubicBezTo>
                    <a:pt x="37052" y="15288"/>
                    <a:pt x="35623" y="13097"/>
                    <a:pt x="33576" y="11525"/>
                  </a:cubicBezTo>
                  <a:cubicBezTo>
                    <a:pt x="31528" y="9954"/>
                    <a:pt x="28765" y="9144"/>
                    <a:pt x="25289" y="9144"/>
                  </a:cubicBezTo>
                  <a:cubicBezTo>
                    <a:pt x="21812" y="9144"/>
                    <a:pt x="19288" y="9954"/>
                    <a:pt x="17335" y="11525"/>
                  </a:cubicBezTo>
                  <a:cubicBezTo>
                    <a:pt x="15383" y="13097"/>
                    <a:pt x="13954" y="15288"/>
                    <a:pt x="13097" y="18002"/>
                  </a:cubicBezTo>
                  <a:cubicBezTo>
                    <a:pt x="12240" y="20717"/>
                    <a:pt x="11811" y="23813"/>
                    <a:pt x="11811" y="27242"/>
                  </a:cubicBezTo>
                  <a:cubicBezTo>
                    <a:pt x="11811" y="30671"/>
                    <a:pt x="12240" y="33623"/>
                    <a:pt x="13097" y="36290"/>
                  </a:cubicBezTo>
                  <a:cubicBezTo>
                    <a:pt x="13954" y="38957"/>
                    <a:pt x="15383" y="41100"/>
                    <a:pt x="17335" y="42672"/>
                  </a:cubicBezTo>
                  <a:cubicBezTo>
                    <a:pt x="19288" y="44244"/>
                    <a:pt x="21955" y="45006"/>
                    <a:pt x="25289" y="45006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5FED478-DB14-64BF-27A6-FA5890A09C28}"/>
                </a:ext>
              </a:extLst>
            </p:cNvPr>
            <p:cNvSpPr/>
            <p:nvPr/>
          </p:nvSpPr>
          <p:spPr>
            <a:xfrm>
              <a:off x="845772" y="668321"/>
              <a:ext cx="79724" cy="52911"/>
            </a:xfrm>
            <a:custGeom>
              <a:avLst/>
              <a:gdLst>
                <a:gd name="connsiteX0" fmla="*/ 48 w 79724"/>
                <a:gd name="connsiteY0" fmla="*/ 52911 h 52911"/>
                <a:gd name="connsiteX1" fmla="*/ 48 w 79724"/>
                <a:gd name="connsiteY1" fmla="*/ 810 h 52911"/>
                <a:gd name="connsiteX2" fmla="*/ 11144 w 79724"/>
                <a:gd name="connsiteY2" fmla="*/ 810 h 52911"/>
                <a:gd name="connsiteX3" fmla="*/ 11430 w 79724"/>
                <a:gd name="connsiteY3" fmla="*/ 8715 h 52911"/>
                <a:gd name="connsiteX4" fmla="*/ 18336 w 79724"/>
                <a:gd name="connsiteY4" fmla="*/ 2762 h 52911"/>
                <a:gd name="connsiteX5" fmla="*/ 29432 w 79724"/>
                <a:gd name="connsiteY5" fmla="*/ 48 h 52911"/>
                <a:gd name="connsiteX6" fmla="*/ 41720 w 79724"/>
                <a:gd name="connsiteY6" fmla="*/ 5048 h 52911"/>
                <a:gd name="connsiteX7" fmla="*/ 45720 w 79724"/>
                <a:gd name="connsiteY7" fmla="*/ 19098 h 52911"/>
                <a:gd name="connsiteX8" fmla="*/ 45720 w 79724"/>
                <a:gd name="connsiteY8" fmla="*/ 52864 h 52911"/>
                <a:gd name="connsiteX9" fmla="*/ 34100 w 79724"/>
                <a:gd name="connsiteY9" fmla="*/ 52864 h 52911"/>
                <a:gd name="connsiteX10" fmla="*/ 34100 w 79724"/>
                <a:gd name="connsiteY10" fmla="*/ 20622 h 52911"/>
                <a:gd name="connsiteX11" fmla="*/ 33338 w 79724"/>
                <a:gd name="connsiteY11" fmla="*/ 14764 h 52911"/>
                <a:gd name="connsiteX12" fmla="*/ 30671 w 79724"/>
                <a:gd name="connsiteY12" fmla="*/ 10811 h 52911"/>
                <a:gd name="connsiteX13" fmla="*/ 25384 w 79724"/>
                <a:gd name="connsiteY13" fmla="*/ 9382 h 52911"/>
                <a:gd name="connsiteX14" fmla="*/ 17193 w 79724"/>
                <a:gd name="connsiteY14" fmla="*/ 11716 h 52911"/>
                <a:gd name="connsiteX15" fmla="*/ 11573 w 79724"/>
                <a:gd name="connsiteY15" fmla="*/ 17002 h 52911"/>
                <a:gd name="connsiteX16" fmla="*/ 11573 w 79724"/>
                <a:gd name="connsiteY16" fmla="*/ 52864 h 52911"/>
                <a:gd name="connsiteX17" fmla="*/ 0 w 79724"/>
                <a:gd name="connsiteY17" fmla="*/ 52864 h 52911"/>
                <a:gd name="connsiteX18" fmla="*/ 68199 w 79724"/>
                <a:gd name="connsiteY18" fmla="*/ 52911 h 52911"/>
                <a:gd name="connsiteX19" fmla="*/ 68199 w 79724"/>
                <a:gd name="connsiteY19" fmla="*/ 20669 h 52911"/>
                <a:gd name="connsiteX20" fmla="*/ 67437 w 79724"/>
                <a:gd name="connsiteY20" fmla="*/ 14811 h 52911"/>
                <a:gd name="connsiteX21" fmla="*/ 64770 w 79724"/>
                <a:gd name="connsiteY21" fmla="*/ 10858 h 52911"/>
                <a:gd name="connsiteX22" fmla="*/ 59484 w 79724"/>
                <a:gd name="connsiteY22" fmla="*/ 9430 h 52911"/>
                <a:gd name="connsiteX23" fmla="*/ 51292 w 79724"/>
                <a:gd name="connsiteY23" fmla="*/ 11668 h 52911"/>
                <a:gd name="connsiteX24" fmla="*/ 45529 w 79724"/>
                <a:gd name="connsiteY24" fmla="*/ 16812 h 52911"/>
                <a:gd name="connsiteX25" fmla="*/ 43958 w 79724"/>
                <a:gd name="connsiteY25" fmla="*/ 9096 h 52911"/>
                <a:gd name="connsiteX26" fmla="*/ 52006 w 79724"/>
                <a:gd name="connsiteY26" fmla="*/ 2810 h 52911"/>
                <a:gd name="connsiteX27" fmla="*/ 63484 w 79724"/>
                <a:gd name="connsiteY27" fmla="*/ 0 h 52911"/>
                <a:gd name="connsiteX28" fmla="*/ 75724 w 79724"/>
                <a:gd name="connsiteY28" fmla="*/ 5001 h 52911"/>
                <a:gd name="connsiteX29" fmla="*/ 79724 w 79724"/>
                <a:gd name="connsiteY29" fmla="*/ 19050 h 52911"/>
                <a:gd name="connsiteX30" fmla="*/ 79724 w 79724"/>
                <a:gd name="connsiteY30" fmla="*/ 52816 h 52911"/>
                <a:gd name="connsiteX31" fmla="*/ 68199 w 79724"/>
                <a:gd name="connsiteY31" fmla="*/ 52816 h 52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9724" h="52911">
                  <a:moveTo>
                    <a:pt x="48" y="52911"/>
                  </a:moveTo>
                  <a:lnTo>
                    <a:pt x="48" y="810"/>
                  </a:lnTo>
                  <a:lnTo>
                    <a:pt x="11144" y="810"/>
                  </a:lnTo>
                  <a:lnTo>
                    <a:pt x="11430" y="8715"/>
                  </a:lnTo>
                  <a:cubicBezTo>
                    <a:pt x="13049" y="6525"/>
                    <a:pt x="15383" y="4572"/>
                    <a:pt x="18336" y="2762"/>
                  </a:cubicBezTo>
                  <a:cubicBezTo>
                    <a:pt x="21288" y="952"/>
                    <a:pt x="25003" y="48"/>
                    <a:pt x="29432" y="48"/>
                  </a:cubicBezTo>
                  <a:cubicBezTo>
                    <a:pt x="34957" y="48"/>
                    <a:pt x="39052" y="1715"/>
                    <a:pt x="41720" y="5048"/>
                  </a:cubicBezTo>
                  <a:cubicBezTo>
                    <a:pt x="44387" y="8382"/>
                    <a:pt x="45720" y="13097"/>
                    <a:pt x="45720" y="19098"/>
                  </a:cubicBezTo>
                  <a:lnTo>
                    <a:pt x="45720" y="52864"/>
                  </a:lnTo>
                  <a:lnTo>
                    <a:pt x="34100" y="52864"/>
                  </a:lnTo>
                  <a:lnTo>
                    <a:pt x="34100" y="20622"/>
                  </a:lnTo>
                  <a:cubicBezTo>
                    <a:pt x="34100" y="18431"/>
                    <a:pt x="33861" y="16478"/>
                    <a:pt x="33338" y="14764"/>
                  </a:cubicBezTo>
                  <a:cubicBezTo>
                    <a:pt x="32814" y="13049"/>
                    <a:pt x="31909" y="11763"/>
                    <a:pt x="30671" y="10811"/>
                  </a:cubicBezTo>
                  <a:cubicBezTo>
                    <a:pt x="29385" y="9858"/>
                    <a:pt x="27670" y="9382"/>
                    <a:pt x="25384" y="9382"/>
                  </a:cubicBezTo>
                  <a:cubicBezTo>
                    <a:pt x="22193" y="9382"/>
                    <a:pt x="19431" y="10144"/>
                    <a:pt x="17193" y="11716"/>
                  </a:cubicBezTo>
                  <a:cubicBezTo>
                    <a:pt x="14954" y="13287"/>
                    <a:pt x="13097" y="15002"/>
                    <a:pt x="11573" y="17002"/>
                  </a:cubicBezTo>
                  <a:lnTo>
                    <a:pt x="11573" y="52864"/>
                  </a:lnTo>
                  <a:lnTo>
                    <a:pt x="0" y="52864"/>
                  </a:lnTo>
                  <a:close/>
                  <a:moveTo>
                    <a:pt x="68199" y="52911"/>
                  </a:moveTo>
                  <a:lnTo>
                    <a:pt x="68199" y="20669"/>
                  </a:lnTo>
                  <a:cubicBezTo>
                    <a:pt x="68199" y="18479"/>
                    <a:pt x="67961" y="16526"/>
                    <a:pt x="67437" y="14811"/>
                  </a:cubicBezTo>
                  <a:cubicBezTo>
                    <a:pt x="66913" y="13097"/>
                    <a:pt x="66008" y="11811"/>
                    <a:pt x="64770" y="10858"/>
                  </a:cubicBezTo>
                  <a:cubicBezTo>
                    <a:pt x="63484" y="9906"/>
                    <a:pt x="61770" y="9430"/>
                    <a:pt x="59484" y="9430"/>
                  </a:cubicBezTo>
                  <a:cubicBezTo>
                    <a:pt x="56293" y="9430"/>
                    <a:pt x="53531" y="10144"/>
                    <a:pt x="51292" y="11668"/>
                  </a:cubicBezTo>
                  <a:cubicBezTo>
                    <a:pt x="49054" y="13144"/>
                    <a:pt x="47101" y="14859"/>
                    <a:pt x="45529" y="16812"/>
                  </a:cubicBezTo>
                  <a:lnTo>
                    <a:pt x="43958" y="9096"/>
                  </a:lnTo>
                  <a:cubicBezTo>
                    <a:pt x="46101" y="6763"/>
                    <a:pt x="48768" y="4667"/>
                    <a:pt x="52006" y="2810"/>
                  </a:cubicBezTo>
                  <a:cubicBezTo>
                    <a:pt x="55245" y="952"/>
                    <a:pt x="59055" y="0"/>
                    <a:pt x="63484" y="0"/>
                  </a:cubicBezTo>
                  <a:cubicBezTo>
                    <a:pt x="68961" y="0"/>
                    <a:pt x="73057" y="1667"/>
                    <a:pt x="75724" y="5001"/>
                  </a:cubicBezTo>
                  <a:cubicBezTo>
                    <a:pt x="78391" y="8334"/>
                    <a:pt x="79724" y="13049"/>
                    <a:pt x="79724" y="19050"/>
                  </a:cubicBezTo>
                  <a:lnTo>
                    <a:pt x="79724" y="52816"/>
                  </a:lnTo>
                  <a:lnTo>
                    <a:pt x="68199" y="5281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67"/>
            </a:p>
          </p:txBody>
        </p:sp>
      </p:grpSp>
    </p:spTree>
    <p:extLst>
      <p:ext uri="{BB962C8B-B14F-4D97-AF65-F5344CB8AC3E}">
        <p14:creationId xmlns:p14="http://schemas.microsoft.com/office/powerpoint/2010/main" val="1224344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5A1B4-227C-C182-476B-0E894D99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298694"/>
            <a:ext cx="11160123" cy="36933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637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823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430887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642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9B5D1C89-C14D-74AF-4063-2E16021B5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969" y="426721"/>
            <a:ext cx="11168062" cy="126396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8A41F85-3A42-38C4-C8A5-C0BD85835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969" y="1825625"/>
            <a:ext cx="5368669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8944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5600"/>
            <a:ext cx="11160123" cy="460586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FC3011FE-129A-723F-0258-2C3653C963AD}"/>
              </a:ext>
            </a:extLst>
          </p:cNvPr>
          <p:cNvGrpSpPr/>
          <p:nvPr/>
        </p:nvGrpSpPr>
        <p:grpSpPr>
          <a:xfrm>
            <a:off x="10864851" y="6468533"/>
            <a:ext cx="186267" cy="203200"/>
            <a:chOff x="8176402" y="4885530"/>
            <a:chExt cx="135493" cy="143018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DD1C6C7-4F4F-56E8-A7C8-A48C7E8DA5B6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24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ABD7C35-BA12-9F26-537D-75B82B7D3876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2400"/>
            </a:p>
          </p:txBody>
        </p:sp>
      </p:grpSp>
      <p:sp>
        <p:nvSpPr>
          <p:cNvPr id="8" name="Slide Number Placeholder 18">
            <a:extLst>
              <a:ext uri="{FF2B5EF4-FFF2-40B4-BE49-F238E27FC236}">
                <a16:creationId xmlns:a16="http://schemas.microsoft.com/office/drawing/2014/main" id="{56348CC3-4D9E-3009-191A-52A4BBC22FD7}"/>
              </a:ext>
            </a:extLst>
          </p:cNvPr>
          <p:cNvSpPr txBox="1">
            <a:spLocks/>
          </p:cNvSpPr>
          <p:nvPr/>
        </p:nvSpPr>
        <p:spPr>
          <a:xfrm>
            <a:off x="1838618" y="6362699"/>
            <a:ext cx="419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/>
              <a:t>‹#›</a:t>
            </a:fld>
            <a:endParaRPr lang="en-AU" sz="10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4E33F-C9AE-AD75-BA0B-87F4D61986B6}"/>
              </a:ext>
            </a:extLst>
          </p:cNvPr>
          <p:cNvSpPr txBox="1"/>
          <p:nvPr/>
        </p:nvSpPr>
        <p:spPr>
          <a:xfrm>
            <a:off x="274789" y="6362693"/>
            <a:ext cx="1663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Ascendion Confidential</a:t>
            </a:r>
          </a:p>
        </p:txBody>
      </p:sp>
      <p:sp>
        <p:nvSpPr>
          <p:cNvPr id="4" name="Graphic 10">
            <a:extLst>
              <a:ext uri="{FF2B5EF4-FFF2-40B4-BE49-F238E27FC236}">
                <a16:creationId xmlns:a16="http://schemas.microsoft.com/office/drawing/2014/main" id="{34A157B6-58AF-33D6-96CC-D1BE31D6A076}"/>
              </a:ext>
            </a:extLst>
          </p:cNvPr>
          <p:cNvSpPr/>
          <p:nvPr/>
        </p:nvSpPr>
        <p:spPr>
          <a:xfrm>
            <a:off x="2356339" y="6337426"/>
            <a:ext cx="9835661" cy="179324"/>
          </a:xfrm>
          <a:custGeom>
            <a:avLst/>
            <a:gdLst>
              <a:gd name="connsiteX0" fmla="*/ 5829300 w 5829300"/>
              <a:gd name="connsiteY0" fmla="*/ 134493 h 134493"/>
              <a:gd name="connsiteX1" fmla="*/ 5541740 w 5829300"/>
              <a:gd name="connsiteY1" fmla="*/ 134493 h 134493"/>
              <a:gd name="connsiteX2" fmla="*/ 4915853 w 5829300"/>
              <a:gd name="connsiteY2" fmla="*/ 0 h 134493"/>
              <a:gd name="connsiteX3" fmla="*/ 4285393 w 5829300"/>
              <a:gd name="connsiteY3" fmla="*/ 134493 h 134493"/>
              <a:gd name="connsiteX4" fmla="*/ 0 w 5829300"/>
              <a:gd name="connsiteY4" fmla="*/ 134493 h 134493"/>
              <a:gd name="connsiteX0" fmla="*/ 7376746 w 7376746"/>
              <a:gd name="connsiteY0" fmla="*/ 134493 h 134493"/>
              <a:gd name="connsiteX1" fmla="*/ 7089186 w 7376746"/>
              <a:gd name="connsiteY1" fmla="*/ 134493 h 134493"/>
              <a:gd name="connsiteX2" fmla="*/ 6463299 w 7376746"/>
              <a:gd name="connsiteY2" fmla="*/ 0 h 134493"/>
              <a:gd name="connsiteX3" fmla="*/ 5832839 w 7376746"/>
              <a:gd name="connsiteY3" fmla="*/ 134493 h 134493"/>
              <a:gd name="connsiteX4" fmla="*/ 0 w 7376746"/>
              <a:gd name="connsiteY4" fmla="*/ 134493 h 13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6746" h="134493">
                <a:moveTo>
                  <a:pt x="7376746" y="134493"/>
                </a:moveTo>
                <a:lnTo>
                  <a:pt x="7089186" y="134493"/>
                </a:lnTo>
                <a:lnTo>
                  <a:pt x="6463299" y="0"/>
                </a:lnTo>
                <a:lnTo>
                  <a:pt x="5832839" y="134493"/>
                </a:lnTo>
                <a:lnTo>
                  <a:pt x="0" y="134493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BB966-C387-C92B-FA58-18AA05DC5645}"/>
              </a:ext>
            </a:extLst>
          </p:cNvPr>
          <p:cNvCxnSpPr>
            <a:cxnSpLocks/>
          </p:cNvCxnSpPr>
          <p:nvPr/>
        </p:nvCxnSpPr>
        <p:spPr>
          <a:xfrm>
            <a:off x="0" y="6515100"/>
            <a:ext cx="3048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92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72" r:id="rId2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2800" b="1" i="0" kern="1200">
          <a:solidFill>
            <a:schemeClr val="tx1"/>
          </a:solidFill>
          <a:latin typeface="PP Neue Machina Plain Ultrabold" pitchFamily="50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ptos" panose="020B0004020202020204" pitchFamily="34" charset="0"/>
        <a:buChar char="•"/>
        <a:defRPr sz="1867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ptos" panose="020B0004020202020204" pitchFamily="34" charset="0"/>
        <a:buChar char="•"/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ptos" panose="020B0004020202020204" pitchFamily="34" charset="0"/>
        <a:buChar char="•"/>
        <a:defRPr sz="1333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44">
          <p15:clr>
            <a:srgbClr val="F26B43"/>
          </p15:clr>
        </p15:guide>
        <p15:guide id="2" pos="5521">
          <p15:clr>
            <a:srgbClr val="F26B43"/>
          </p15:clr>
        </p15:guide>
        <p15:guide id="3" pos="239">
          <p15:clr>
            <a:srgbClr val="F26B43"/>
          </p15:clr>
        </p15:guide>
        <p15:guide id="4" pos="7354">
          <p15:clr>
            <a:srgbClr val="F26B43"/>
          </p15:clr>
        </p15:guide>
        <p15:guide id="5" orient="horz" pos="3898">
          <p15:clr>
            <a:srgbClr val="F26B43"/>
          </p15:clr>
        </p15:guide>
        <p15:guide id="6" orient="horz" pos="758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645">
          <p15:clr>
            <a:srgbClr val="F26B43"/>
          </p15:clr>
        </p15:guide>
        <p15:guide id="9" orient="horz" pos="36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298694"/>
            <a:ext cx="11160123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8"/>
            <a:ext cx="238315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45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5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45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5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45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5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45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5"/>
            <a:ext cx="238315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45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5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45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5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45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5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45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5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45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07400CB-F6C7-AF63-DE1B-8FCB08E9166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787400" y="2438400"/>
            <a:ext cx="648263" cy="1308100"/>
          </a:xfrm>
          <a:prstGeom prst="rect">
            <a:avLst/>
          </a:prstGeom>
        </p:spPr>
      </p:pic>
      <p:grpSp>
        <p:nvGrpSpPr>
          <p:cNvPr id="17" name="Graphic 4">
            <a:extLst>
              <a:ext uri="{FF2B5EF4-FFF2-40B4-BE49-F238E27FC236}">
                <a16:creationId xmlns:a16="http://schemas.microsoft.com/office/drawing/2014/main" id="{397862F1-4586-C078-4D65-7A450D72E63E}"/>
              </a:ext>
            </a:extLst>
          </p:cNvPr>
          <p:cNvGrpSpPr/>
          <p:nvPr userDrawn="1"/>
        </p:nvGrpSpPr>
        <p:grpSpPr>
          <a:xfrm>
            <a:off x="10864852" y="6603003"/>
            <a:ext cx="186267" cy="203200"/>
            <a:chOff x="8176402" y="4885530"/>
            <a:chExt cx="135493" cy="143018"/>
          </a:xfrm>
        </p:grpSpPr>
        <p:sp>
          <p:nvSpPr>
            <p:cNvPr id="18" name="Freeform: Shape 20">
              <a:extLst>
                <a:ext uri="{FF2B5EF4-FFF2-40B4-BE49-F238E27FC236}">
                  <a16:creationId xmlns:a16="http://schemas.microsoft.com/office/drawing/2014/main" id="{D47D2541-1247-C035-41DD-840BC1633CB1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/>
            </a:p>
          </p:txBody>
        </p:sp>
        <p:sp>
          <p:nvSpPr>
            <p:cNvPr id="20" name="Freeform: Shape 21">
              <a:extLst>
                <a:ext uri="{FF2B5EF4-FFF2-40B4-BE49-F238E27FC236}">
                  <a16:creationId xmlns:a16="http://schemas.microsoft.com/office/drawing/2014/main" id="{9A861A9D-CE0C-A60D-2E29-E66D75B22FC3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/>
            </a:p>
          </p:txBody>
        </p:sp>
      </p:grpSp>
      <p:sp>
        <p:nvSpPr>
          <p:cNvPr id="21" name="Slide Number Placeholder 18">
            <a:extLst>
              <a:ext uri="{FF2B5EF4-FFF2-40B4-BE49-F238E27FC236}">
                <a16:creationId xmlns:a16="http://schemas.microsoft.com/office/drawing/2014/main" id="{23BB2468-D459-5A08-B14A-842BE82130C0}"/>
              </a:ext>
            </a:extLst>
          </p:cNvPr>
          <p:cNvSpPr txBox="1">
            <a:spLocks/>
          </p:cNvSpPr>
          <p:nvPr userDrawn="1"/>
        </p:nvSpPr>
        <p:spPr>
          <a:xfrm>
            <a:off x="1838619" y="6497171"/>
            <a:ext cx="4191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75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/>
              <a:t>‹#›</a:t>
            </a:fld>
            <a:endParaRPr lang="en-AU" sz="75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834ABA-D611-0D96-15E9-6A7519B6594C}"/>
              </a:ext>
            </a:extLst>
          </p:cNvPr>
          <p:cNvSpPr txBox="1"/>
          <p:nvPr userDrawn="1"/>
        </p:nvSpPr>
        <p:spPr>
          <a:xfrm>
            <a:off x="274790" y="6497165"/>
            <a:ext cx="16637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7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Ascendion Confidential</a:t>
            </a: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E4452CC7-B463-CD1B-D00A-C483644887CB}"/>
              </a:ext>
            </a:extLst>
          </p:cNvPr>
          <p:cNvSpPr/>
          <p:nvPr userDrawn="1"/>
        </p:nvSpPr>
        <p:spPr>
          <a:xfrm>
            <a:off x="2356339" y="6471896"/>
            <a:ext cx="9835661" cy="179324"/>
          </a:xfrm>
          <a:custGeom>
            <a:avLst/>
            <a:gdLst>
              <a:gd name="connsiteX0" fmla="*/ 5829300 w 5829300"/>
              <a:gd name="connsiteY0" fmla="*/ 134493 h 134493"/>
              <a:gd name="connsiteX1" fmla="*/ 5541740 w 5829300"/>
              <a:gd name="connsiteY1" fmla="*/ 134493 h 134493"/>
              <a:gd name="connsiteX2" fmla="*/ 4915853 w 5829300"/>
              <a:gd name="connsiteY2" fmla="*/ 0 h 134493"/>
              <a:gd name="connsiteX3" fmla="*/ 4285393 w 5829300"/>
              <a:gd name="connsiteY3" fmla="*/ 134493 h 134493"/>
              <a:gd name="connsiteX4" fmla="*/ 0 w 5829300"/>
              <a:gd name="connsiteY4" fmla="*/ 134493 h 134493"/>
              <a:gd name="connsiteX0" fmla="*/ 7376746 w 7376746"/>
              <a:gd name="connsiteY0" fmla="*/ 134493 h 134493"/>
              <a:gd name="connsiteX1" fmla="*/ 7089186 w 7376746"/>
              <a:gd name="connsiteY1" fmla="*/ 134493 h 134493"/>
              <a:gd name="connsiteX2" fmla="*/ 6463299 w 7376746"/>
              <a:gd name="connsiteY2" fmla="*/ 0 h 134493"/>
              <a:gd name="connsiteX3" fmla="*/ 5832839 w 7376746"/>
              <a:gd name="connsiteY3" fmla="*/ 134493 h 134493"/>
              <a:gd name="connsiteX4" fmla="*/ 0 w 7376746"/>
              <a:gd name="connsiteY4" fmla="*/ 134493 h 13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6746" h="134493">
                <a:moveTo>
                  <a:pt x="7376746" y="134493"/>
                </a:moveTo>
                <a:lnTo>
                  <a:pt x="7089186" y="134493"/>
                </a:lnTo>
                <a:lnTo>
                  <a:pt x="6463299" y="0"/>
                </a:lnTo>
                <a:lnTo>
                  <a:pt x="5832839" y="134493"/>
                </a:lnTo>
                <a:lnTo>
                  <a:pt x="0" y="134493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7222FE2-B10F-5CE6-3AE9-A7E984C0759F}"/>
              </a:ext>
            </a:extLst>
          </p:cNvPr>
          <p:cNvCxnSpPr>
            <a:cxnSpLocks/>
          </p:cNvCxnSpPr>
          <p:nvPr userDrawn="1"/>
        </p:nvCxnSpPr>
        <p:spPr>
          <a:xfrm>
            <a:off x="0" y="6649570"/>
            <a:ext cx="3048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27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1" r:id="rId2"/>
    <p:sldLayoutId id="2147483754" r:id="rId3"/>
    <p:sldLayoutId id="2147483773" r:id="rId4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spcAft>
          <a:spcPts val="450"/>
        </a:spcAft>
        <a:buNone/>
        <a:defRPr sz="2800" b="1" i="0" kern="1200">
          <a:solidFill>
            <a:schemeClr val="tx1"/>
          </a:solidFill>
          <a:latin typeface="PP Neue Machina Plain Ultrabold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spcAft>
          <a:spcPts val="450"/>
        </a:spcAft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45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450"/>
        </a:spcAft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5120">
          <p15:clr>
            <a:srgbClr val="F26B43"/>
          </p15:clr>
        </p15:guide>
        <p15:guide id="3" pos="421">
          <p15:clr>
            <a:srgbClr val="F26B43"/>
          </p15:clr>
        </p15:guide>
        <p15:guide id="4" pos="9805">
          <p15:clr>
            <a:srgbClr val="F26B43"/>
          </p15:clr>
        </p15:guide>
        <p15:guide id="5" orient="horz" pos="3898">
          <p15:clr>
            <a:srgbClr val="F26B43"/>
          </p15:clr>
        </p15:guide>
        <p15:guide id="6" orient="horz" pos="11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jpeg"/><Relationship Id="rId34" Type="http://schemas.openxmlformats.org/officeDocument/2006/relationships/image" Target="../media/image38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jpe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8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microsoft.com/office/2007/relationships/hdphoto" Target="../media/hdphoto2.wdp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microsoft.com/office/2007/relationships/hdphoto" Target="../media/hdphoto1.wdp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032D0-FC99-E60A-248B-98FE1F7CB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E9849-B098-A3B5-8A1F-586B1EA5E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98" y="241664"/>
            <a:ext cx="11168062" cy="522256"/>
          </a:xfrm>
        </p:spPr>
        <p:txBody>
          <a:bodyPr>
            <a:normAutofit/>
          </a:bodyPr>
          <a:lstStyle/>
          <a:p>
            <a:r>
              <a:rPr lang="en-US" sz="2800">
                <a:latin typeface="PP Neue Machina Plain Ultrabold" pitchFamily="2" charset="77"/>
              </a:rPr>
              <a:t>Agentic AI in Data &amp; Insights Engineering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9083BB-F6EA-C1D3-F9AA-C9A4BEF7C58C}"/>
              </a:ext>
            </a:extLst>
          </p:cNvPr>
          <p:cNvSpPr/>
          <p:nvPr/>
        </p:nvSpPr>
        <p:spPr>
          <a:xfrm>
            <a:off x="1734958" y="1151741"/>
            <a:ext cx="3377255" cy="2945020"/>
          </a:xfrm>
          <a:prstGeom prst="roundRect">
            <a:avLst>
              <a:gd name="adj" fmla="val 373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56C85-4F45-94BE-DF3E-CDF2CACAB773}"/>
              </a:ext>
            </a:extLst>
          </p:cNvPr>
          <p:cNvSpPr txBox="1"/>
          <p:nvPr/>
        </p:nvSpPr>
        <p:spPr>
          <a:xfrm>
            <a:off x="1923398" y="1199312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Strategy &amp; Planning</a:t>
            </a:r>
          </a:p>
        </p:txBody>
      </p:sp>
      <p:graphicFrame>
        <p:nvGraphicFramePr>
          <p:cNvPr id="9" name="Content Placeholder 11">
            <a:extLst>
              <a:ext uri="{FF2B5EF4-FFF2-40B4-BE49-F238E27FC236}">
                <a16:creationId xmlns:a16="http://schemas.microsoft.com/office/drawing/2014/main" id="{A7F9868F-CA5C-BA03-9F41-87E0513505C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42435" y="2284968"/>
          <a:ext cx="3162301" cy="86993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28177">
                  <a:extLst>
                    <a:ext uri="{9D8B030D-6E8A-4147-A177-3AD203B41FA5}">
                      <a16:colId xmlns:a16="http://schemas.microsoft.com/office/drawing/2014/main" val="1522340564"/>
                    </a:ext>
                  </a:extLst>
                </a:gridCol>
                <a:gridCol w="1134124">
                  <a:extLst>
                    <a:ext uri="{9D8B030D-6E8A-4147-A177-3AD203B41FA5}">
                      <a16:colId xmlns:a16="http://schemas.microsoft.com/office/drawing/2014/main" val="2664085538"/>
                    </a:ext>
                  </a:extLst>
                </a:gridCol>
              </a:tblGrid>
              <a:tr h="180941">
                <a:tc>
                  <a:txBody>
                    <a:bodyPr/>
                    <a:lstStyle/>
                    <a:p>
                      <a:pPr algn="ctr"/>
                      <a:r>
                        <a:rPr lang="en-IN" sz="80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Agentified Effort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711006"/>
                  </a:ext>
                </a:extLst>
              </a:tr>
              <a:tr h="16114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Requirements &amp; Planning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20–30%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701710"/>
                  </a:ext>
                </a:extLst>
              </a:tr>
              <a:tr h="17313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Architecture Definition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30–50%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14981"/>
                  </a:ext>
                </a:extLst>
              </a:tr>
              <a:tr h="16114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Choosing Right Data Services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40–60%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687548"/>
                  </a:ext>
                </a:extLst>
              </a:tr>
              <a:tr h="16114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Effort Estimation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40–50%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70167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A978B5B9-EF34-E337-E0B4-7DFCCC11C0FF}"/>
              </a:ext>
            </a:extLst>
          </p:cNvPr>
          <p:cNvGrpSpPr/>
          <p:nvPr/>
        </p:nvGrpSpPr>
        <p:grpSpPr>
          <a:xfrm>
            <a:off x="1939769" y="1570617"/>
            <a:ext cx="2967632" cy="603075"/>
            <a:chOff x="1235273" y="1435275"/>
            <a:chExt cx="3044426" cy="603075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5142F57-27A7-E89D-DFD6-1306B23921F3}"/>
                </a:ext>
              </a:extLst>
            </p:cNvPr>
            <p:cNvSpPr/>
            <p:nvPr/>
          </p:nvSpPr>
          <p:spPr>
            <a:xfrm>
              <a:off x="1235273" y="1435275"/>
              <a:ext cx="3044426" cy="603075"/>
            </a:xfrm>
            <a:prstGeom prst="roundRect">
              <a:avLst>
                <a:gd name="adj" fmla="val 2021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017A629-F231-48BE-6B18-FB350C2EFC16}"/>
                </a:ext>
              </a:extLst>
            </p:cNvPr>
            <p:cNvGrpSpPr/>
            <p:nvPr/>
          </p:nvGrpSpPr>
          <p:grpSpPr>
            <a:xfrm>
              <a:off x="1312067" y="1684756"/>
              <a:ext cx="2890838" cy="257950"/>
              <a:chOff x="1312067" y="1684756"/>
              <a:chExt cx="2890838" cy="257950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38942461-48B5-811D-1865-1B9E9F76F049}"/>
                  </a:ext>
                </a:extLst>
              </p:cNvPr>
              <p:cNvSpPr/>
              <p:nvPr/>
            </p:nvSpPr>
            <p:spPr>
              <a:xfrm>
                <a:off x="1312067" y="1684756"/>
                <a:ext cx="2890838" cy="25795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9D517B29-58EC-4AC6-741A-6106AC0A06B0}"/>
                  </a:ext>
                </a:extLst>
              </p:cNvPr>
              <p:cNvSpPr/>
              <p:nvPr/>
            </p:nvSpPr>
            <p:spPr>
              <a:xfrm>
                <a:off x="1312067" y="1684756"/>
                <a:ext cx="1202533" cy="257950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b="1" i="1">
                    <a:latin typeface="Verdana" panose="020B0604030504040204" pitchFamily="34" charset="0"/>
                    <a:ea typeface="Verdana" panose="020B0604030504040204" pitchFamily="34" charset="0"/>
                  </a:rPr>
                  <a:t>30-50%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75E21DB-22B5-4EDD-C7D5-4E82A867A6DD}"/>
                </a:ext>
              </a:extLst>
            </p:cNvPr>
            <p:cNvSpPr txBox="1"/>
            <p:nvPr/>
          </p:nvSpPr>
          <p:spPr>
            <a:xfrm>
              <a:off x="1312067" y="1447746"/>
              <a:ext cx="17918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b="1">
                  <a:latin typeface="Verdana" panose="020B0604030504040204" pitchFamily="34" charset="0"/>
                  <a:ea typeface="Verdana" panose="020B0604030504040204" pitchFamily="34" charset="0"/>
                </a:rPr>
                <a:t>Agentified Effort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4B0172F-3CBA-EF41-B547-709E8D5344D8}"/>
              </a:ext>
            </a:extLst>
          </p:cNvPr>
          <p:cNvSpPr txBox="1"/>
          <p:nvPr/>
        </p:nvSpPr>
        <p:spPr>
          <a:xfrm>
            <a:off x="1815051" y="3439108"/>
            <a:ext cx="3217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latin typeface="Verdana" panose="020B0604030504040204" pitchFamily="34" charset="0"/>
                <a:ea typeface="Verdana" panose="020B0604030504040204" pitchFamily="34" charset="0"/>
              </a:rPr>
              <a:t>Summarize &amp; Document meetings, Recommend Architecture based on needs, Suggest Services using Workload criteria, Project efforts using historical patterns</a:t>
            </a:r>
            <a:endParaRPr lang="en-IN" sz="8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BC2EA2E-E72B-71B7-C8AE-9494DC52BEFF}"/>
              </a:ext>
            </a:extLst>
          </p:cNvPr>
          <p:cNvSpPr/>
          <p:nvPr/>
        </p:nvSpPr>
        <p:spPr>
          <a:xfrm>
            <a:off x="5198468" y="1151741"/>
            <a:ext cx="3376800" cy="2945020"/>
          </a:xfrm>
          <a:prstGeom prst="roundRect">
            <a:avLst>
              <a:gd name="adj" fmla="val 373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CA9F10-E8EA-5AF5-00B4-1A2B948B6EDB}"/>
              </a:ext>
            </a:extLst>
          </p:cNvPr>
          <p:cNvSpPr txBox="1"/>
          <p:nvPr/>
        </p:nvSpPr>
        <p:spPr>
          <a:xfrm>
            <a:off x="5386681" y="1199312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Assessment &amp; Design</a:t>
            </a:r>
          </a:p>
        </p:txBody>
      </p:sp>
      <p:graphicFrame>
        <p:nvGraphicFramePr>
          <p:cNvPr id="27" name="Content Placeholder 11">
            <a:extLst>
              <a:ext uri="{FF2B5EF4-FFF2-40B4-BE49-F238E27FC236}">
                <a16:creationId xmlns:a16="http://schemas.microsoft.com/office/drawing/2014/main" id="{BA8CF3C9-F2BC-8FE1-0A40-F83AB73932ED}"/>
              </a:ext>
            </a:extLst>
          </p:cNvPr>
          <p:cNvGraphicFramePr>
            <a:graphicFrameLocks/>
          </p:cNvGraphicFramePr>
          <p:nvPr/>
        </p:nvGraphicFramePr>
        <p:xfrm>
          <a:off x="5306468" y="2252591"/>
          <a:ext cx="3160800" cy="93468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950664">
                  <a:extLst>
                    <a:ext uri="{9D8B030D-6E8A-4147-A177-3AD203B41FA5}">
                      <a16:colId xmlns:a16="http://schemas.microsoft.com/office/drawing/2014/main" val="1522340564"/>
                    </a:ext>
                  </a:extLst>
                </a:gridCol>
                <a:gridCol w="1210136">
                  <a:extLst>
                    <a:ext uri="{9D8B030D-6E8A-4147-A177-3AD203B41FA5}">
                      <a16:colId xmlns:a16="http://schemas.microsoft.com/office/drawing/2014/main" val="2664085538"/>
                    </a:ext>
                  </a:extLst>
                </a:gridCol>
              </a:tblGrid>
              <a:tr h="188209">
                <a:tc>
                  <a:txBody>
                    <a:bodyPr/>
                    <a:lstStyle/>
                    <a:p>
                      <a:pPr algn="ctr"/>
                      <a:r>
                        <a:rPr lang="en-IN" sz="80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Agentified Effort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711006"/>
                  </a:ext>
                </a:extLst>
              </a:tr>
              <a:tr h="14215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Data Source Analysis &amp; Profiling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60-80%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701710"/>
                  </a:ext>
                </a:extLst>
              </a:tr>
              <a:tr h="15272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Assessment of Existing Pipelines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60-70%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14981"/>
                  </a:ext>
                </a:extLst>
              </a:tr>
              <a:tr h="14215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Data Mapping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60-80%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687548"/>
                  </a:ext>
                </a:extLst>
              </a:tr>
              <a:tr h="14215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Pipeline Design &amp; Pattern </a:t>
                      </a:r>
                      <a:r>
                        <a:rPr lang="en-US" sz="800" kern="1200" err="1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Recog</a:t>
                      </a: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.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50-60%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701675"/>
                  </a:ext>
                </a:extLst>
              </a:tr>
              <a:tr h="14215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Data </a:t>
                      </a:r>
                      <a:r>
                        <a:rPr lang="en-IN" sz="800" kern="1200" err="1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Modeling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40-70%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614962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F345AA63-2463-B60A-E621-A18B7C76F716}"/>
              </a:ext>
            </a:extLst>
          </p:cNvPr>
          <p:cNvGrpSpPr/>
          <p:nvPr/>
        </p:nvGrpSpPr>
        <p:grpSpPr>
          <a:xfrm>
            <a:off x="5403668" y="1570617"/>
            <a:ext cx="2966400" cy="603075"/>
            <a:chOff x="1235273" y="1435275"/>
            <a:chExt cx="3044426" cy="603075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504A503-5CF6-29E9-A2F5-37618D71C3D7}"/>
                </a:ext>
              </a:extLst>
            </p:cNvPr>
            <p:cNvSpPr/>
            <p:nvPr/>
          </p:nvSpPr>
          <p:spPr>
            <a:xfrm>
              <a:off x="1235273" y="1435275"/>
              <a:ext cx="3044426" cy="603075"/>
            </a:xfrm>
            <a:prstGeom prst="roundRect">
              <a:avLst>
                <a:gd name="adj" fmla="val 2021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7A14DF0-54D5-CC5E-C6A9-2C2B83FCD634}"/>
                </a:ext>
              </a:extLst>
            </p:cNvPr>
            <p:cNvGrpSpPr/>
            <p:nvPr/>
          </p:nvGrpSpPr>
          <p:grpSpPr>
            <a:xfrm>
              <a:off x="1312067" y="1684756"/>
              <a:ext cx="2890838" cy="257950"/>
              <a:chOff x="1312067" y="1684756"/>
              <a:chExt cx="2890838" cy="257950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75F2B6BB-EEE4-5B21-16E7-F8ED83EDCDEF}"/>
                  </a:ext>
                </a:extLst>
              </p:cNvPr>
              <p:cNvSpPr/>
              <p:nvPr/>
            </p:nvSpPr>
            <p:spPr>
              <a:xfrm>
                <a:off x="1312067" y="1684756"/>
                <a:ext cx="2890838" cy="25795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3F96D66-005B-1679-CE6C-A2B9588DDDF6}"/>
                  </a:ext>
                </a:extLst>
              </p:cNvPr>
              <p:cNvSpPr/>
              <p:nvPr/>
            </p:nvSpPr>
            <p:spPr>
              <a:xfrm>
                <a:off x="1312067" y="1684756"/>
                <a:ext cx="1940595" cy="257950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b="1" i="1">
                    <a:latin typeface="Verdana" panose="020B0604030504040204" pitchFamily="34" charset="0"/>
                    <a:ea typeface="Verdana" panose="020B0604030504040204" pitchFamily="34" charset="0"/>
                  </a:rPr>
                  <a:t>50-80%</a:t>
                </a: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EFCDE28-6216-0F86-A338-C425BA4526B1}"/>
                </a:ext>
              </a:extLst>
            </p:cNvPr>
            <p:cNvSpPr txBox="1"/>
            <p:nvPr/>
          </p:nvSpPr>
          <p:spPr>
            <a:xfrm>
              <a:off x="1312067" y="1447746"/>
              <a:ext cx="18367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b="1">
                  <a:latin typeface="Verdana" panose="020B0604030504040204" pitchFamily="34" charset="0"/>
                  <a:ea typeface="Verdana" panose="020B0604030504040204" pitchFamily="34" charset="0"/>
                </a:rPr>
                <a:t>Agentified Effort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4C5681FF-CEC2-6418-E644-15616A60D545}"/>
              </a:ext>
            </a:extLst>
          </p:cNvPr>
          <p:cNvSpPr txBox="1"/>
          <p:nvPr/>
        </p:nvSpPr>
        <p:spPr>
          <a:xfrm>
            <a:off x="5277669" y="3439108"/>
            <a:ext cx="321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latin typeface="Verdana" panose="020B0604030504040204" pitchFamily="34" charset="0"/>
                <a:ea typeface="Verdana" panose="020B0604030504040204" pitchFamily="34" charset="0"/>
              </a:rPr>
              <a:t>Extract Schema, run Automated profiling, Flag bottlenecks, Recommend based on metadata / type, Cluster pipeline logic for reusing suggestions, Recommend based on use case</a:t>
            </a:r>
            <a:endParaRPr lang="en-IN" sz="8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31F96DC-675C-57B0-AB86-857F0AAB5682}"/>
              </a:ext>
            </a:extLst>
          </p:cNvPr>
          <p:cNvSpPr/>
          <p:nvPr/>
        </p:nvSpPr>
        <p:spPr>
          <a:xfrm>
            <a:off x="8659027" y="1151741"/>
            <a:ext cx="3376800" cy="2945020"/>
          </a:xfrm>
          <a:prstGeom prst="roundRect">
            <a:avLst>
              <a:gd name="adj" fmla="val 373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AA550A-1429-D41E-62AB-9B9F4DD565A7}"/>
              </a:ext>
            </a:extLst>
          </p:cNvPr>
          <p:cNvSpPr txBox="1"/>
          <p:nvPr/>
        </p:nvSpPr>
        <p:spPr>
          <a:xfrm>
            <a:off x="8847240" y="1199312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accent3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Build &amp; Develop</a:t>
            </a:r>
          </a:p>
        </p:txBody>
      </p:sp>
      <p:graphicFrame>
        <p:nvGraphicFramePr>
          <p:cNvPr id="39" name="Content Placeholder 11">
            <a:extLst>
              <a:ext uri="{FF2B5EF4-FFF2-40B4-BE49-F238E27FC236}">
                <a16:creationId xmlns:a16="http://schemas.microsoft.com/office/drawing/2014/main" id="{399F70E7-571D-27A3-91D7-79C9C8F69C2C}"/>
              </a:ext>
            </a:extLst>
          </p:cNvPr>
          <p:cNvGraphicFramePr>
            <a:graphicFrameLocks/>
          </p:cNvGraphicFramePr>
          <p:nvPr/>
        </p:nvGraphicFramePr>
        <p:xfrm>
          <a:off x="8767027" y="2251936"/>
          <a:ext cx="3160800" cy="935999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25154">
                  <a:extLst>
                    <a:ext uri="{9D8B030D-6E8A-4147-A177-3AD203B41FA5}">
                      <a16:colId xmlns:a16="http://schemas.microsoft.com/office/drawing/2014/main" val="1522340564"/>
                    </a:ext>
                  </a:extLst>
                </a:gridCol>
                <a:gridCol w="1135646">
                  <a:extLst>
                    <a:ext uri="{9D8B030D-6E8A-4147-A177-3AD203B41FA5}">
                      <a16:colId xmlns:a16="http://schemas.microsoft.com/office/drawing/2014/main" val="2664085538"/>
                    </a:ext>
                  </a:extLst>
                </a:gridCol>
              </a:tblGrid>
              <a:tr h="217897">
                <a:tc>
                  <a:txBody>
                    <a:bodyPr/>
                    <a:lstStyle/>
                    <a:p>
                      <a:pPr algn="ctr"/>
                      <a:r>
                        <a:rPr lang="en-IN" sz="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Agentified Effort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711006"/>
                  </a:ext>
                </a:extLst>
              </a:tr>
              <a:tr h="14151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Ingestion, Staging &amp; Transformation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55-75%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701710"/>
                  </a:ext>
                </a:extLst>
              </a:tr>
              <a:tr h="15204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Quality Checks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60-75%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14981"/>
                  </a:ext>
                </a:extLst>
              </a:tr>
              <a:tr h="14151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Code Generation &amp; Enhancements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55-75%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687548"/>
                  </a:ext>
                </a:extLst>
              </a:tr>
              <a:tr h="14151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Code Reviews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60-80%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701675"/>
                  </a:ext>
                </a:extLst>
              </a:tr>
              <a:tr h="14151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Orchestration &amp; CI/CD Automation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45-60%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244383"/>
                  </a:ext>
                </a:extLst>
              </a:tr>
            </a:tbl>
          </a:graphicData>
        </a:graphic>
      </p:graphicFrame>
      <p:grpSp>
        <p:nvGrpSpPr>
          <p:cNvPr id="40" name="Group 39">
            <a:extLst>
              <a:ext uri="{FF2B5EF4-FFF2-40B4-BE49-F238E27FC236}">
                <a16:creationId xmlns:a16="http://schemas.microsoft.com/office/drawing/2014/main" id="{F98C7396-9508-78B2-DF13-2AA4D8A28980}"/>
              </a:ext>
            </a:extLst>
          </p:cNvPr>
          <p:cNvGrpSpPr/>
          <p:nvPr/>
        </p:nvGrpSpPr>
        <p:grpSpPr>
          <a:xfrm>
            <a:off x="8864227" y="1570617"/>
            <a:ext cx="2966400" cy="603075"/>
            <a:chOff x="1235273" y="1435275"/>
            <a:chExt cx="3044426" cy="603075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E61704-72F7-0810-B581-744A3CEF04A2}"/>
                </a:ext>
              </a:extLst>
            </p:cNvPr>
            <p:cNvSpPr/>
            <p:nvPr/>
          </p:nvSpPr>
          <p:spPr>
            <a:xfrm>
              <a:off x="1235273" y="1435275"/>
              <a:ext cx="3044426" cy="603075"/>
            </a:xfrm>
            <a:prstGeom prst="roundRect">
              <a:avLst>
                <a:gd name="adj" fmla="val 2021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5B1A2A4-5ECD-DD29-CF79-94C6A5CF36FF}"/>
                </a:ext>
              </a:extLst>
            </p:cNvPr>
            <p:cNvGrpSpPr/>
            <p:nvPr/>
          </p:nvGrpSpPr>
          <p:grpSpPr>
            <a:xfrm>
              <a:off x="1312067" y="1684756"/>
              <a:ext cx="2890838" cy="257950"/>
              <a:chOff x="1312067" y="1684756"/>
              <a:chExt cx="2890838" cy="257950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05D6B02C-7C1F-27AB-5A61-135CF861DDDE}"/>
                  </a:ext>
                </a:extLst>
              </p:cNvPr>
              <p:cNvSpPr/>
              <p:nvPr/>
            </p:nvSpPr>
            <p:spPr>
              <a:xfrm>
                <a:off x="1312067" y="1684756"/>
                <a:ext cx="2890838" cy="25795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8E94925-B4BD-65D8-B595-AA00F1D38CF1}"/>
                  </a:ext>
                </a:extLst>
              </p:cNvPr>
              <p:cNvSpPr/>
              <p:nvPr/>
            </p:nvSpPr>
            <p:spPr>
              <a:xfrm>
                <a:off x="1312067" y="1684756"/>
                <a:ext cx="2260539" cy="257950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b="1" i="1">
                    <a:latin typeface="Verdana" panose="020B0604030504040204" pitchFamily="34" charset="0"/>
                    <a:ea typeface="Verdana" panose="020B0604030504040204" pitchFamily="34" charset="0"/>
                  </a:rPr>
                  <a:t>60-80%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11CF26A-841A-3442-95E9-A25F6D9093CC}"/>
                </a:ext>
              </a:extLst>
            </p:cNvPr>
            <p:cNvSpPr txBox="1"/>
            <p:nvPr/>
          </p:nvSpPr>
          <p:spPr>
            <a:xfrm>
              <a:off x="1312067" y="1447746"/>
              <a:ext cx="181930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b="1">
                  <a:latin typeface="Verdana" panose="020B0604030504040204" pitchFamily="34" charset="0"/>
                  <a:ea typeface="Verdana" panose="020B0604030504040204" pitchFamily="34" charset="0"/>
                </a:rPr>
                <a:t>Agentified Effort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911BB35-21D7-D332-03B1-22BE145D7432}"/>
              </a:ext>
            </a:extLst>
          </p:cNvPr>
          <p:cNvSpPr txBox="1"/>
          <p:nvPr/>
        </p:nvSpPr>
        <p:spPr>
          <a:xfrm>
            <a:off x="8738228" y="3377553"/>
            <a:ext cx="321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latin typeface="Verdana" panose="020B0604030504040204" pitchFamily="34" charset="0"/>
                <a:ea typeface="Verdana" panose="020B0604030504040204" pitchFamily="34" charset="0"/>
              </a:rPr>
              <a:t>Auto-generate Ingestion Scripts, Convert logic into SQL / PySpark code, Autogenerate DQ rules, Generate Code from specs, Suggest better join order, Perform Linting, Generate DAGs, Build CI/CD Pipelines</a:t>
            </a:r>
            <a:endParaRPr lang="en-IN" sz="8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A9389F2-A9A9-E81E-7558-94EAD36E74AA}"/>
              </a:ext>
            </a:extLst>
          </p:cNvPr>
          <p:cNvSpPr/>
          <p:nvPr/>
        </p:nvSpPr>
        <p:spPr>
          <a:xfrm>
            <a:off x="2269847" y="4240312"/>
            <a:ext cx="4400297" cy="2268000"/>
          </a:xfrm>
          <a:prstGeom prst="roundRect">
            <a:avLst>
              <a:gd name="adj" fmla="val 373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AC8433-CF0A-0765-F86B-0C0CF67DFAAC}"/>
              </a:ext>
            </a:extLst>
          </p:cNvPr>
          <p:cNvSpPr txBox="1"/>
          <p:nvPr/>
        </p:nvSpPr>
        <p:spPr>
          <a:xfrm>
            <a:off x="2969808" y="4299905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Migration &amp; Validation</a:t>
            </a:r>
          </a:p>
        </p:txBody>
      </p:sp>
      <p:graphicFrame>
        <p:nvGraphicFramePr>
          <p:cNvPr id="51" name="Content Placeholder 11">
            <a:extLst>
              <a:ext uri="{FF2B5EF4-FFF2-40B4-BE49-F238E27FC236}">
                <a16:creationId xmlns:a16="http://schemas.microsoft.com/office/drawing/2014/main" id="{F82651B4-0B60-106E-5940-43DCC6F31C09}"/>
              </a:ext>
            </a:extLst>
          </p:cNvPr>
          <p:cNvGraphicFramePr>
            <a:graphicFrameLocks/>
          </p:cNvGraphicFramePr>
          <p:nvPr/>
        </p:nvGraphicFramePr>
        <p:xfrm>
          <a:off x="2753113" y="5283557"/>
          <a:ext cx="3433764" cy="5476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709739">
                  <a:extLst>
                    <a:ext uri="{9D8B030D-6E8A-4147-A177-3AD203B41FA5}">
                      <a16:colId xmlns:a16="http://schemas.microsoft.com/office/drawing/2014/main" val="1522340564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664085538"/>
                    </a:ext>
                  </a:extLst>
                </a:gridCol>
              </a:tblGrid>
              <a:tr h="180941">
                <a:tc>
                  <a:txBody>
                    <a:bodyPr/>
                    <a:lstStyle/>
                    <a:p>
                      <a:pPr algn="ctr"/>
                      <a:r>
                        <a:rPr lang="en-IN" sz="80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Agentified Effort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711006"/>
                  </a:ext>
                </a:extLst>
              </a:tr>
              <a:tr h="1611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Initial Data Migration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60–75%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701710"/>
                  </a:ext>
                </a:extLst>
              </a:tr>
              <a:tr h="1731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Data Reconciliation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70–85%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14981"/>
                  </a:ext>
                </a:extLst>
              </a:tr>
            </a:tbl>
          </a:graphicData>
        </a:graphic>
      </p:graphicFrame>
      <p:grpSp>
        <p:nvGrpSpPr>
          <p:cNvPr id="52" name="Group 51">
            <a:extLst>
              <a:ext uri="{FF2B5EF4-FFF2-40B4-BE49-F238E27FC236}">
                <a16:creationId xmlns:a16="http://schemas.microsoft.com/office/drawing/2014/main" id="{6462E63D-25B7-BBFC-34DC-4866FF4C6FF7}"/>
              </a:ext>
            </a:extLst>
          </p:cNvPr>
          <p:cNvGrpSpPr/>
          <p:nvPr/>
        </p:nvGrpSpPr>
        <p:grpSpPr>
          <a:xfrm>
            <a:off x="2502849" y="4628693"/>
            <a:ext cx="3934293" cy="603075"/>
            <a:chOff x="1235273" y="1435275"/>
            <a:chExt cx="3044426" cy="603075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4452109C-52F7-E64F-646B-DC49F4F533E0}"/>
                </a:ext>
              </a:extLst>
            </p:cNvPr>
            <p:cNvSpPr/>
            <p:nvPr/>
          </p:nvSpPr>
          <p:spPr>
            <a:xfrm>
              <a:off x="1235273" y="1435275"/>
              <a:ext cx="3044426" cy="603075"/>
            </a:xfrm>
            <a:prstGeom prst="roundRect">
              <a:avLst>
                <a:gd name="adj" fmla="val 2021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EA022C5-A303-7957-4F24-285CBD5A4F71}"/>
                </a:ext>
              </a:extLst>
            </p:cNvPr>
            <p:cNvGrpSpPr/>
            <p:nvPr/>
          </p:nvGrpSpPr>
          <p:grpSpPr>
            <a:xfrm>
              <a:off x="1312067" y="1684756"/>
              <a:ext cx="2890838" cy="257950"/>
              <a:chOff x="1312067" y="1684756"/>
              <a:chExt cx="2890838" cy="257950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A9B2544F-D614-047E-1C26-018B96BF4B9D}"/>
                  </a:ext>
                </a:extLst>
              </p:cNvPr>
              <p:cNvSpPr/>
              <p:nvPr/>
            </p:nvSpPr>
            <p:spPr>
              <a:xfrm>
                <a:off x="1312067" y="1684756"/>
                <a:ext cx="2890838" cy="25795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50242B8D-1BC7-B1A0-50CC-F8FAF9E5971E}"/>
                  </a:ext>
                </a:extLst>
              </p:cNvPr>
              <p:cNvSpPr/>
              <p:nvPr/>
            </p:nvSpPr>
            <p:spPr>
              <a:xfrm>
                <a:off x="1312067" y="1684756"/>
                <a:ext cx="2296444" cy="257950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b="1" i="1">
                    <a:latin typeface="Verdana" panose="020B0604030504040204" pitchFamily="34" charset="0"/>
                    <a:ea typeface="Verdana" panose="020B0604030504040204" pitchFamily="34" charset="0"/>
                  </a:rPr>
                  <a:t>60-80%</a:t>
                </a: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37E961F-8F3B-390D-31D1-2C1418311358}"/>
                </a:ext>
              </a:extLst>
            </p:cNvPr>
            <p:cNvSpPr txBox="1"/>
            <p:nvPr/>
          </p:nvSpPr>
          <p:spPr>
            <a:xfrm>
              <a:off x="1312067" y="1447746"/>
              <a:ext cx="136802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b="1">
                  <a:latin typeface="Verdana" panose="020B0604030504040204" pitchFamily="34" charset="0"/>
                  <a:ea typeface="Verdana" panose="020B0604030504040204" pitchFamily="34" charset="0"/>
                </a:rPr>
                <a:t>Agentified Effort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62C7131-69CE-EF67-7321-19D9F8E4392F}"/>
              </a:ext>
            </a:extLst>
          </p:cNvPr>
          <p:cNvSpPr txBox="1"/>
          <p:nvPr/>
        </p:nvSpPr>
        <p:spPr>
          <a:xfrm>
            <a:off x="2359753" y="6087929"/>
            <a:ext cx="4220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latin typeface="Verdana" panose="020B0604030504040204" pitchFamily="34" charset="0"/>
                <a:ea typeface="Verdana" panose="020B0604030504040204" pitchFamily="34" charset="0"/>
              </a:rPr>
              <a:t>Generate Migration Scripts, Validate row counts, Auto-match records, Highlight mismatches</a:t>
            </a:r>
            <a:endParaRPr lang="en-IN" sz="8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1A1E6D95-6F91-9EDB-17D3-E244B92DB6B6}"/>
              </a:ext>
            </a:extLst>
          </p:cNvPr>
          <p:cNvSpPr/>
          <p:nvPr/>
        </p:nvSpPr>
        <p:spPr>
          <a:xfrm>
            <a:off x="7137103" y="4237746"/>
            <a:ext cx="4400297" cy="2268000"/>
          </a:xfrm>
          <a:prstGeom prst="roundRect">
            <a:avLst>
              <a:gd name="adj" fmla="val 373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79E12E5-29E6-15C2-7C99-B30CE2C2334E}"/>
              </a:ext>
            </a:extLst>
          </p:cNvPr>
          <p:cNvSpPr txBox="1"/>
          <p:nvPr/>
        </p:nvSpPr>
        <p:spPr>
          <a:xfrm>
            <a:off x="7837064" y="4297339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Operate &amp; Maintain</a:t>
            </a:r>
          </a:p>
        </p:txBody>
      </p:sp>
      <p:graphicFrame>
        <p:nvGraphicFramePr>
          <p:cNvPr id="75" name="Content Placeholder 11">
            <a:extLst>
              <a:ext uri="{FF2B5EF4-FFF2-40B4-BE49-F238E27FC236}">
                <a16:creationId xmlns:a16="http://schemas.microsoft.com/office/drawing/2014/main" id="{4BC342EB-67B6-5D08-3B53-B0EB035EF33E}"/>
              </a:ext>
            </a:extLst>
          </p:cNvPr>
          <p:cNvGraphicFramePr>
            <a:graphicFrameLocks/>
          </p:cNvGraphicFramePr>
          <p:nvPr/>
        </p:nvGraphicFramePr>
        <p:xfrm>
          <a:off x="7620369" y="5287275"/>
          <a:ext cx="3433764" cy="5476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709739">
                  <a:extLst>
                    <a:ext uri="{9D8B030D-6E8A-4147-A177-3AD203B41FA5}">
                      <a16:colId xmlns:a16="http://schemas.microsoft.com/office/drawing/2014/main" val="1522340564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664085538"/>
                    </a:ext>
                  </a:extLst>
                </a:gridCol>
              </a:tblGrid>
              <a:tr h="180941">
                <a:tc>
                  <a:txBody>
                    <a:bodyPr/>
                    <a:lstStyle/>
                    <a:p>
                      <a:pPr algn="ctr"/>
                      <a:r>
                        <a:rPr lang="en-IN" sz="80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Agentified Effort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711006"/>
                  </a:ext>
                </a:extLst>
              </a:tr>
              <a:tr h="16114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Monitoring &amp; Alerting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60–70%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701710"/>
                  </a:ext>
                </a:extLst>
              </a:tr>
              <a:tr h="17313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Documentation &amp; Lineage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70–90%</a:t>
                      </a:r>
                      <a:endParaRPr lang="en-IN" sz="800" kern="120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14981"/>
                  </a:ext>
                </a:extLst>
              </a:tr>
            </a:tbl>
          </a:graphicData>
        </a:graphic>
      </p:graphicFrame>
      <p:grpSp>
        <p:nvGrpSpPr>
          <p:cNvPr id="76" name="Group 75">
            <a:extLst>
              <a:ext uri="{FF2B5EF4-FFF2-40B4-BE49-F238E27FC236}">
                <a16:creationId xmlns:a16="http://schemas.microsoft.com/office/drawing/2014/main" id="{4A9B8493-956B-A0D6-6E7A-342158E3488E}"/>
              </a:ext>
            </a:extLst>
          </p:cNvPr>
          <p:cNvGrpSpPr/>
          <p:nvPr/>
        </p:nvGrpSpPr>
        <p:grpSpPr>
          <a:xfrm>
            <a:off x="7370105" y="4629269"/>
            <a:ext cx="3934293" cy="603075"/>
            <a:chOff x="1235273" y="1435275"/>
            <a:chExt cx="3044426" cy="603075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752D7AEE-7B67-6CDB-01C3-CDE442E67D68}"/>
                </a:ext>
              </a:extLst>
            </p:cNvPr>
            <p:cNvSpPr/>
            <p:nvPr/>
          </p:nvSpPr>
          <p:spPr>
            <a:xfrm>
              <a:off x="1235273" y="1435275"/>
              <a:ext cx="3044426" cy="603075"/>
            </a:xfrm>
            <a:prstGeom prst="roundRect">
              <a:avLst>
                <a:gd name="adj" fmla="val 2021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1AAC4F1-E902-51B6-F801-DA746C2D86B7}"/>
                </a:ext>
              </a:extLst>
            </p:cNvPr>
            <p:cNvGrpSpPr/>
            <p:nvPr/>
          </p:nvGrpSpPr>
          <p:grpSpPr>
            <a:xfrm>
              <a:off x="1312067" y="1684756"/>
              <a:ext cx="2890838" cy="257950"/>
              <a:chOff x="1312067" y="1684756"/>
              <a:chExt cx="2890838" cy="257950"/>
            </a:xfrm>
          </p:grpSpPr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DC3E23EB-FDB5-8C17-8635-970491B33EBC}"/>
                  </a:ext>
                </a:extLst>
              </p:cNvPr>
              <p:cNvSpPr/>
              <p:nvPr/>
            </p:nvSpPr>
            <p:spPr>
              <a:xfrm>
                <a:off x="1312067" y="1684756"/>
                <a:ext cx="2890838" cy="25795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CB43CE90-1641-03BD-D939-8E4B55A6A99C}"/>
                  </a:ext>
                </a:extLst>
              </p:cNvPr>
              <p:cNvSpPr/>
              <p:nvPr/>
            </p:nvSpPr>
            <p:spPr>
              <a:xfrm>
                <a:off x="1312067" y="1684756"/>
                <a:ext cx="2606291" cy="257950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b="1" i="1">
                    <a:latin typeface="Verdana" panose="020B0604030504040204" pitchFamily="34" charset="0"/>
                    <a:ea typeface="Verdana" panose="020B0604030504040204" pitchFamily="34" charset="0"/>
                  </a:rPr>
                  <a:t>70-80%</a:t>
                </a: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2859278-6DF9-0398-27B0-274740831E9F}"/>
                </a:ext>
              </a:extLst>
            </p:cNvPr>
            <p:cNvSpPr txBox="1"/>
            <p:nvPr/>
          </p:nvSpPr>
          <p:spPr>
            <a:xfrm>
              <a:off x="1312067" y="1447746"/>
              <a:ext cx="136802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b="1">
                  <a:latin typeface="Verdana" panose="020B0604030504040204" pitchFamily="34" charset="0"/>
                  <a:ea typeface="Verdana" panose="020B0604030504040204" pitchFamily="34" charset="0"/>
                </a:rPr>
                <a:t>Agentified Effort</a:t>
              </a: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2B8F9120-52CF-807E-2597-657CBFA85B2E}"/>
              </a:ext>
            </a:extLst>
          </p:cNvPr>
          <p:cNvSpPr txBox="1"/>
          <p:nvPr/>
        </p:nvSpPr>
        <p:spPr>
          <a:xfrm>
            <a:off x="7227009" y="6094790"/>
            <a:ext cx="4220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latin typeface="Verdana" panose="020B0604030504040204" pitchFamily="34" charset="0"/>
                <a:ea typeface="Verdana" panose="020B0604030504040204" pitchFamily="34" charset="0"/>
              </a:rPr>
              <a:t>Auto-alerts, Retry failed jobs, Explain errors, Auto-doc code, Generate Lineage graphs</a:t>
            </a:r>
            <a:endParaRPr lang="en-IN" sz="8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4E7A0643-C032-4C70-8575-2036FDF47B71}"/>
              </a:ext>
            </a:extLst>
          </p:cNvPr>
          <p:cNvSpPr/>
          <p:nvPr/>
        </p:nvSpPr>
        <p:spPr>
          <a:xfrm>
            <a:off x="1977869" y="731149"/>
            <a:ext cx="9816032" cy="265995"/>
          </a:xfrm>
          <a:prstGeom prst="roundRect">
            <a:avLst>
              <a:gd name="adj" fmla="val 2021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i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Agentification in every activity of Data Engineering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783B24D-D15C-896B-9E11-8F08E3123DAB}"/>
              </a:ext>
            </a:extLst>
          </p:cNvPr>
          <p:cNvSpPr/>
          <p:nvPr/>
        </p:nvSpPr>
        <p:spPr>
          <a:xfrm>
            <a:off x="197272" y="868608"/>
            <a:ext cx="1393278" cy="5573913"/>
          </a:xfrm>
          <a:prstGeom prst="roundRect">
            <a:avLst>
              <a:gd name="adj" fmla="val 373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4D2E0F9-6247-1FD5-5E9C-F1FAD8902601}"/>
              </a:ext>
            </a:extLst>
          </p:cNvPr>
          <p:cNvGrpSpPr/>
          <p:nvPr/>
        </p:nvGrpSpPr>
        <p:grpSpPr>
          <a:xfrm>
            <a:off x="190963" y="5037581"/>
            <a:ext cx="1393278" cy="1057209"/>
            <a:chOff x="10607785" y="934367"/>
            <a:chExt cx="1393278" cy="1057209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3066317-AA3C-48E6-CD2D-C192154A806D}"/>
                </a:ext>
              </a:extLst>
            </p:cNvPr>
            <p:cNvSpPr txBox="1"/>
            <p:nvPr/>
          </p:nvSpPr>
          <p:spPr>
            <a:xfrm>
              <a:off x="10607785" y="1353066"/>
              <a:ext cx="13932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>
                  <a:latin typeface="Verdana" panose="020B0604030504040204" pitchFamily="34" charset="0"/>
                  <a:ea typeface="Verdana" panose="020B0604030504040204" pitchFamily="34" charset="0"/>
                </a:rPr>
                <a:t>Data Platform Build: Greenfield</a:t>
              </a:r>
            </a:p>
          </p:txBody>
        </p:sp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3123B01-4BC8-B520-D607-AE7BCAE8A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36546" y="934367"/>
              <a:ext cx="335756" cy="335756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2EC4C09-5E69-983A-9391-4831696E688B}"/>
                </a:ext>
              </a:extLst>
            </p:cNvPr>
            <p:cNvSpPr txBox="1"/>
            <p:nvPr/>
          </p:nvSpPr>
          <p:spPr>
            <a:xfrm>
              <a:off x="10607785" y="1653022"/>
              <a:ext cx="13932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>
                  <a:latin typeface="Verdana" panose="020B0604030504040204" pitchFamily="34" charset="0"/>
                  <a:ea typeface="Verdana" panose="020B0604030504040204" pitchFamily="34" charset="0"/>
                </a:rPr>
                <a:t>Overall Agentified Effort: </a:t>
              </a:r>
              <a:r>
                <a:rPr lang="en-IN" sz="800" b="1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60-75%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667235E-4D8A-E72E-8051-2365B0A1D4EC}"/>
              </a:ext>
            </a:extLst>
          </p:cNvPr>
          <p:cNvGrpSpPr/>
          <p:nvPr/>
        </p:nvGrpSpPr>
        <p:grpSpPr>
          <a:xfrm>
            <a:off x="172553" y="3238140"/>
            <a:ext cx="1393278" cy="1134253"/>
            <a:chOff x="10607606" y="2712294"/>
            <a:chExt cx="1393278" cy="1134253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DFCE03F-EDCB-6B21-6AE9-AB6DD9842249}"/>
                </a:ext>
              </a:extLst>
            </p:cNvPr>
            <p:cNvSpPr txBox="1"/>
            <p:nvPr/>
          </p:nvSpPr>
          <p:spPr>
            <a:xfrm>
              <a:off x="10607606" y="3218197"/>
              <a:ext cx="13932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>
                  <a:latin typeface="Verdana" panose="020B0604030504040204" pitchFamily="34" charset="0"/>
                  <a:ea typeface="Verdana" panose="020B0604030504040204" pitchFamily="34" charset="0"/>
                </a:rPr>
                <a:t>Migration / Modernization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721E826-E691-D9FD-D213-5258D273210C}"/>
                </a:ext>
              </a:extLst>
            </p:cNvPr>
            <p:cNvSpPr txBox="1"/>
            <p:nvPr/>
          </p:nvSpPr>
          <p:spPr>
            <a:xfrm>
              <a:off x="10607606" y="3507993"/>
              <a:ext cx="13932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>
                  <a:latin typeface="Verdana" panose="020B0604030504040204" pitchFamily="34" charset="0"/>
                  <a:ea typeface="Verdana" panose="020B0604030504040204" pitchFamily="34" charset="0"/>
                </a:rPr>
                <a:t>Overall Agentified Effort: </a:t>
              </a:r>
              <a:r>
                <a:rPr lang="en-IN" sz="800" b="1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70-80%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EFD615F5-F4EB-5AD0-0F4C-A0BA4F8FBF7E}"/>
                </a:ext>
              </a:extLst>
            </p:cNvPr>
            <p:cNvGrpSpPr/>
            <p:nvPr/>
          </p:nvGrpSpPr>
          <p:grpSpPr>
            <a:xfrm>
              <a:off x="10798691" y="2712294"/>
              <a:ext cx="1019873" cy="450217"/>
              <a:chOff x="10798691" y="2731344"/>
              <a:chExt cx="1019873" cy="450217"/>
            </a:xfrm>
          </p:grpSpPr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10929203-806E-A6D5-0576-DE76E9F031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98691" y="2731344"/>
                <a:ext cx="450217" cy="450217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1178D86B-7F7A-2CF4-AB8D-4A58B4570F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68564" y="2731452"/>
                <a:ext cx="450000" cy="450000"/>
              </a:xfrm>
              <a:prstGeom prst="rect">
                <a:avLst/>
              </a:prstGeom>
            </p:spPr>
          </p:pic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C8C56A3-EBB4-04FD-B696-6F4EDDA12086}"/>
              </a:ext>
            </a:extLst>
          </p:cNvPr>
          <p:cNvGrpSpPr/>
          <p:nvPr/>
        </p:nvGrpSpPr>
        <p:grpSpPr>
          <a:xfrm>
            <a:off x="182685" y="1216459"/>
            <a:ext cx="1393278" cy="1156084"/>
            <a:chOff x="10632325" y="4274069"/>
            <a:chExt cx="1393278" cy="1156084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6C23C65-9C97-FCCE-8429-F8C554526FA9}"/>
                </a:ext>
              </a:extLst>
            </p:cNvPr>
            <p:cNvSpPr txBox="1"/>
            <p:nvPr/>
          </p:nvSpPr>
          <p:spPr>
            <a:xfrm>
              <a:off x="10632325" y="4781483"/>
              <a:ext cx="13932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>
                  <a:latin typeface="Verdana" panose="020B0604030504040204" pitchFamily="34" charset="0"/>
                  <a:ea typeface="Verdana" panose="020B0604030504040204" pitchFamily="34" charset="0"/>
                </a:rPr>
                <a:t>Data Architecture Strategy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C128EE3-6CA1-1959-BB15-57EE8A8E3749}"/>
                </a:ext>
              </a:extLst>
            </p:cNvPr>
            <p:cNvSpPr txBox="1"/>
            <p:nvPr/>
          </p:nvSpPr>
          <p:spPr>
            <a:xfrm>
              <a:off x="10632325" y="5091599"/>
              <a:ext cx="13932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>
                  <a:latin typeface="Verdana" panose="020B0604030504040204" pitchFamily="34" charset="0"/>
                  <a:ea typeface="Verdana" panose="020B0604030504040204" pitchFamily="34" charset="0"/>
                </a:rPr>
                <a:t>Overall Agentified Effort: </a:t>
              </a:r>
              <a:r>
                <a:rPr lang="en-IN" sz="800" b="1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40-55%</a:t>
              </a:r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9AEBAE21-7BA2-37CA-AFAD-0E24C898C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103964" y="4274069"/>
              <a:ext cx="450000" cy="4500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4133B25-E8EC-7FFF-2CB4-DF8DF00AC564}"/>
              </a:ext>
            </a:extLst>
          </p:cNvPr>
          <p:cNvSpPr txBox="1"/>
          <p:nvPr/>
        </p:nvSpPr>
        <p:spPr>
          <a:xfrm>
            <a:off x="6580237" y="133742"/>
            <a:ext cx="60052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Sync up the activities/deliverables with new sheet</a:t>
            </a:r>
          </a:p>
          <a:p>
            <a:r>
              <a:rPr lang="en-US">
                <a:highlight>
                  <a:srgbClr val="FFFF00"/>
                </a:highlight>
              </a:rPr>
              <a:t>Include the roles</a:t>
            </a:r>
          </a:p>
          <a:p>
            <a:r>
              <a:rPr lang="en-US">
                <a:highlight>
                  <a:srgbClr val="FF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6333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609838-55EE-831C-CB7E-A288A759C1D8}"/>
              </a:ext>
            </a:extLst>
          </p:cNvPr>
          <p:cNvSpPr txBox="1"/>
          <p:nvPr/>
        </p:nvSpPr>
        <p:spPr>
          <a:xfrm>
            <a:off x="1940560" y="1280160"/>
            <a:ext cx="39148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Agent list based on the columns</a:t>
            </a: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2B0EF-0163-9D74-2347-BC72047E39EC}"/>
              </a:ext>
            </a:extLst>
          </p:cNvPr>
          <p:cNvSpPr txBox="1"/>
          <p:nvPr/>
        </p:nvSpPr>
        <p:spPr>
          <a:xfrm>
            <a:off x="944880" y="2206060"/>
            <a:ext cx="9641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Role Name - </a:t>
            </a:r>
            <a:r>
              <a:rPr lang="en-US" b="1">
                <a:solidFill>
                  <a:srgbClr val="000000"/>
                </a:solidFill>
                <a:latin typeface="Aptos Narrow" panose="020B0004020202020204" pitchFamily="34" charset="0"/>
              </a:rPr>
              <a:t>For each role how many agent we have </a:t>
            </a:r>
            <a:r>
              <a:rPr lang="en-US"/>
              <a:t> </a:t>
            </a:r>
          </a:p>
          <a:p>
            <a:endParaRPr lang="en-US" sz="1800" b="1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n-US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Agent Name, Input to Agent</a:t>
            </a:r>
            <a:r>
              <a:rPr lang="en-US"/>
              <a:t> ,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Expected Output</a:t>
            </a:r>
            <a:r>
              <a:rPr lang="en-US"/>
              <a:t> ,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Accuracy Measure,</a:t>
            </a:r>
            <a:r>
              <a:rPr lang="en-US"/>
              <a:t>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Tuning Strategy</a:t>
            </a:r>
          </a:p>
          <a:p>
            <a:endParaRPr lang="en-US" b="1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09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3E91-5837-A348-3BD6-E2CB687E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E922-78B6-7F79-C49E-8EC47FC7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13" y="231525"/>
            <a:ext cx="11160121" cy="430887"/>
          </a:xfr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2800">
                <a:latin typeface="PP Neue Machina Plain Ultrabold" pitchFamily="2" charset="77"/>
                <a:sym typeface="Aptos" panose="020B0004020202020204" pitchFamily="34" charset="0"/>
              </a:rPr>
              <a:t>AAVA Data &amp; Insights Agents and Use Cases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4483E4-B1EA-35F3-5CEF-525DFC0C11D0}"/>
              </a:ext>
            </a:extLst>
          </p:cNvPr>
          <p:cNvGraphicFramePr>
            <a:graphicFrameLocks noGrp="1"/>
          </p:cNvGraphicFramePr>
          <p:nvPr/>
        </p:nvGraphicFramePr>
        <p:xfrm>
          <a:off x="568096" y="963762"/>
          <a:ext cx="1979385" cy="822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79385">
                  <a:extLst>
                    <a:ext uri="{9D8B030D-6E8A-4147-A177-3AD203B41FA5}">
                      <a16:colId xmlns:a16="http://schemas.microsoft.com/office/drawing/2014/main" val="102742293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Agents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1427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5359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AA4F785-5139-8BFE-04CD-F0DF04E09CE4}"/>
              </a:ext>
            </a:extLst>
          </p:cNvPr>
          <p:cNvGraphicFramePr>
            <a:graphicFrameLocks noGrp="1"/>
          </p:cNvGraphicFramePr>
          <p:nvPr/>
        </p:nvGraphicFramePr>
        <p:xfrm>
          <a:off x="2768534" y="963762"/>
          <a:ext cx="1979385" cy="822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79385">
                  <a:extLst>
                    <a:ext uri="{9D8B030D-6E8A-4147-A177-3AD203B41FA5}">
                      <a16:colId xmlns:a16="http://schemas.microsoft.com/office/drawing/2014/main" val="102742293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Workflows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1427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125+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53592"/>
                  </a:ext>
                </a:extLst>
              </a:tr>
            </a:tbl>
          </a:graphicData>
        </a:graphic>
      </p:graphicFrame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4096D79D-B5CC-A7CF-2A93-F06674CFDC8B}"/>
              </a:ext>
            </a:extLst>
          </p:cNvPr>
          <p:cNvGrpSpPr/>
          <p:nvPr/>
        </p:nvGrpSpPr>
        <p:grpSpPr>
          <a:xfrm>
            <a:off x="515936" y="2028562"/>
            <a:ext cx="11247120" cy="1371600"/>
            <a:chOff x="515936" y="2028562"/>
            <a:chExt cx="11247120" cy="1371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B22FE0E-B47A-905D-0238-BC287C082B1D}"/>
                </a:ext>
              </a:extLst>
            </p:cNvPr>
            <p:cNvSpPr/>
            <p:nvPr/>
          </p:nvSpPr>
          <p:spPr>
            <a:xfrm>
              <a:off x="515936" y="2028562"/>
              <a:ext cx="11247120" cy="1371600"/>
            </a:xfrm>
            <a:prstGeom prst="roundRect">
              <a:avLst>
                <a:gd name="adj" fmla="val 10959"/>
              </a:avLst>
            </a:prstGeom>
            <a:solidFill>
              <a:schemeClr val="bg1"/>
            </a:solidFill>
            <a:ln w="3175">
              <a:solidFill>
                <a:schemeClr val="accent4"/>
              </a:solidFill>
              <a:prstDash val="dash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420774-2BC7-9A86-13E3-8922EBAD7318}"/>
                </a:ext>
              </a:extLst>
            </p:cNvPr>
            <p:cNvSpPr txBox="1"/>
            <p:nvPr/>
          </p:nvSpPr>
          <p:spPr>
            <a:xfrm>
              <a:off x="538162" y="2483530"/>
              <a:ext cx="1508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>
                  <a:latin typeface="Verdana" panose="020B0604030504040204" pitchFamily="34" charset="0"/>
                  <a:ea typeface="Verdana" panose="020B0604030504040204" pitchFamily="34" charset="0"/>
                </a:rPr>
                <a:t>Data Modernization</a:t>
              </a:r>
            </a:p>
          </p:txBody>
        </p:sp>
        <p:pic>
          <p:nvPicPr>
            <p:cNvPr id="17" name="TinyPPT" descr="TinyPPT">
              <a:extLst>
                <a:ext uri="{FF2B5EF4-FFF2-40B4-BE49-F238E27FC236}">
                  <a16:creationId xmlns:a16="http://schemas.microsoft.com/office/drawing/2014/main" id="{AEDBF963-0DE3-F64D-09FF-BBF49CA8B856}"/>
                </a:ext>
              </a:extLst>
            </p:cNvPr>
            <p:cNvPicPr>
              <a:picLocks/>
            </p:cNvPicPr>
            <p:nvPr/>
          </p:nvPicPr>
          <p:blipFill>
            <a:blip r:embed="rId3" cstate="email">
              <a:alphaModFix amt="60323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6200000" flipH="1">
              <a:off x="1512964" y="2617334"/>
              <a:ext cx="1249535" cy="194056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F43C6B-0605-D9D5-9EF1-886DB1DE48E4}"/>
                </a:ext>
              </a:extLst>
            </p:cNvPr>
            <p:cNvSpPr txBox="1"/>
            <p:nvPr/>
          </p:nvSpPr>
          <p:spPr>
            <a:xfrm>
              <a:off x="774472" y="2878986"/>
              <a:ext cx="103614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100">
                  <a:latin typeface="Verdana" panose="020B0604030504040204" pitchFamily="34" charset="0"/>
                  <a:ea typeface="Verdana" panose="020B0604030504040204" pitchFamily="34" charset="0"/>
                </a:rPr>
                <a:t>500+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1A0CED7-A7A6-F356-B7CC-F3A1E570D8C3}"/>
                </a:ext>
              </a:extLst>
            </p:cNvPr>
            <p:cNvSpPr txBox="1"/>
            <p:nvPr/>
          </p:nvSpPr>
          <p:spPr>
            <a:xfrm>
              <a:off x="2216352" y="2095181"/>
              <a:ext cx="1367145" cy="1243949"/>
            </a:xfrm>
            <a:prstGeom prst="roundRect">
              <a:avLst>
                <a:gd name="adj" fmla="val 410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noAutofit/>
            </a:bodyPr>
            <a:lstStyle/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Documentation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Analysis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Design Patterns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Planning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Conversion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Test Cases - Recon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Test Scripts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Reviewer</a:t>
              </a:r>
            </a:p>
          </p:txBody>
        </p:sp>
        <p:pic>
          <p:nvPicPr>
            <p:cNvPr id="1070" name="Picture 46" descr="PostgreSQL logo and symbol, meaning, history, PNG">
              <a:extLst>
                <a:ext uri="{FF2B5EF4-FFF2-40B4-BE49-F238E27FC236}">
                  <a16:creationId xmlns:a16="http://schemas.microsoft.com/office/drawing/2014/main" id="{BE56F5D7-97AA-9BC1-05E1-22477E0FAE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112977" y="2232930"/>
              <a:ext cx="386095" cy="376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C64AE06-3D91-5032-AC76-0C674584D7C3}"/>
                </a:ext>
              </a:extLst>
            </p:cNvPr>
            <p:cNvGrpSpPr/>
            <p:nvPr/>
          </p:nvGrpSpPr>
          <p:grpSpPr>
            <a:xfrm>
              <a:off x="3978122" y="2142207"/>
              <a:ext cx="7522093" cy="1093589"/>
              <a:chOff x="3698339" y="2250817"/>
              <a:chExt cx="7896260" cy="1149024"/>
            </a:xfrm>
          </p:grpSpPr>
          <p:pic>
            <p:nvPicPr>
              <p:cNvPr id="1026" name="Picture 2" descr="Ab Initio">
                <a:extLst>
                  <a:ext uri="{FF2B5EF4-FFF2-40B4-BE49-F238E27FC236}">
                    <a16:creationId xmlns:a16="http://schemas.microsoft.com/office/drawing/2014/main" id="{17F3589B-6D55-13A5-FFD1-A6BF830612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27785" y="2390577"/>
                <a:ext cx="793669" cy="2160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SAP ABAP Central: 5 Use Cases of GROUP BY for Internal Tables">
                <a:extLst>
                  <a:ext uri="{FF2B5EF4-FFF2-40B4-BE49-F238E27FC236}">
                    <a16:creationId xmlns:a16="http://schemas.microsoft.com/office/drawing/2014/main" id="{F6C242A4-3DD7-52DC-97FB-0A74E285A3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1967" y="2895268"/>
                <a:ext cx="529517" cy="3255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 descr="Alteryx Logo - PNG Logo Vector Brand Downloads (SVG, EPS)">
                <a:extLst>
                  <a:ext uri="{FF2B5EF4-FFF2-40B4-BE49-F238E27FC236}">
                    <a16:creationId xmlns:a16="http://schemas.microsoft.com/office/drawing/2014/main" id="{C1D2CC33-15F6-F7BD-62D0-DCF95F5023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6526366" y="3144095"/>
                <a:ext cx="663394" cy="2183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" name="Picture 10" descr="Microsoft Fabric - Medium">
                <a:extLst>
                  <a:ext uri="{FF2B5EF4-FFF2-40B4-BE49-F238E27FC236}">
                    <a16:creationId xmlns:a16="http://schemas.microsoft.com/office/drawing/2014/main" id="{4A70E89A-DD3A-693F-3AB9-E20DAEE84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9469984" y="2376686"/>
                <a:ext cx="405300" cy="4436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8" name="Picture 14" descr="Accessing IBM DB2 Database using Python | by Kaustubh Shrivastava ...">
                <a:extLst>
                  <a:ext uri="{FF2B5EF4-FFF2-40B4-BE49-F238E27FC236}">
                    <a16:creationId xmlns:a16="http://schemas.microsoft.com/office/drawing/2014/main" id="{57EDB49C-3647-9D81-28D0-5C88A3FF0E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5171586" y="2910541"/>
                <a:ext cx="385486" cy="4114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2" name="Picture 18" descr="Oracle Logo, symbol, meaning, history, PNG, brand">
                <a:extLst>
                  <a:ext uri="{FF2B5EF4-FFF2-40B4-BE49-F238E27FC236}">
                    <a16:creationId xmlns:a16="http://schemas.microsoft.com/office/drawing/2014/main" id="{AAB1DA0D-E43C-1960-BEE7-1A3C8DB28C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4824759" y="2307944"/>
                <a:ext cx="499043" cy="411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4" name="Picture 20" descr="Hive Logo">
                <a:extLst>
                  <a:ext uri="{FF2B5EF4-FFF2-40B4-BE49-F238E27FC236}">
                    <a16:creationId xmlns:a16="http://schemas.microsoft.com/office/drawing/2014/main" id="{DD483C8C-502F-30BA-839B-98515DB7CC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65629" y="2823765"/>
                <a:ext cx="499043" cy="4908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24" descr="A green triangle logo with black background&#10;&#10;AI-generated content may be incorrect.">
                <a:extLst>
                  <a:ext uri="{FF2B5EF4-FFF2-40B4-BE49-F238E27FC236}">
                    <a16:creationId xmlns:a16="http://schemas.microsoft.com/office/drawing/2014/main" id="{2E2CAEF0-34EF-FF75-9889-823F5F74CB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384644" y="3082547"/>
                <a:ext cx="529518" cy="286374"/>
              </a:xfrm>
              <a:prstGeom prst="rect">
                <a:avLst/>
              </a:prstGeom>
            </p:spPr>
          </p:pic>
          <p:pic>
            <p:nvPicPr>
              <p:cNvPr id="1052" name="Picture 28" descr="Informatica Powercenter Logo">
                <a:extLst>
                  <a:ext uri="{FF2B5EF4-FFF2-40B4-BE49-F238E27FC236}">
                    <a16:creationId xmlns:a16="http://schemas.microsoft.com/office/drawing/2014/main" id="{D670AB9A-69B2-5BB4-A42E-0131060244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62219" y="2250817"/>
                <a:ext cx="360758" cy="399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6" name="Picture 32" descr="Download Python Logo PNG Vector | GSS TECHNOLOGY">
                <a:extLst>
                  <a:ext uri="{FF2B5EF4-FFF2-40B4-BE49-F238E27FC236}">
                    <a16:creationId xmlns:a16="http://schemas.microsoft.com/office/drawing/2014/main" id="{0304603F-1395-1BB2-C698-C7B178E08B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9519534" y="2899950"/>
                <a:ext cx="357999" cy="4671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0" name="Picture 36" descr="Download Snowflake Computing Logo in SVG Vector or PNG File Format ...">
                <a:extLst>
                  <a:ext uri="{FF2B5EF4-FFF2-40B4-BE49-F238E27FC236}">
                    <a16:creationId xmlns:a16="http://schemas.microsoft.com/office/drawing/2014/main" id="{2E866DCF-9A38-70EF-9C11-A48D36559A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1010620" y="2381649"/>
                <a:ext cx="410346" cy="4337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2" name="Picture 38" descr="Teradata Logo PNG vector in SVG, PDF, AI, CDR format">
                <a:extLst>
                  <a:ext uri="{FF2B5EF4-FFF2-40B4-BE49-F238E27FC236}">
                    <a16:creationId xmlns:a16="http://schemas.microsoft.com/office/drawing/2014/main" id="{FD72E80E-426D-9098-761E-3031D88448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3698339" y="2350275"/>
                <a:ext cx="932305" cy="2206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6" name="Picture 52" descr="Java logo transparent PNG 22100214 PNG">
                <a:extLst>
                  <a:ext uri="{FF2B5EF4-FFF2-40B4-BE49-F238E27FC236}">
                    <a16:creationId xmlns:a16="http://schemas.microsoft.com/office/drawing/2014/main" id="{94062A92-2BB0-6FB3-359A-564FDE68B9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0074605" y="2867226"/>
                <a:ext cx="438466" cy="5326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Talend logo in transparent PNG format">
                <a:extLst>
                  <a:ext uri="{FF2B5EF4-FFF2-40B4-BE49-F238E27FC236}">
                    <a16:creationId xmlns:a16="http://schemas.microsoft.com/office/drawing/2014/main" id="{2ABE90A6-FEBC-CA04-9AA5-DD0C58CF81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32309" y="2770024"/>
                <a:ext cx="663394" cy="1851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8" descr="Databricks logo thumbnail transparent PNG - StickPNG">
                <a:extLst>
                  <a:ext uri="{FF2B5EF4-FFF2-40B4-BE49-F238E27FC236}">
                    <a16:creationId xmlns:a16="http://schemas.microsoft.com/office/drawing/2014/main" id="{ECE859DF-964B-D960-222F-7D296EDE9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50712" y="2388415"/>
                <a:ext cx="384481" cy="4201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10" descr="Google bigquery logo - Social media &amp; Logos Icons">
                <a:extLst>
                  <a:ext uri="{FF2B5EF4-FFF2-40B4-BE49-F238E27FC236}">
                    <a16:creationId xmlns:a16="http://schemas.microsoft.com/office/drawing/2014/main" id="{F8CE2ADF-2220-1951-ABEB-A7389468B7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85606" y="2375045"/>
                <a:ext cx="408950" cy="4469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12" descr="Advanced PySpark: Working with Spark SQL and DataFrames&quot;">
                <a:extLst>
                  <a:ext uri="{FF2B5EF4-FFF2-40B4-BE49-F238E27FC236}">
                    <a16:creationId xmlns:a16="http://schemas.microsoft.com/office/drawing/2014/main" id="{7C2850EF-4398-3385-CBDB-48332402FB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519" t="10405" r="9828" b="27561"/>
              <a:stretch/>
            </p:blipFill>
            <p:spPr bwMode="auto">
              <a:xfrm>
                <a:off x="8510286" y="2941107"/>
                <a:ext cx="812176" cy="3848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0" name="Picture 16" descr="Dbt icon - Free Download PNG &amp; SVG | Streamline">
                <a:extLst>
                  <a:ext uri="{FF2B5EF4-FFF2-40B4-BE49-F238E27FC236}">
                    <a16:creationId xmlns:a16="http://schemas.microsoft.com/office/drawing/2014/main" id="{1B673F19-033B-4A7E-A49B-9A04665BAD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688" b="27801"/>
              <a:stretch/>
            </p:blipFill>
            <p:spPr bwMode="auto">
              <a:xfrm>
                <a:off x="10710142" y="2936691"/>
                <a:ext cx="884457" cy="3936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" name="Picture 18" descr="Getting up and running with HPCC Systems | HPCC Systems">
                <a:extLst>
                  <a:ext uri="{FF2B5EF4-FFF2-40B4-BE49-F238E27FC236}">
                    <a16:creationId xmlns:a16="http://schemas.microsoft.com/office/drawing/2014/main" id="{ACFD8245-7695-1FAB-B6CF-C84B315381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80661" y="2773091"/>
                <a:ext cx="787528" cy="2863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3" name="Picture 20" descr="SAS vector logo (.EPS) - LogoEPS.com">
                <a:extLst>
                  <a:ext uri="{FF2B5EF4-FFF2-40B4-BE49-F238E27FC236}">
                    <a16:creationId xmlns:a16="http://schemas.microsoft.com/office/drawing/2014/main" id="{1E9F0C05-C8B9-1F8A-152F-750E558061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0338" b="31573"/>
              <a:stretch/>
            </p:blipFill>
            <p:spPr bwMode="auto">
              <a:xfrm>
                <a:off x="5517917" y="2402016"/>
                <a:ext cx="760882" cy="2898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24" name="Picture 1023">
              <a:extLst>
                <a:ext uri="{FF2B5EF4-FFF2-40B4-BE49-F238E27FC236}">
                  <a16:creationId xmlns:a16="http://schemas.microsoft.com/office/drawing/2014/main" id="{1D1AFD07-CCA3-50F8-521E-5176C60A1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626082" y="2651545"/>
              <a:ext cx="608706" cy="492078"/>
            </a:xfrm>
            <a:prstGeom prst="rect">
              <a:avLst/>
            </a:prstGeom>
          </p:spPr>
        </p:pic>
      </p:grp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6E10ED43-7923-E597-91E0-C983560B23A4}"/>
              </a:ext>
            </a:extLst>
          </p:cNvPr>
          <p:cNvGrpSpPr/>
          <p:nvPr/>
        </p:nvGrpSpPr>
        <p:grpSpPr>
          <a:xfrm>
            <a:off x="515936" y="3522038"/>
            <a:ext cx="11247120" cy="1371600"/>
            <a:chOff x="515936" y="3522038"/>
            <a:chExt cx="11247120" cy="137160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A31E4C0-E143-97FA-987C-66031C44D18C}"/>
                </a:ext>
              </a:extLst>
            </p:cNvPr>
            <p:cNvSpPr/>
            <p:nvPr/>
          </p:nvSpPr>
          <p:spPr>
            <a:xfrm>
              <a:off x="515936" y="3522038"/>
              <a:ext cx="11247120" cy="1371600"/>
            </a:xfrm>
            <a:prstGeom prst="roundRect">
              <a:avLst>
                <a:gd name="adj" fmla="val 10959"/>
              </a:avLst>
            </a:prstGeom>
            <a:solidFill>
              <a:schemeClr val="bg1"/>
            </a:solidFill>
            <a:ln w="3175">
              <a:solidFill>
                <a:schemeClr val="accent4"/>
              </a:solidFill>
              <a:prstDash val="dash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EA334A-9F2C-87B7-656F-AC774124F4B9}"/>
                </a:ext>
              </a:extLst>
            </p:cNvPr>
            <p:cNvSpPr txBox="1"/>
            <p:nvPr/>
          </p:nvSpPr>
          <p:spPr>
            <a:xfrm>
              <a:off x="640715" y="3884673"/>
              <a:ext cx="13036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>
                  <a:latin typeface="Verdana" panose="020B0604030504040204" pitchFamily="34" charset="0"/>
                  <a:ea typeface="Verdana" panose="020B0604030504040204" pitchFamily="34" charset="0"/>
                </a:rPr>
                <a:t>Data Warehouse in a Day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D07BF8-3C53-2558-8ACD-56ACF5668381}"/>
                </a:ext>
              </a:extLst>
            </p:cNvPr>
            <p:cNvSpPr txBox="1"/>
            <p:nvPr/>
          </p:nvSpPr>
          <p:spPr>
            <a:xfrm>
              <a:off x="760249" y="4465310"/>
              <a:ext cx="103614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100">
                  <a:latin typeface="Verdana" panose="020B0604030504040204" pitchFamily="34" charset="0"/>
                  <a:ea typeface="Verdana" panose="020B0604030504040204" pitchFamily="34" charset="0"/>
                </a:rPr>
                <a:t>50+</a:t>
              </a:r>
            </a:p>
          </p:txBody>
        </p:sp>
        <p:pic>
          <p:nvPicPr>
            <p:cNvPr id="16" name="Picture 4">
              <a:extLst>
                <a:ext uri="{FF2B5EF4-FFF2-40B4-BE49-F238E27FC236}">
                  <a16:creationId xmlns:a16="http://schemas.microsoft.com/office/drawing/2014/main" id="{D98F2299-0028-8B8A-1972-B7F5CD776D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9717" y="3971344"/>
              <a:ext cx="1033108" cy="472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TinyPPT" descr="TinyPPT">
              <a:extLst>
                <a:ext uri="{FF2B5EF4-FFF2-40B4-BE49-F238E27FC236}">
                  <a16:creationId xmlns:a16="http://schemas.microsoft.com/office/drawing/2014/main" id="{B4CC4579-6336-37A7-5075-00AEE473E8EF}"/>
                </a:ext>
              </a:extLst>
            </p:cNvPr>
            <p:cNvPicPr>
              <a:picLocks/>
            </p:cNvPicPr>
            <p:nvPr/>
          </p:nvPicPr>
          <p:blipFill>
            <a:blip r:embed="rId3" cstate="email">
              <a:alphaModFix amt="60323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6200000" flipH="1">
              <a:off x="1512964" y="4110810"/>
              <a:ext cx="1249535" cy="194056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EEF6240-4A53-D277-336E-C4E7C15A7C44}"/>
                </a:ext>
              </a:extLst>
            </p:cNvPr>
            <p:cNvSpPr txBox="1"/>
            <p:nvPr/>
          </p:nvSpPr>
          <p:spPr>
            <a:xfrm>
              <a:off x="2216352" y="3666655"/>
              <a:ext cx="1367145" cy="1082367"/>
            </a:xfrm>
            <a:prstGeom prst="roundRect">
              <a:avLst>
                <a:gd name="adj" fmla="val 410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noAutofit/>
            </a:bodyPr>
            <a:lstStyle/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Modelling build - Conceptual, Logical, Physical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Model Consolidation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Data Mapping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Data Quality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AFA447C-E47B-E437-7425-7F86FF23945B}"/>
                </a:ext>
              </a:extLst>
            </p:cNvPr>
            <p:cNvSpPr txBox="1"/>
            <p:nvPr/>
          </p:nvSpPr>
          <p:spPr>
            <a:xfrm>
              <a:off x="3921719" y="3666655"/>
              <a:ext cx="1367145" cy="1082367"/>
            </a:xfrm>
            <a:prstGeom prst="roundRect">
              <a:avLst>
                <a:gd name="adj" fmla="val 410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noAutofit/>
            </a:bodyPr>
            <a:lstStyle/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Data Transformation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Pipeline Build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Delta Code Updates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User story to Tech Specs</a:t>
              </a:r>
            </a:p>
          </p:txBody>
        </p:sp>
        <p:pic>
          <p:nvPicPr>
            <p:cNvPr id="54" name="Picture 12" descr="Advanced PySpark: Working with Spark SQL and DataFrames&quot;">
              <a:extLst>
                <a:ext uri="{FF2B5EF4-FFF2-40B4-BE49-F238E27FC236}">
                  <a16:creationId xmlns:a16="http://schemas.microsoft.com/office/drawing/2014/main" id="{964D90BE-DAA7-5492-5C9E-D26B2A2030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19" t="10405" r="9828" b="27561"/>
            <a:stretch/>
          </p:blipFill>
          <p:spPr bwMode="auto">
            <a:xfrm>
              <a:off x="8884326" y="3998575"/>
              <a:ext cx="884037" cy="4185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10" descr="Microsoft Fabric - Medium">
              <a:extLst>
                <a:ext uri="{FF2B5EF4-FFF2-40B4-BE49-F238E27FC236}">
                  <a16:creationId xmlns:a16="http://schemas.microsoft.com/office/drawing/2014/main" id="{7945C816-6690-E4CF-6607-4CFF775781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316031" y="3996723"/>
              <a:ext cx="386095" cy="4222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3F614C8-0E4D-7F7F-AC53-4F4E16654791}"/>
                </a:ext>
              </a:extLst>
            </p:cNvPr>
            <p:cNvSpPr txBox="1"/>
            <p:nvPr/>
          </p:nvSpPr>
          <p:spPr>
            <a:xfrm>
              <a:off x="5493540" y="3666655"/>
              <a:ext cx="1367145" cy="1082367"/>
            </a:xfrm>
            <a:prstGeom prst="roundRect">
              <a:avLst>
                <a:gd name="adj" fmla="val 410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noAutofit/>
            </a:bodyPr>
            <a:lstStyle/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Functional Test cases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Test cases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Test Scripts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Reviewer</a:t>
              </a:r>
            </a:p>
          </p:txBody>
        </p:sp>
        <p:pic>
          <p:nvPicPr>
            <p:cNvPr id="1051" name="Picture 30" descr="Delta Lake Table Structure Demystified in Microsoft Fabric - RADACAD">
              <a:extLst>
                <a:ext uri="{FF2B5EF4-FFF2-40B4-BE49-F238E27FC236}">
                  <a16:creationId xmlns:a16="http://schemas.microsoft.com/office/drawing/2014/main" id="{3610A676-DA98-D7E7-1711-20F8E814A8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3481" y="3971344"/>
              <a:ext cx="579490" cy="472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7BFC64D5-30DE-A09D-CDF3-20B5ACBD513A}"/>
              </a:ext>
            </a:extLst>
          </p:cNvPr>
          <p:cNvGrpSpPr/>
          <p:nvPr/>
        </p:nvGrpSpPr>
        <p:grpSpPr>
          <a:xfrm>
            <a:off x="515936" y="5047532"/>
            <a:ext cx="11247120" cy="1371600"/>
            <a:chOff x="515936" y="5047532"/>
            <a:chExt cx="11247120" cy="1371600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E33818D7-449B-403B-E585-5915B2109F5E}"/>
                </a:ext>
              </a:extLst>
            </p:cNvPr>
            <p:cNvSpPr/>
            <p:nvPr/>
          </p:nvSpPr>
          <p:spPr>
            <a:xfrm>
              <a:off x="515936" y="5047532"/>
              <a:ext cx="11247120" cy="1371600"/>
            </a:xfrm>
            <a:prstGeom prst="roundRect">
              <a:avLst>
                <a:gd name="adj" fmla="val 10959"/>
              </a:avLst>
            </a:prstGeom>
            <a:solidFill>
              <a:schemeClr val="bg1"/>
            </a:solidFill>
            <a:ln w="3175">
              <a:solidFill>
                <a:schemeClr val="accent4"/>
              </a:solidFill>
              <a:prstDash val="dash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B895F68-F87E-0E7A-42F9-F87C641E192A}"/>
                </a:ext>
              </a:extLst>
            </p:cNvPr>
            <p:cNvSpPr txBox="1"/>
            <p:nvPr/>
          </p:nvSpPr>
          <p:spPr>
            <a:xfrm>
              <a:off x="538162" y="5502500"/>
              <a:ext cx="1508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>
                  <a:latin typeface="Verdana" panose="020B0604030504040204" pitchFamily="34" charset="0"/>
                  <a:ea typeface="Verdana" panose="020B0604030504040204" pitchFamily="34" charset="0"/>
                </a:rPr>
                <a:t>Insights Modernization</a:t>
              </a:r>
            </a:p>
          </p:txBody>
        </p:sp>
        <p:pic>
          <p:nvPicPr>
            <p:cNvPr id="21" name="TinyPPT" descr="TinyPPT">
              <a:extLst>
                <a:ext uri="{FF2B5EF4-FFF2-40B4-BE49-F238E27FC236}">
                  <a16:creationId xmlns:a16="http://schemas.microsoft.com/office/drawing/2014/main" id="{31CD1A00-915F-AE27-02B3-552D19BADFF5}"/>
                </a:ext>
              </a:extLst>
            </p:cNvPr>
            <p:cNvPicPr>
              <a:picLocks/>
            </p:cNvPicPr>
            <p:nvPr/>
          </p:nvPicPr>
          <p:blipFill>
            <a:blip r:embed="rId3" cstate="email">
              <a:alphaModFix amt="60323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6200000" flipH="1">
              <a:off x="1512964" y="5636304"/>
              <a:ext cx="1249535" cy="194056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6BC5FA4-DE4F-1A67-88C5-A0F0751FB4A2}"/>
                </a:ext>
              </a:extLst>
            </p:cNvPr>
            <p:cNvSpPr txBox="1"/>
            <p:nvPr/>
          </p:nvSpPr>
          <p:spPr>
            <a:xfrm>
              <a:off x="774472" y="5895278"/>
              <a:ext cx="103614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100">
                  <a:latin typeface="Verdana" panose="020B0604030504040204" pitchFamily="34" charset="0"/>
                  <a:ea typeface="Verdana" panose="020B0604030504040204" pitchFamily="34" charset="0"/>
                </a:rPr>
                <a:t>25+</a:t>
              </a: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EAA5C77F-8D1D-57FF-4DE4-B28DF3261EB7}"/>
                </a:ext>
              </a:extLst>
            </p:cNvPr>
            <p:cNvSpPr txBox="1"/>
            <p:nvPr/>
          </p:nvSpPr>
          <p:spPr>
            <a:xfrm>
              <a:off x="2171464" y="5192149"/>
              <a:ext cx="1367145" cy="1082367"/>
            </a:xfrm>
            <a:prstGeom prst="roundRect">
              <a:avLst>
                <a:gd name="adj" fmla="val 410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noAutofit/>
            </a:bodyPr>
            <a:lstStyle/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Documentation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Analysis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Conversion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Visual Recommendation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Prompts for report creation</a:t>
              </a: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D2F73ADF-2FBC-98B7-074B-263CE14F393D}"/>
                </a:ext>
              </a:extLst>
            </p:cNvPr>
            <p:cNvSpPr txBox="1"/>
            <p:nvPr/>
          </p:nvSpPr>
          <p:spPr>
            <a:xfrm>
              <a:off x="3758226" y="5192149"/>
              <a:ext cx="1367145" cy="1082367"/>
            </a:xfrm>
            <a:prstGeom prst="roundRect">
              <a:avLst>
                <a:gd name="adj" fmla="val 410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noAutofit/>
            </a:bodyPr>
            <a:lstStyle/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Model Creation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Test Cases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Test Scripts</a:t>
              </a:r>
            </a:p>
            <a:p>
              <a:pPr marL="171450" indent="-17145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Reviewer</a:t>
              </a:r>
            </a:p>
          </p:txBody>
        </p:sp>
        <p:grpSp>
          <p:nvGrpSpPr>
            <p:cNvPr id="1057" name="Group 1056">
              <a:extLst>
                <a:ext uri="{FF2B5EF4-FFF2-40B4-BE49-F238E27FC236}">
                  <a16:creationId xmlns:a16="http://schemas.microsoft.com/office/drawing/2014/main" id="{208EAE94-D81E-45F4-685A-F2AEA80FEF96}"/>
                </a:ext>
              </a:extLst>
            </p:cNvPr>
            <p:cNvGrpSpPr/>
            <p:nvPr/>
          </p:nvGrpSpPr>
          <p:grpSpPr>
            <a:xfrm>
              <a:off x="6236500" y="5215382"/>
              <a:ext cx="4166640" cy="1035900"/>
              <a:chOff x="5381559" y="5230307"/>
              <a:chExt cx="4166640" cy="1035900"/>
            </a:xfrm>
          </p:grpSpPr>
          <p:pic>
            <p:nvPicPr>
              <p:cNvPr id="1080" name="Picture 56" descr="Microsoft Power BI Logo and symbol, meaning, history, PNG, brand">
                <a:extLst>
                  <a:ext uri="{FF2B5EF4-FFF2-40B4-BE49-F238E27FC236}">
                    <a16:creationId xmlns:a16="http://schemas.microsoft.com/office/drawing/2014/main" id="{541F234D-B8BD-1DD7-68EA-D9B72D94F3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7702126" y="5241383"/>
                <a:ext cx="309272" cy="4069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2" name="Picture 58" descr="Copilot Logo, symbol, meaning, history, PNG, brand">
                <a:extLst>
                  <a:ext uri="{FF2B5EF4-FFF2-40B4-BE49-F238E27FC236}">
                    <a16:creationId xmlns:a16="http://schemas.microsoft.com/office/drawing/2014/main" id="{6F5305D5-C18C-997F-1A4A-2C5039CD87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8050465" y="5305124"/>
                <a:ext cx="309272" cy="27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32" descr="Download Python Logo PNG Vector | GSS TECHNOLOGY">
                <a:extLst>
                  <a:ext uri="{FF2B5EF4-FFF2-40B4-BE49-F238E27FC236}">
                    <a16:creationId xmlns:a16="http://schemas.microsoft.com/office/drawing/2014/main" id="{3326C444-7C33-E754-FB44-8BE7F09A0C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8463331" y="5779761"/>
                <a:ext cx="375723" cy="4486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6" name="Picture 62" descr="Supercharging Apache Superset | by Airbnb | Airbnb Engineering &amp; Data ...">
                <a:extLst>
                  <a:ext uri="{FF2B5EF4-FFF2-40B4-BE49-F238E27FC236}">
                    <a16:creationId xmlns:a16="http://schemas.microsoft.com/office/drawing/2014/main" id="{5B52ED89-6E65-A0A4-D92D-D19EDAF65B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8923852" y="5230307"/>
                <a:ext cx="624347" cy="4290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2" name="Picture 22" descr="Download MicroStrategy Logo in SVG Vector or PNG File Format - Logo.wine">
                <a:extLst>
                  <a:ext uri="{FF2B5EF4-FFF2-40B4-BE49-F238E27FC236}">
                    <a16:creationId xmlns:a16="http://schemas.microsoft.com/office/drawing/2014/main" id="{3C5E919B-F5C8-DE7D-3816-C5444C4A9B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663" t="39325" r="8965" b="33461"/>
              <a:stretch/>
            </p:blipFill>
            <p:spPr bwMode="auto">
              <a:xfrm>
                <a:off x="6370042" y="5864259"/>
                <a:ext cx="1387675" cy="309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8" name="Picture 24" descr="SSRS Deploy V2 - Visual Studio Marketplace">
                <a:extLst>
                  <a:ext uri="{FF2B5EF4-FFF2-40B4-BE49-F238E27FC236}">
                    <a16:creationId xmlns:a16="http://schemas.microsoft.com/office/drawing/2014/main" id="{0A72134E-E4E1-D03D-1D23-A14C86EA46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18562" y="5693298"/>
                <a:ext cx="572909" cy="5729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3" name="Picture 32" descr="Tableau Logo, symbol, meaning, history, PNG, brand">
                <a:extLst>
                  <a:ext uri="{FF2B5EF4-FFF2-40B4-BE49-F238E27FC236}">
                    <a16:creationId xmlns:a16="http://schemas.microsoft.com/office/drawing/2014/main" id="{A1C800F5-F42B-77F6-F645-BEADFB1652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742" b="30053"/>
              <a:stretch/>
            </p:blipFill>
            <p:spPr bwMode="auto">
              <a:xfrm>
                <a:off x="5381559" y="5278393"/>
                <a:ext cx="1436396" cy="3329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08C515D3-FF6F-23B2-2D6C-BE8019A66A58}"/>
              </a:ext>
            </a:extLst>
          </p:cNvPr>
          <p:cNvGrpSpPr/>
          <p:nvPr/>
        </p:nvGrpSpPr>
        <p:grpSpPr>
          <a:xfrm>
            <a:off x="5041641" y="963762"/>
            <a:ext cx="4737151" cy="822960"/>
            <a:chOff x="5041641" y="963762"/>
            <a:chExt cx="4737151" cy="822960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8D4C67A-7FE9-6A06-9990-38BD17534EFE}"/>
                </a:ext>
              </a:extLst>
            </p:cNvPr>
            <p:cNvSpPr txBox="1"/>
            <p:nvPr/>
          </p:nvSpPr>
          <p:spPr>
            <a:xfrm>
              <a:off x="6436305" y="963762"/>
              <a:ext cx="3342487" cy="822960"/>
            </a:xfrm>
            <a:prstGeom prst="roundRect">
              <a:avLst>
                <a:gd name="adj" fmla="val 410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noAutofit/>
            </a:bodyPr>
            <a:lstStyle/>
            <a:p>
              <a:endParaRPr lang="en-IN" sz="100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886A74D-3907-4E0F-BE9E-BCF3F6DC7A1A}"/>
                </a:ext>
              </a:extLst>
            </p:cNvPr>
            <p:cNvSpPr txBox="1"/>
            <p:nvPr/>
          </p:nvSpPr>
          <p:spPr>
            <a:xfrm>
              <a:off x="6430875" y="994207"/>
              <a:ext cx="1676673" cy="694705"/>
            </a:xfrm>
            <a:prstGeom prst="roundRect">
              <a:avLst>
                <a:gd name="adj" fmla="val 4104"/>
              </a:avLst>
            </a:prstGeom>
            <a:noFill/>
          </p:spPr>
          <p:txBody>
            <a:bodyPr wrap="square" rtlCol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171450" indent="-171450">
                <a:buFont typeface="Wingdings" panose="05000000000000000000" pitchFamily="2" charset="2"/>
                <a:buChar char="ü"/>
                <a:defRPr sz="900"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>
                <a:spcBef>
                  <a:spcPts val="200"/>
                </a:spcBef>
              </a:pPr>
              <a:r>
                <a:rPr lang="en-IN" sz="800"/>
                <a:t>Large File Handling: </a:t>
              </a:r>
            </a:p>
            <a:p>
              <a:pPr>
                <a:spcBef>
                  <a:spcPts val="200"/>
                </a:spcBef>
              </a:pPr>
              <a:r>
                <a:rPr lang="en-IN" sz="800" err="1"/>
                <a:t>Tokensize</a:t>
              </a:r>
              <a:r>
                <a:rPr lang="en-IN" sz="800"/>
                <a:t> - file grouping</a:t>
              </a:r>
            </a:p>
            <a:p>
              <a:pPr>
                <a:spcBef>
                  <a:spcPts val="200"/>
                </a:spcBef>
              </a:pPr>
              <a:r>
                <a:rPr lang="en-IN" sz="800"/>
                <a:t>Workflow multiple execution</a:t>
              </a:r>
            </a:p>
            <a:p>
              <a:pPr>
                <a:spcBef>
                  <a:spcPts val="200"/>
                </a:spcBef>
              </a:pPr>
              <a:r>
                <a:rPr lang="en-IN" sz="800"/>
                <a:t>HTML Documentation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292495D-243B-3DEF-10E7-3190FD16125D}"/>
                </a:ext>
              </a:extLst>
            </p:cNvPr>
            <p:cNvSpPr txBox="1"/>
            <p:nvPr/>
          </p:nvSpPr>
          <p:spPr>
            <a:xfrm>
              <a:off x="8176728" y="994207"/>
              <a:ext cx="1365146" cy="631224"/>
            </a:xfrm>
            <a:prstGeom prst="roundRect">
              <a:avLst>
                <a:gd name="adj" fmla="val 4104"/>
              </a:avLst>
            </a:prstGeom>
            <a:noFill/>
          </p:spPr>
          <p:txBody>
            <a:bodyPr wrap="square" rtlCol="0" anchor="t" anchorCtr="0">
              <a:noAutofit/>
            </a:bodyPr>
            <a:lstStyle/>
            <a:p>
              <a:pPr marL="171450" indent="-171450">
                <a:spcBef>
                  <a:spcPts val="200"/>
                </a:spcBef>
                <a:buFont typeface="Wingdings" panose="05000000000000000000" pitchFamily="2" charset="2"/>
                <a:buChar char="ü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Fabric Code Deployment</a:t>
              </a:r>
            </a:p>
            <a:p>
              <a:pPr marL="171450" indent="-171450">
                <a:spcBef>
                  <a:spcPts val="200"/>
                </a:spcBef>
                <a:buFont typeface="Wingdings" panose="05000000000000000000" pitchFamily="2" charset="2"/>
                <a:buChar char="ü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Fabric Code Execution</a:t>
              </a:r>
            </a:p>
            <a:p>
              <a:pPr marL="171450" indent="-171450">
                <a:spcBef>
                  <a:spcPts val="200"/>
                </a:spcBef>
                <a:buFont typeface="Wingdings" panose="05000000000000000000" pitchFamily="2" charset="2"/>
                <a:buChar char="ü"/>
              </a:pP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Fabric Tool (</a:t>
              </a:r>
              <a:r>
                <a:rPr lang="en-IN" sz="800" err="1">
                  <a:latin typeface="Verdana" panose="020B0604030504040204" pitchFamily="34" charset="0"/>
                  <a:ea typeface="Verdana" panose="020B0604030504040204" pitchFamily="34" charset="0"/>
                </a:rPr>
                <a:t>wip</a:t>
              </a:r>
              <a:r>
                <a:rPr lang="en-IN" sz="800">
                  <a:latin typeface="Verdana" panose="020B0604030504040204" pitchFamily="34" charset="0"/>
                  <a:ea typeface="Verdana" panose="020B0604030504040204" pitchFamily="34" charset="0"/>
                </a:rPr>
                <a:t>)</a:t>
              </a:r>
            </a:p>
          </p:txBody>
        </p:sp>
        <p:sp>
          <p:nvSpPr>
            <p:cNvPr id="1059" name="TextBox 1058">
              <a:extLst>
                <a:ext uri="{FF2B5EF4-FFF2-40B4-BE49-F238E27FC236}">
                  <a16:creationId xmlns:a16="http://schemas.microsoft.com/office/drawing/2014/main" id="{CA103211-29A4-96DE-B42F-57BF3CAF5B71}"/>
                </a:ext>
              </a:extLst>
            </p:cNvPr>
            <p:cNvSpPr txBox="1"/>
            <p:nvPr/>
          </p:nvSpPr>
          <p:spPr>
            <a:xfrm>
              <a:off x="5041641" y="963762"/>
              <a:ext cx="1394665" cy="822960"/>
            </a:xfrm>
            <a:prstGeom prst="roundRect">
              <a:avLst>
                <a:gd name="adj" fmla="val 4104"/>
              </a:avLst>
            </a:prstGeom>
            <a:solidFill>
              <a:schemeClr val="accent4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IN" sz="1200" b="1" kern="1200">
                  <a:solidFill>
                    <a:schemeClr val="l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Automations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367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105E60-F911-72D7-913A-9D1761FDA9D7}"/>
              </a:ext>
            </a:extLst>
          </p:cNvPr>
          <p:cNvSpPr txBox="1"/>
          <p:nvPr/>
        </p:nvSpPr>
        <p:spPr>
          <a:xfrm>
            <a:off x="1513840" y="2327980"/>
            <a:ext cx="964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Represent the approach from </a:t>
            </a:r>
            <a:r>
              <a:rPr lang="en-US" sz="1800" b="1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nxt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slide…</a:t>
            </a:r>
          </a:p>
          <a:p>
            <a:endParaRPr lang="en-US" b="1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757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DDFFC7-DF01-EB08-E119-6E4CA6E8EB6A}"/>
              </a:ext>
            </a:extLst>
          </p:cNvPr>
          <p:cNvSpPr txBox="1"/>
          <p:nvPr/>
        </p:nvSpPr>
        <p:spPr>
          <a:xfrm>
            <a:off x="343287" y="4390214"/>
            <a:ext cx="2603598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/>
              <a:t>AI Strategy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/>
              <a:t>Data Architecture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/>
              <a:t>Engineering Process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/>
              <a:t>People and Skill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606A65-21FD-B5EC-47D1-78D533A1A4D4}"/>
              </a:ext>
            </a:extLst>
          </p:cNvPr>
          <p:cNvSpPr txBox="1"/>
          <p:nvPr/>
        </p:nvSpPr>
        <p:spPr>
          <a:xfrm>
            <a:off x="324174" y="3852999"/>
            <a:ext cx="2806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Agentification Readiness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D40536-0E56-59B7-CF39-D6DCCC53BAD8}"/>
              </a:ext>
            </a:extLst>
          </p:cNvPr>
          <p:cNvSpPr txBox="1"/>
          <p:nvPr/>
        </p:nvSpPr>
        <p:spPr>
          <a:xfrm>
            <a:off x="4403785" y="4367572"/>
            <a:ext cx="1505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Foundational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B23E7-FB75-5280-7703-286E423ABB4E}"/>
              </a:ext>
            </a:extLst>
          </p:cNvPr>
          <p:cNvSpPr txBox="1"/>
          <p:nvPr/>
        </p:nvSpPr>
        <p:spPr>
          <a:xfrm>
            <a:off x="4403785" y="4882146"/>
            <a:ext cx="11673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Emerging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4BA2AA-3F6F-A5D4-5481-94F2419158EE}"/>
              </a:ext>
            </a:extLst>
          </p:cNvPr>
          <p:cNvSpPr txBox="1"/>
          <p:nvPr/>
        </p:nvSpPr>
        <p:spPr>
          <a:xfrm>
            <a:off x="4403785" y="5385091"/>
            <a:ext cx="11174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AI Ready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5A0940-CC3F-C05E-A6D3-39335EE870F0}"/>
              </a:ext>
            </a:extLst>
          </p:cNvPr>
          <p:cNvSpPr txBox="1"/>
          <p:nvPr/>
        </p:nvSpPr>
        <p:spPr>
          <a:xfrm>
            <a:off x="324173" y="428353"/>
            <a:ext cx="101914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Master List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Phases –&gt; Deliverables –&gt; Agents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Inputs -&gt;Agent Name-&gt;Output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Agent Name -&gt; Accuracy Metric -&gt; Improvement Considerations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Agent Name -&gt; failure fall back plan -&gt; Role to be considered-&gt; Effort to be considered</a:t>
            </a:r>
          </a:p>
          <a:p>
            <a:pPr marL="342900" indent="-342900">
              <a:buFont typeface="+mj-lt"/>
              <a:buAutoNum type="arabicPeriod"/>
            </a:pPr>
            <a:endParaRPr lang="en-US" sz="1600"/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Readiness Category-&gt;Agent Name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Readiness Category-&gt;Metrics to measure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Readiness Category -&gt; Team Skill requirement for Agent building, tuning and management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Getting Team Ready for Agentic Execution – agent tuning, agent accuracy measurement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D8D1C3-28AF-0A75-5BD5-ED8C5CD28A6D}"/>
              </a:ext>
            </a:extLst>
          </p:cNvPr>
          <p:cNvSpPr txBox="1"/>
          <p:nvPr/>
        </p:nvSpPr>
        <p:spPr>
          <a:xfrm>
            <a:off x="9173002" y="4660235"/>
            <a:ext cx="2464816" cy="181588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Map Agents to the Readiness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Recommendation for new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Recommendation for people upskill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02D3831-907C-EA2A-A95D-CC78546EA18E}"/>
              </a:ext>
            </a:extLst>
          </p:cNvPr>
          <p:cNvSpPr/>
          <p:nvPr/>
        </p:nvSpPr>
        <p:spPr>
          <a:xfrm>
            <a:off x="3134919" y="480910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E21B82F-5DC5-CB6D-1988-C5B32A0A5807}"/>
              </a:ext>
            </a:extLst>
          </p:cNvPr>
          <p:cNvSpPr/>
          <p:nvPr/>
        </p:nvSpPr>
        <p:spPr>
          <a:xfrm rot="5400000">
            <a:off x="9490775" y="338134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CF52F45-395B-23D7-4CB1-DEAB33DA6CE5}"/>
              </a:ext>
            </a:extLst>
          </p:cNvPr>
          <p:cNvSpPr/>
          <p:nvPr/>
        </p:nvSpPr>
        <p:spPr>
          <a:xfrm>
            <a:off x="7038703" y="4809107"/>
            <a:ext cx="201966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89060E-7FEA-87D2-AB13-AC769D956758}"/>
              </a:ext>
            </a:extLst>
          </p:cNvPr>
          <p:cNvSpPr txBox="1"/>
          <p:nvPr/>
        </p:nvSpPr>
        <p:spPr>
          <a:xfrm>
            <a:off x="6769485" y="3897261"/>
            <a:ext cx="27771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Landscape , project details</a:t>
            </a:r>
          </a:p>
          <a:p>
            <a:pPr algn="ctr"/>
            <a:r>
              <a:rPr lang="en-US" sz="1600"/>
              <a:t>Architecture</a:t>
            </a:r>
          </a:p>
          <a:p>
            <a:pPr algn="ctr"/>
            <a:r>
              <a:rPr lang="en-US" sz="1600"/>
              <a:t>Execution process</a:t>
            </a:r>
          </a:p>
          <a:p>
            <a:pPr algn="ctr"/>
            <a:r>
              <a:rPr lang="en-US" sz="1600"/>
              <a:t>Timeline</a:t>
            </a:r>
          </a:p>
          <a:p>
            <a:pPr algn="ctr"/>
            <a:r>
              <a:rPr lang="en-US" sz="1600"/>
              <a:t>SOW terms</a:t>
            </a:r>
          </a:p>
          <a:p>
            <a:pPr algn="ctr"/>
            <a:r>
              <a:rPr lang="en-US" sz="1600"/>
              <a:t>Key Considerations</a:t>
            </a:r>
          </a:p>
          <a:p>
            <a:pPr algn="ctr"/>
            <a:r>
              <a:rPr lang="en-US" sz="1600"/>
              <a:t>Team role</a:t>
            </a:r>
          </a:p>
          <a:p>
            <a:pPr algn="ctr"/>
            <a:r>
              <a:rPr lang="en-US" sz="1600"/>
              <a:t>Team skill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F204A05-5382-BC07-D214-81AA476EBA24}"/>
              </a:ext>
            </a:extLst>
          </p:cNvPr>
          <p:cNvSpPr/>
          <p:nvPr/>
        </p:nvSpPr>
        <p:spPr>
          <a:xfrm>
            <a:off x="213360" y="396240"/>
            <a:ext cx="10302240" cy="2579109"/>
          </a:xfrm>
          <a:prstGeom prst="roundRect">
            <a:avLst>
              <a:gd name="adj" fmla="val 448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C07759-8242-71D6-BF0F-356CD7F8C8D2}"/>
              </a:ext>
            </a:extLst>
          </p:cNvPr>
          <p:cNvSpPr/>
          <p:nvPr/>
        </p:nvSpPr>
        <p:spPr>
          <a:xfrm>
            <a:off x="324173" y="3761869"/>
            <a:ext cx="2765871" cy="2579109"/>
          </a:xfrm>
          <a:prstGeom prst="roundRect">
            <a:avLst>
              <a:gd name="adj" fmla="val 448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3CB0D5E-B68E-881D-AF90-27310CAE58D3}"/>
              </a:ext>
            </a:extLst>
          </p:cNvPr>
          <p:cNvSpPr/>
          <p:nvPr/>
        </p:nvSpPr>
        <p:spPr>
          <a:xfrm>
            <a:off x="4158202" y="3761869"/>
            <a:ext cx="2765871" cy="2579109"/>
          </a:xfrm>
          <a:prstGeom prst="roundRect">
            <a:avLst>
              <a:gd name="adj" fmla="val 448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4D3C10-8201-C0C4-D773-E08878E5F090}"/>
              </a:ext>
            </a:extLst>
          </p:cNvPr>
          <p:cNvSpPr txBox="1"/>
          <p:nvPr/>
        </p:nvSpPr>
        <p:spPr>
          <a:xfrm>
            <a:off x="4158202" y="3852999"/>
            <a:ext cx="2765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Classification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1FDCF0-44B5-FD70-5C22-C93BBDCD0519}"/>
              </a:ext>
            </a:extLst>
          </p:cNvPr>
          <p:cNvSpPr txBox="1"/>
          <p:nvPr/>
        </p:nvSpPr>
        <p:spPr>
          <a:xfrm>
            <a:off x="9448800" y="4264430"/>
            <a:ext cx="1995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Agent Output</a:t>
            </a:r>
          </a:p>
        </p:txBody>
      </p:sp>
    </p:spTree>
    <p:extLst>
      <p:ext uri="{BB962C8B-B14F-4D97-AF65-F5344CB8AC3E}">
        <p14:creationId xmlns:p14="http://schemas.microsoft.com/office/powerpoint/2010/main" val="1295503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15FB92-9359-D4B9-C334-92CF4FC9E3CA}"/>
              </a:ext>
            </a:extLst>
          </p:cNvPr>
          <p:cNvSpPr txBox="1"/>
          <p:nvPr/>
        </p:nvSpPr>
        <p:spPr>
          <a:xfrm>
            <a:off x="789709" y="1607128"/>
            <a:ext cx="38956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Roles and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Roles in  a Data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Activities they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What activities agents can do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7CC22-C439-0504-2586-9F40C44AC721}"/>
              </a:ext>
            </a:extLst>
          </p:cNvPr>
          <p:cNvSpPr txBox="1"/>
          <p:nvPr/>
        </p:nvSpPr>
        <p:spPr>
          <a:xfrm>
            <a:off x="789709" y="3643746"/>
            <a:ext cx="2538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Agent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Measure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Tune agents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54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740D1-8F64-51FE-707F-FB4261738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41">
            <a:extLst>
              <a:ext uri="{FF2B5EF4-FFF2-40B4-BE49-F238E27FC236}">
                <a16:creationId xmlns:a16="http://schemas.microsoft.com/office/drawing/2014/main" id="{137AF66A-77BE-3B0F-0592-A3CAF3C415C5}"/>
              </a:ext>
            </a:extLst>
          </p:cNvPr>
          <p:cNvSpPr/>
          <p:nvPr/>
        </p:nvSpPr>
        <p:spPr>
          <a:xfrm>
            <a:off x="351302" y="822545"/>
            <a:ext cx="2738744" cy="56071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949517D-72CD-4FA4-9621-AD03CAE63A8A}"/>
              </a:ext>
            </a:extLst>
          </p:cNvPr>
          <p:cNvSpPr/>
          <p:nvPr/>
        </p:nvSpPr>
        <p:spPr>
          <a:xfrm>
            <a:off x="7445177" y="822545"/>
            <a:ext cx="4428372" cy="56071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AFC1E8B1-EA0A-1087-8E5F-0103F1C7D4AD}"/>
              </a:ext>
            </a:extLst>
          </p:cNvPr>
          <p:cNvSpPr/>
          <p:nvPr/>
        </p:nvSpPr>
        <p:spPr>
          <a:xfrm>
            <a:off x="3507954" y="822546"/>
            <a:ext cx="3546252" cy="56071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Freeform 22">
            <a:extLst>
              <a:ext uri="{FF2B5EF4-FFF2-40B4-BE49-F238E27FC236}">
                <a16:creationId xmlns:a16="http://schemas.microsoft.com/office/drawing/2014/main" id="{C4663CA0-EE29-DC1D-BF4E-BCD40A0EC925}"/>
              </a:ext>
            </a:extLst>
          </p:cNvPr>
          <p:cNvSpPr/>
          <p:nvPr/>
        </p:nvSpPr>
        <p:spPr>
          <a:xfrm>
            <a:off x="7722335" y="4885733"/>
            <a:ext cx="4002803" cy="1319296"/>
          </a:xfrm>
          <a:custGeom>
            <a:avLst/>
            <a:gdLst>
              <a:gd name="connsiteX0" fmla="*/ 0 w 1342099"/>
              <a:gd name="connsiteY0" fmla="*/ 0 h 1735868"/>
              <a:gd name="connsiteX1" fmla="*/ 1342099 w 1342099"/>
              <a:gd name="connsiteY1" fmla="*/ 0 h 1735868"/>
              <a:gd name="connsiteX2" fmla="*/ 1342099 w 1342099"/>
              <a:gd name="connsiteY2" fmla="*/ 1735869 h 1735868"/>
              <a:gd name="connsiteX3" fmla="*/ 0 w 1342099"/>
              <a:gd name="connsiteY3" fmla="*/ 1735869 h 1735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42099" h="1735868">
                <a:moveTo>
                  <a:pt x="0" y="0"/>
                </a:moveTo>
                <a:lnTo>
                  <a:pt x="1342099" y="0"/>
                </a:lnTo>
                <a:lnTo>
                  <a:pt x="1342099" y="1735869"/>
                </a:lnTo>
                <a:lnTo>
                  <a:pt x="0" y="173586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9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0" name="Freeform 22">
            <a:extLst>
              <a:ext uri="{FF2B5EF4-FFF2-40B4-BE49-F238E27FC236}">
                <a16:creationId xmlns:a16="http://schemas.microsoft.com/office/drawing/2014/main" id="{8CAE91D3-D341-1541-5FAE-D9D834AAFFF6}"/>
              </a:ext>
            </a:extLst>
          </p:cNvPr>
          <p:cNvSpPr/>
          <p:nvPr/>
        </p:nvSpPr>
        <p:spPr>
          <a:xfrm>
            <a:off x="7722335" y="3015808"/>
            <a:ext cx="4002803" cy="1384658"/>
          </a:xfrm>
          <a:custGeom>
            <a:avLst/>
            <a:gdLst>
              <a:gd name="connsiteX0" fmla="*/ 0 w 1342099"/>
              <a:gd name="connsiteY0" fmla="*/ 0 h 1735868"/>
              <a:gd name="connsiteX1" fmla="*/ 1342099 w 1342099"/>
              <a:gd name="connsiteY1" fmla="*/ 0 h 1735868"/>
              <a:gd name="connsiteX2" fmla="*/ 1342099 w 1342099"/>
              <a:gd name="connsiteY2" fmla="*/ 1735869 h 1735868"/>
              <a:gd name="connsiteX3" fmla="*/ 0 w 1342099"/>
              <a:gd name="connsiteY3" fmla="*/ 1735869 h 1735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42099" h="1735868">
                <a:moveTo>
                  <a:pt x="0" y="0"/>
                </a:moveTo>
                <a:lnTo>
                  <a:pt x="1342099" y="0"/>
                </a:lnTo>
                <a:lnTo>
                  <a:pt x="1342099" y="1735869"/>
                </a:lnTo>
                <a:lnTo>
                  <a:pt x="0" y="173586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9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9" name="Freeform 22">
            <a:extLst>
              <a:ext uri="{FF2B5EF4-FFF2-40B4-BE49-F238E27FC236}">
                <a16:creationId xmlns:a16="http://schemas.microsoft.com/office/drawing/2014/main" id="{257E411C-CF4F-70F8-1139-2D18768F6C6A}"/>
              </a:ext>
            </a:extLst>
          </p:cNvPr>
          <p:cNvSpPr/>
          <p:nvPr/>
        </p:nvSpPr>
        <p:spPr>
          <a:xfrm>
            <a:off x="7722336" y="1255342"/>
            <a:ext cx="4002803" cy="1384658"/>
          </a:xfrm>
          <a:custGeom>
            <a:avLst/>
            <a:gdLst>
              <a:gd name="connsiteX0" fmla="*/ 0 w 1342099"/>
              <a:gd name="connsiteY0" fmla="*/ 0 h 1735868"/>
              <a:gd name="connsiteX1" fmla="*/ 1342099 w 1342099"/>
              <a:gd name="connsiteY1" fmla="*/ 0 h 1735868"/>
              <a:gd name="connsiteX2" fmla="*/ 1342099 w 1342099"/>
              <a:gd name="connsiteY2" fmla="*/ 1735869 h 1735868"/>
              <a:gd name="connsiteX3" fmla="*/ 0 w 1342099"/>
              <a:gd name="connsiteY3" fmla="*/ 1735869 h 1735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42099" h="1735868">
                <a:moveTo>
                  <a:pt x="0" y="0"/>
                </a:moveTo>
                <a:lnTo>
                  <a:pt x="1342099" y="0"/>
                </a:lnTo>
                <a:lnTo>
                  <a:pt x="1342099" y="1735869"/>
                </a:lnTo>
                <a:lnTo>
                  <a:pt x="0" y="173586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9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Rectangle: Rounded Corners 33">
            <a:extLst>
              <a:ext uri="{FF2B5EF4-FFF2-40B4-BE49-F238E27FC236}">
                <a16:creationId xmlns:a16="http://schemas.microsoft.com/office/drawing/2014/main" id="{5A2809B2-8BBA-3B21-7B61-FEBB8EE53A2C}"/>
              </a:ext>
            </a:extLst>
          </p:cNvPr>
          <p:cNvSpPr/>
          <p:nvPr/>
        </p:nvSpPr>
        <p:spPr>
          <a:xfrm>
            <a:off x="435931" y="1099211"/>
            <a:ext cx="2579415" cy="508912"/>
          </a:xfrm>
          <a:prstGeom prst="roundRect">
            <a:avLst/>
          </a:prstGeom>
          <a:solidFill>
            <a:schemeClr val="accent4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>
                <a:solidFill>
                  <a:schemeClr val="tx1"/>
                </a:solidFill>
              </a:rPr>
              <a:t>Agentification Ready???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79BAA4-8619-6055-0318-FB856578BFB6}"/>
              </a:ext>
            </a:extLst>
          </p:cNvPr>
          <p:cNvSpPr/>
          <p:nvPr/>
        </p:nvSpPr>
        <p:spPr>
          <a:xfrm>
            <a:off x="1884550" y="2073104"/>
            <a:ext cx="87085" cy="10450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C35948-0B27-F710-AE2E-A5CFE52628F7}"/>
              </a:ext>
            </a:extLst>
          </p:cNvPr>
          <p:cNvSpPr/>
          <p:nvPr/>
        </p:nvSpPr>
        <p:spPr>
          <a:xfrm>
            <a:off x="1884549" y="2287972"/>
            <a:ext cx="87085" cy="10450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ACCFDD-F685-2EEE-C50C-75EC0AE2B153}"/>
              </a:ext>
            </a:extLst>
          </p:cNvPr>
          <p:cNvSpPr/>
          <p:nvPr/>
        </p:nvSpPr>
        <p:spPr>
          <a:xfrm>
            <a:off x="1884549" y="2502840"/>
            <a:ext cx="87085" cy="10450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43E90C-9C67-EF99-467F-7DB9A166D6D2}"/>
              </a:ext>
            </a:extLst>
          </p:cNvPr>
          <p:cNvSpPr txBox="1"/>
          <p:nvPr/>
        </p:nvSpPr>
        <p:spPr>
          <a:xfrm>
            <a:off x="1997760" y="2040911"/>
            <a:ext cx="8090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b="1"/>
              <a:t>Committed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37A1C7-D2E2-926C-3830-FF56B3452A8B}"/>
              </a:ext>
            </a:extLst>
          </p:cNvPr>
          <p:cNvSpPr txBox="1"/>
          <p:nvPr/>
        </p:nvSpPr>
        <p:spPr>
          <a:xfrm>
            <a:off x="1993405" y="2254273"/>
            <a:ext cx="86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b="1"/>
              <a:t>Prepared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9CE087-DDD6-565F-67E9-DB5FEF0C86BD}"/>
              </a:ext>
            </a:extLst>
          </p:cNvPr>
          <p:cNvSpPr txBox="1"/>
          <p:nvPr/>
        </p:nvSpPr>
        <p:spPr>
          <a:xfrm>
            <a:off x="1997760" y="2454572"/>
            <a:ext cx="86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b="1"/>
              <a:t>Exploratory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429780-A6B6-5BE7-637E-1EA70A039453}"/>
              </a:ext>
            </a:extLst>
          </p:cNvPr>
          <p:cNvSpPr/>
          <p:nvPr/>
        </p:nvSpPr>
        <p:spPr>
          <a:xfrm>
            <a:off x="3882291" y="1118181"/>
            <a:ext cx="2917367" cy="13846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24CBAD6-D9F1-B158-EE56-8D9399DA0999}"/>
              </a:ext>
            </a:extLst>
          </p:cNvPr>
          <p:cNvSpPr/>
          <p:nvPr/>
        </p:nvSpPr>
        <p:spPr>
          <a:xfrm>
            <a:off x="3970245" y="1210159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2154F15-6CBA-1175-86B6-F7D9052FD4BD}"/>
              </a:ext>
            </a:extLst>
          </p:cNvPr>
          <p:cNvSpPr/>
          <p:nvPr/>
        </p:nvSpPr>
        <p:spPr>
          <a:xfrm>
            <a:off x="5031828" y="1944543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01FF5BA-57CD-F2D5-1EA4-3A8B3A8EE086}"/>
              </a:ext>
            </a:extLst>
          </p:cNvPr>
          <p:cNvSpPr/>
          <p:nvPr/>
        </p:nvSpPr>
        <p:spPr>
          <a:xfrm>
            <a:off x="5017902" y="1210159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8D152A4-EE95-047D-EF55-FCE796AE6A1F}"/>
              </a:ext>
            </a:extLst>
          </p:cNvPr>
          <p:cNvSpPr/>
          <p:nvPr/>
        </p:nvSpPr>
        <p:spPr>
          <a:xfrm>
            <a:off x="6071185" y="1944542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1" name="Picture 4" descr="Robot 3 Icon">
            <a:extLst>
              <a:ext uri="{FF2B5EF4-FFF2-40B4-BE49-F238E27FC236}">
                <a16:creationId xmlns:a16="http://schemas.microsoft.com/office/drawing/2014/main" id="{988E345B-DB83-BAFB-B6C1-200AABCDA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292" y="1326392"/>
            <a:ext cx="322198" cy="3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9076C622-68D1-59A1-AE92-B19F09178CF6}"/>
              </a:ext>
            </a:extLst>
          </p:cNvPr>
          <p:cNvSpPr/>
          <p:nvPr/>
        </p:nvSpPr>
        <p:spPr>
          <a:xfrm>
            <a:off x="3956323" y="1944544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2B238BF-1F9A-7224-DC74-F6F6D0666524}"/>
              </a:ext>
            </a:extLst>
          </p:cNvPr>
          <p:cNvSpPr/>
          <p:nvPr/>
        </p:nvSpPr>
        <p:spPr>
          <a:xfrm>
            <a:off x="6065559" y="1209049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Picture 4" descr="Robot 3 Icon">
            <a:extLst>
              <a:ext uri="{FF2B5EF4-FFF2-40B4-BE49-F238E27FC236}">
                <a16:creationId xmlns:a16="http://schemas.microsoft.com/office/drawing/2014/main" id="{121F89F9-332C-8E03-E6DA-2196012B7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801" y="2044150"/>
            <a:ext cx="322198" cy="3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" descr="Robot 3 Icon">
            <a:extLst>
              <a:ext uri="{FF2B5EF4-FFF2-40B4-BE49-F238E27FC236}">
                <a16:creationId xmlns:a16="http://schemas.microsoft.com/office/drawing/2014/main" id="{3D8075E9-D5E8-E61A-EC81-64299B2C3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195" y="1334428"/>
            <a:ext cx="322198" cy="3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 descr="Robot 3 Icon">
            <a:extLst>
              <a:ext uri="{FF2B5EF4-FFF2-40B4-BE49-F238E27FC236}">
                <a16:creationId xmlns:a16="http://schemas.microsoft.com/office/drawing/2014/main" id="{BB28A561-B974-2002-8229-8985C6DE8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606" y="1322167"/>
            <a:ext cx="322198" cy="3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" descr="Robot 3 Icon">
            <a:extLst>
              <a:ext uri="{FF2B5EF4-FFF2-40B4-BE49-F238E27FC236}">
                <a16:creationId xmlns:a16="http://schemas.microsoft.com/office/drawing/2014/main" id="{49D47FCB-BD39-8550-89BA-877C863F4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51" y="2044150"/>
            <a:ext cx="322198" cy="3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4" descr="Robot 3 Icon">
            <a:extLst>
              <a:ext uri="{FF2B5EF4-FFF2-40B4-BE49-F238E27FC236}">
                <a16:creationId xmlns:a16="http://schemas.microsoft.com/office/drawing/2014/main" id="{3322F998-FE4F-F787-BD6D-24D98F671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634" y="2044150"/>
            <a:ext cx="322198" cy="3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CA261FC8-2337-792C-A4EA-1FBB055B6899}"/>
              </a:ext>
            </a:extLst>
          </p:cNvPr>
          <p:cNvSpPr/>
          <p:nvPr/>
        </p:nvSpPr>
        <p:spPr>
          <a:xfrm>
            <a:off x="3882291" y="2890376"/>
            <a:ext cx="2917367" cy="13846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1778243-E41C-10F2-646A-1E7575085B60}"/>
              </a:ext>
            </a:extLst>
          </p:cNvPr>
          <p:cNvSpPr/>
          <p:nvPr/>
        </p:nvSpPr>
        <p:spPr>
          <a:xfrm>
            <a:off x="3970245" y="2982354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80CDBBB-5DDC-1A69-FCAE-38E6C3787926}"/>
              </a:ext>
            </a:extLst>
          </p:cNvPr>
          <p:cNvSpPr/>
          <p:nvPr/>
        </p:nvSpPr>
        <p:spPr>
          <a:xfrm>
            <a:off x="5031828" y="3716738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B159CC1-46A7-47D7-3D1C-17BDE405E9E0}"/>
              </a:ext>
            </a:extLst>
          </p:cNvPr>
          <p:cNvSpPr/>
          <p:nvPr/>
        </p:nvSpPr>
        <p:spPr>
          <a:xfrm>
            <a:off x="5017902" y="2982354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6C2A1EE-0EEA-2C18-F12B-C869E8084C55}"/>
              </a:ext>
            </a:extLst>
          </p:cNvPr>
          <p:cNvSpPr/>
          <p:nvPr/>
        </p:nvSpPr>
        <p:spPr>
          <a:xfrm>
            <a:off x="6071185" y="3716737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0" name="Picture 4" descr="Robot 3 Icon">
            <a:extLst>
              <a:ext uri="{FF2B5EF4-FFF2-40B4-BE49-F238E27FC236}">
                <a16:creationId xmlns:a16="http://schemas.microsoft.com/office/drawing/2014/main" id="{378392FD-335C-A69F-132A-8034C6655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292" y="3098587"/>
            <a:ext cx="322198" cy="3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B8533C0D-AE17-208E-4605-00436A402330}"/>
              </a:ext>
            </a:extLst>
          </p:cNvPr>
          <p:cNvSpPr/>
          <p:nvPr/>
        </p:nvSpPr>
        <p:spPr>
          <a:xfrm>
            <a:off x="3956323" y="3716739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D86C061-10AD-B8CB-5A83-A1B4BA4DF7EE}"/>
              </a:ext>
            </a:extLst>
          </p:cNvPr>
          <p:cNvSpPr/>
          <p:nvPr/>
        </p:nvSpPr>
        <p:spPr>
          <a:xfrm>
            <a:off x="6065559" y="2981244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5" name="Picture 4" descr="Robot 3 Icon">
            <a:extLst>
              <a:ext uri="{FF2B5EF4-FFF2-40B4-BE49-F238E27FC236}">
                <a16:creationId xmlns:a16="http://schemas.microsoft.com/office/drawing/2014/main" id="{6C0E2234-56E3-41E6-540B-530DE4185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606" y="3094362"/>
            <a:ext cx="322198" cy="3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4" descr="Robot 3 Icon">
            <a:extLst>
              <a:ext uri="{FF2B5EF4-FFF2-40B4-BE49-F238E27FC236}">
                <a16:creationId xmlns:a16="http://schemas.microsoft.com/office/drawing/2014/main" id="{46F8E7C2-FC1D-4D6F-07D0-86F6EEFF2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51" y="3816345"/>
            <a:ext cx="322198" cy="3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Robot 3 Icon">
            <a:extLst>
              <a:ext uri="{FF2B5EF4-FFF2-40B4-BE49-F238E27FC236}">
                <a16:creationId xmlns:a16="http://schemas.microsoft.com/office/drawing/2014/main" id="{723C4872-7CAA-29D3-2848-3A89756D4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634" y="3816345"/>
            <a:ext cx="322198" cy="3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AEF3F803-DD1B-766F-18FF-EEB82935E605}"/>
              </a:ext>
            </a:extLst>
          </p:cNvPr>
          <p:cNvSpPr/>
          <p:nvPr/>
        </p:nvSpPr>
        <p:spPr>
          <a:xfrm>
            <a:off x="3882291" y="4662571"/>
            <a:ext cx="2917367" cy="13846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1D18B85-9605-3393-D7E9-C25C2E04B9F0}"/>
              </a:ext>
            </a:extLst>
          </p:cNvPr>
          <p:cNvSpPr/>
          <p:nvPr/>
        </p:nvSpPr>
        <p:spPr>
          <a:xfrm>
            <a:off x="3970245" y="4754549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539D5E7-12D2-BB59-20A8-4E5D2CB049A1}"/>
              </a:ext>
            </a:extLst>
          </p:cNvPr>
          <p:cNvSpPr/>
          <p:nvPr/>
        </p:nvSpPr>
        <p:spPr>
          <a:xfrm>
            <a:off x="5031828" y="5488933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8929ED7-ED32-2E0F-68C4-CF81D072D7DD}"/>
              </a:ext>
            </a:extLst>
          </p:cNvPr>
          <p:cNvSpPr/>
          <p:nvPr/>
        </p:nvSpPr>
        <p:spPr>
          <a:xfrm>
            <a:off x="5017902" y="4754549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23301F6-AF31-0850-8966-0FB6246456C7}"/>
              </a:ext>
            </a:extLst>
          </p:cNvPr>
          <p:cNvSpPr/>
          <p:nvPr/>
        </p:nvSpPr>
        <p:spPr>
          <a:xfrm>
            <a:off x="6071185" y="5488932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3" name="Picture 4" descr="Robot 3 Icon">
            <a:extLst>
              <a:ext uri="{FF2B5EF4-FFF2-40B4-BE49-F238E27FC236}">
                <a16:creationId xmlns:a16="http://schemas.microsoft.com/office/drawing/2014/main" id="{30CFDC86-8E64-3410-487A-FC6F3924B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292" y="4870782"/>
            <a:ext cx="322198" cy="3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>
            <a:extLst>
              <a:ext uri="{FF2B5EF4-FFF2-40B4-BE49-F238E27FC236}">
                <a16:creationId xmlns:a16="http://schemas.microsoft.com/office/drawing/2014/main" id="{883B1FA4-7EA8-E03B-35D2-99A599CDDED0}"/>
              </a:ext>
            </a:extLst>
          </p:cNvPr>
          <p:cNvSpPr/>
          <p:nvPr/>
        </p:nvSpPr>
        <p:spPr>
          <a:xfrm>
            <a:off x="3956323" y="5488934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B85190C-C91E-55C7-FBC6-BD2D10347935}"/>
              </a:ext>
            </a:extLst>
          </p:cNvPr>
          <p:cNvSpPr/>
          <p:nvPr/>
        </p:nvSpPr>
        <p:spPr>
          <a:xfrm>
            <a:off x="6065559" y="4753439"/>
            <a:ext cx="618292" cy="4895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0" name="Picture 4" descr="Robot 3 Icon">
            <a:extLst>
              <a:ext uri="{FF2B5EF4-FFF2-40B4-BE49-F238E27FC236}">
                <a16:creationId xmlns:a16="http://schemas.microsoft.com/office/drawing/2014/main" id="{4764DDCE-7F7E-A53A-B92D-4F8D0B8E2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634" y="5588540"/>
            <a:ext cx="322198" cy="3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00F63616-27E0-2624-E168-24DD457B21C4}"/>
              </a:ext>
            </a:extLst>
          </p:cNvPr>
          <p:cNvSpPr/>
          <p:nvPr/>
        </p:nvSpPr>
        <p:spPr>
          <a:xfrm>
            <a:off x="3953303" y="6143204"/>
            <a:ext cx="269096" cy="185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3E6C976-E1AD-069B-C3D0-CA06EC216ADE}"/>
              </a:ext>
            </a:extLst>
          </p:cNvPr>
          <p:cNvSpPr/>
          <p:nvPr/>
        </p:nvSpPr>
        <p:spPr>
          <a:xfrm>
            <a:off x="4764371" y="6122733"/>
            <a:ext cx="299771" cy="2373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2239F83-7343-DEF2-9069-7098A92C95FF}"/>
              </a:ext>
            </a:extLst>
          </p:cNvPr>
          <p:cNvSpPr txBox="1"/>
          <p:nvPr/>
        </p:nvSpPr>
        <p:spPr>
          <a:xfrm>
            <a:off x="4256760" y="6132007"/>
            <a:ext cx="4873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/>
              <a:t>Phase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EF10236-128F-F5A5-8755-678C5E4A8A31}"/>
              </a:ext>
            </a:extLst>
          </p:cNvPr>
          <p:cNvSpPr txBox="1"/>
          <p:nvPr/>
        </p:nvSpPr>
        <p:spPr>
          <a:xfrm>
            <a:off x="5075693" y="6140281"/>
            <a:ext cx="16197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/>
              <a:t>Deliverables</a:t>
            </a:r>
          </a:p>
        </p:txBody>
      </p:sp>
      <p:pic>
        <p:nvPicPr>
          <p:cNvPr id="89" name="Picture 4" descr="Robot 3 Icon">
            <a:extLst>
              <a:ext uri="{FF2B5EF4-FFF2-40B4-BE49-F238E27FC236}">
                <a16:creationId xmlns:a16="http://schemas.microsoft.com/office/drawing/2014/main" id="{487480E3-B0AF-D4CC-6237-E2C454342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12" y="6122863"/>
            <a:ext cx="280876" cy="28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A189A237-167A-7FE0-B214-F0C8420E289D}"/>
              </a:ext>
            </a:extLst>
          </p:cNvPr>
          <p:cNvSpPr txBox="1"/>
          <p:nvPr/>
        </p:nvSpPr>
        <p:spPr>
          <a:xfrm>
            <a:off x="6148288" y="6140281"/>
            <a:ext cx="16197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/>
              <a:t>Agents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6F83E9-8D49-702D-4314-CA150B34D0AE}"/>
              </a:ext>
            </a:extLst>
          </p:cNvPr>
          <p:cNvSpPr txBox="1"/>
          <p:nvPr/>
        </p:nvSpPr>
        <p:spPr>
          <a:xfrm>
            <a:off x="7937426" y="1334802"/>
            <a:ext cx="36344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/>
              <a:t>Based on Agentic Readiness level, suitable SDLC phase-wise deliverables are chosen for Agentification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100"/>
              <a:t>Required i/p, o/p will be informed to Agents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/>
              <a:t>Roles &amp; skills required for building the agents, tuning, maintaining them will be identified</a:t>
            </a:r>
            <a:endParaRPr lang="en-IN" sz="11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2207359-CFBB-2B7D-B5E2-561440654282}"/>
              </a:ext>
            </a:extLst>
          </p:cNvPr>
          <p:cNvSpPr txBox="1"/>
          <p:nvPr/>
        </p:nvSpPr>
        <p:spPr>
          <a:xfrm>
            <a:off x="7981839" y="3259785"/>
            <a:ext cx="352563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/>
              <a:t>Evaluate based on Project Metrics set basis Agentification Readiness level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/>
              <a:t>Effectiveness of o/p will be measured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/>
              <a:t>Steps to improve Agentic effectiveness will be taken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2902664-2D64-AC63-429C-6DE7ACF95D20}"/>
              </a:ext>
            </a:extLst>
          </p:cNvPr>
          <p:cNvSpPr txBox="1"/>
          <p:nvPr/>
        </p:nvSpPr>
        <p:spPr>
          <a:xfrm>
            <a:off x="7981839" y="5047037"/>
            <a:ext cx="36344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100"/>
              <a:t>Fall back plan will be executed in case of Agent failure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100"/>
              <a:t>Potential impact on the project will be assessed 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100"/>
              <a:t>Mitigation steps created will be incorporated during project planning</a:t>
            </a:r>
            <a:endParaRPr lang="en-IN" sz="1100"/>
          </a:p>
        </p:txBody>
      </p:sp>
      <p:pic>
        <p:nvPicPr>
          <p:cNvPr id="102" name="Picture 2" descr="Vision - Free technology icons">
            <a:extLst>
              <a:ext uri="{FF2B5EF4-FFF2-40B4-BE49-F238E27FC236}">
                <a16:creationId xmlns:a16="http://schemas.microsoft.com/office/drawing/2014/main" id="{645018EA-4E57-FB64-DBC2-FDDB85967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00" b="94667" l="4444" r="96889">
                        <a14:foregroundMark x1="9778" y1="28444" x2="5333" y2="26667"/>
                        <a14:foregroundMark x1="18222" y1="19556" x2="15111" y2="16889"/>
                        <a14:foregroundMark x1="30222" y1="15111" x2="26667" y2="9333"/>
                        <a14:foregroundMark x1="41333" y1="13778" x2="39111" y2="7556"/>
                        <a14:foregroundMark x1="49778" y1="11111" x2="49333" y2="4444"/>
                        <a14:foregroundMark x1="59111" y1="14222" x2="61333" y2="6667"/>
                        <a14:foregroundMark x1="70222" y1="14667" x2="73778" y2="11111"/>
                        <a14:foregroundMark x1="81778" y1="18667" x2="84889" y2="15111"/>
                        <a14:foregroundMark x1="89778" y1="27556" x2="94667" y2="24000"/>
                        <a14:foregroundMark x1="42222" y1="70222" x2="51111" y2="68889"/>
                        <a14:foregroundMark x1="35556" y1="70222" x2="60444" y2="68444"/>
                        <a14:foregroundMark x1="60444" y1="68444" x2="65333" y2="69778"/>
                        <a14:foregroundMark x1="34222" y1="77778" x2="59111" y2="76444"/>
                        <a14:foregroundMark x1="59111" y1="76444" x2="64889" y2="76444"/>
                        <a14:foregroundMark x1="53778" y1="90667" x2="43556" y2="92000"/>
                        <a14:foregroundMark x1="46222" y1="95111" x2="53778" y2="94667"/>
                        <a14:foregroundMark x1="82222" y1="67111" x2="85778" y2="73778"/>
                        <a14:foregroundMark x1="89778" y1="58222" x2="96889" y2="63556"/>
                        <a14:foregroundMark x1="14222" y1="71556" x2="18222" y2="66222"/>
                        <a14:foregroundMark x1="4444" y1="61778" x2="10222" y2="58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455" y="2088779"/>
            <a:ext cx="278417" cy="278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7E5AE6F9-B573-450E-745D-DDD55E18A941}"/>
              </a:ext>
            </a:extLst>
          </p:cNvPr>
          <p:cNvSpPr txBox="1"/>
          <p:nvPr/>
        </p:nvSpPr>
        <p:spPr>
          <a:xfrm>
            <a:off x="785740" y="2364731"/>
            <a:ext cx="1001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/>
              <a:t>Identify</a:t>
            </a:r>
            <a:r>
              <a:rPr lang="en-IN" sz="1200"/>
              <a:t>..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5F2908B-C463-7B10-66D6-DFC838E720E8}"/>
              </a:ext>
            </a:extLst>
          </p:cNvPr>
          <p:cNvSpPr/>
          <p:nvPr/>
        </p:nvSpPr>
        <p:spPr>
          <a:xfrm>
            <a:off x="3744152" y="1209988"/>
            <a:ext cx="87085" cy="1045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1D1808A-530F-DBC3-16BF-FD2FEB8F8141}"/>
              </a:ext>
            </a:extLst>
          </p:cNvPr>
          <p:cNvSpPr/>
          <p:nvPr/>
        </p:nvSpPr>
        <p:spPr>
          <a:xfrm>
            <a:off x="3744152" y="2891130"/>
            <a:ext cx="87085" cy="10450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215CB79-A78F-B687-6DB0-E8B5AE4ED804}"/>
              </a:ext>
            </a:extLst>
          </p:cNvPr>
          <p:cNvSpPr/>
          <p:nvPr/>
        </p:nvSpPr>
        <p:spPr>
          <a:xfrm>
            <a:off x="3744152" y="4696321"/>
            <a:ext cx="87085" cy="10450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18E41CDF-3255-DC6F-7D5D-2569877298FD}"/>
              </a:ext>
            </a:extLst>
          </p:cNvPr>
          <p:cNvCxnSpPr>
            <a:cxnSpLocks/>
            <a:stCxn id="22" idx="3"/>
            <a:endCxn id="111" idx="1"/>
          </p:cNvCxnSpPr>
          <p:nvPr/>
        </p:nvCxnSpPr>
        <p:spPr>
          <a:xfrm flipV="1">
            <a:off x="2806785" y="1262240"/>
            <a:ext cx="937367" cy="886393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90FB9455-E4C4-46B2-0035-CACEAC133C78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2856635" y="2361995"/>
            <a:ext cx="864564" cy="572207"/>
          </a:xfrm>
          <a:prstGeom prst="bentConnector3">
            <a:avLst>
              <a:gd name="adj1" fmla="val 6269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0850C79C-3EA7-A11E-789D-C3EF1D7287A8}"/>
              </a:ext>
            </a:extLst>
          </p:cNvPr>
          <p:cNvCxnSpPr>
            <a:cxnSpLocks/>
            <a:stCxn id="24" idx="3"/>
            <a:endCxn id="113" idx="1"/>
          </p:cNvCxnSpPr>
          <p:nvPr/>
        </p:nvCxnSpPr>
        <p:spPr>
          <a:xfrm>
            <a:off x="2860990" y="2562294"/>
            <a:ext cx="883162" cy="218627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A11C76E2-8A37-E5E9-4A46-830C19A61E64}"/>
              </a:ext>
            </a:extLst>
          </p:cNvPr>
          <p:cNvSpPr txBox="1"/>
          <p:nvPr/>
        </p:nvSpPr>
        <p:spPr>
          <a:xfrm>
            <a:off x="8946924" y="998878"/>
            <a:ext cx="1711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/>
              <a:t>Pre - Agentification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37EE2D0-BE90-1891-B430-05D280F551BC}"/>
              </a:ext>
            </a:extLst>
          </p:cNvPr>
          <p:cNvSpPr txBox="1"/>
          <p:nvPr/>
        </p:nvSpPr>
        <p:spPr>
          <a:xfrm>
            <a:off x="8948101" y="2732215"/>
            <a:ext cx="1870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/>
              <a:t>Post - Agentification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6B8ACCE-D1BB-DAA6-EE75-64783BD028E6}"/>
              </a:ext>
            </a:extLst>
          </p:cNvPr>
          <p:cNvSpPr txBox="1"/>
          <p:nvPr/>
        </p:nvSpPr>
        <p:spPr>
          <a:xfrm>
            <a:off x="9157732" y="4552966"/>
            <a:ext cx="17181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/>
              <a:t>Risk Mitigation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8EAC24B-C9B1-59F6-324C-21559472C394}"/>
              </a:ext>
            </a:extLst>
          </p:cNvPr>
          <p:cNvSpPr txBox="1"/>
          <p:nvPr/>
        </p:nvSpPr>
        <p:spPr>
          <a:xfrm>
            <a:off x="5005696" y="912942"/>
            <a:ext cx="953156" cy="223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i="1"/>
              <a:t>Phase X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766E9E2-1836-FFD5-95A4-11A0907815BD}"/>
              </a:ext>
            </a:extLst>
          </p:cNvPr>
          <p:cNvSpPr txBox="1"/>
          <p:nvPr/>
        </p:nvSpPr>
        <p:spPr>
          <a:xfrm>
            <a:off x="5008758" y="2666235"/>
            <a:ext cx="953156" cy="223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i="1"/>
              <a:t>Phase Y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C54EA4B-0287-6201-AB69-732E3402CB87}"/>
              </a:ext>
            </a:extLst>
          </p:cNvPr>
          <p:cNvSpPr txBox="1"/>
          <p:nvPr/>
        </p:nvSpPr>
        <p:spPr>
          <a:xfrm>
            <a:off x="5017902" y="4439045"/>
            <a:ext cx="953156" cy="223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i="1"/>
              <a:t>Phase Z</a:t>
            </a:r>
          </a:p>
        </p:txBody>
      </p:sp>
      <p:sp>
        <p:nvSpPr>
          <p:cNvPr id="164" name="Rectangle: Rounded Corners 33">
            <a:extLst>
              <a:ext uri="{FF2B5EF4-FFF2-40B4-BE49-F238E27FC236}">
                <a16:creationId xmlns:a16="http://schemas.microsoft.com/office/drawing/2014/main" id="{6473322A-8C7F-34E7-08F2-62EF3DEA6189}"/>
              </a:ext>
            </a:extLst>
          </p:cNvPr>
          <p:cNvSpPr/>
          <p:nvPr/>
        </p:nvSpPr>
        <p:spPr>
          <a:xfrm>
            <a:off x="494906" y="3005140"/>
            <a:ext cx="1147288" cy="4100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>
                <a:solidFill>
                  <a:schemeClr val="tx1"/>
                </a:solidFill>
              </a:rPr>
              <a:t>High friction identified?</a:t>
            </a:r>
          </a:p>
        </p:txBody>
      </p:sp>
      <p:sp>
        <p:nvSpPr>
          <p:cNvPr id="166" name="Rectangle: Rounded Corners 33">
            <a:extLst>
              <a:ext uri="{FF2B5EF4-FFF2-40B4-BE49-F238E27FC236}">
                <a16:creationId xmlns:a16="http://schemas.microsoft.com/office/drawing/2014/main" id="{A1959C12-E3FD-C6A5-9973-E93486E991E1}"/>
              </a:ext>
            </a:extLst>
          </p:cNvPr>
          <p:cNvSpPr/>
          <p:nvPr/>
        </p:nvSpPr>
        <p:spPr>
          <a:xfrm>
            <a:off x="1650387" y="3507372"/>
            <a:ext cx="1147288" cy="4100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>
                <a:solidFill>
                  <a:schemeClr val="tx1"/>
                </a:solidFill>
              </a:rPr>
              <a:t>Leadership Buy –in?</a:t>
            </a:r>
          </a:p>
        </p:txBody>
      </p:sp>
      <p:sp>
        <p:nvSpPr>
          <p:cNvPr id="167" name="Rectangle: Rounded Corners 33">
            <a:extLst>
              <a:ext uri="{FF2B5EF4-FFF2-40B4-BE49-F238E27FC236}">
                <a16:creationId xmlns:a16="http://schemas.microsoft.com/office/drawing/2014/main" id="{C0F15F12-703D-BBD8-7F4C-D7FBEC7761D7}"/>
              </a:ext>
            </a:extLst>
          </p:cNvPr>
          <p:cNvSpPr/>
          <p:nvPr/>
        </p:nvSpPr>
        <p:spPr>
          <a:xfrm>
            <a:off x="488930" y="4088944"/>
            <a:ext cx="1147288" cy="4100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>
                <a:solidFill>
                  <a:schemeClr val="tx1"/>
                </a:solidFill>
              </a:rPr>
              <a:t>Cloud – Native?</a:t>
            </a:r>
          </a:p>
        </p:txBody>
      </p:sp>
      <p:sp>
        <p:nvSpPr>
          <p:cNvPr id="168" name="Rectangle: Rounded Corners 33">
            <a:extLst>
              <a:ext uri="{FF2B5EF4-FFF2-40B4-BE49-F238E27FC236}">
                <a16:creationId xmlns:a16="http://schemas.microsoft.com/office/drawing/2014/main" id="{D1122198-9563-B56C-3B5B-28C32CA79F74}"/>
              </a:ext>
            </a:extLst>
          </p:cNvPr>
          <p:cNvSpPr/>
          <p:nvPr/>
        </p:nvSpPr>
        <p:spPr>
          <a:xfrm>
            <a:off x="1622339" y="4647366"/>
            <a:ext cx="1147288" cy="4100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>
                <a:solidFill>
                  <a:schemeClr val="tx1"/>
                </a:solidFill>
              </a:rPr>
              <a:t>AI Tools Usage?</a:t>
            </a:r>
          </a:p>
        </p:txBody>
      </p:sp>
      <p:sp>
        <p:nvSpPr>
          <p:cNvPr id="169" name="Rectangle: Rounded Corners 33">
            <a:extLst>
              <a:ext uri="{FF2B5EF4-FFF2-40B4-BE49-F238E27FC236}">
                <a16:creationId xmlns:a16="http://schemas.microsoft.com/office/drawing/2014/main" id="{28C92A79-D313-AB99-C93D-D8047F54B2C9}"/>
              </a:ext>
            </a:extLst>
          </p:cNvPr>
          <p:cNvSpPr/>
          <p:nvPr/>
        </p:nvSpPr>
        <p:spPr>
          <a:xfrm>
            <a:off x="494906" y="5193425"/>
            <a:ext cx="1147288" cy="4100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>
                <a:solidFill>
                  <a:schemeClr val="tx1"/>
                </a:solidFill>
              </a:rPr>
              <a:t>Metadata Standards?</a:t>
            </a:r>
          </a:p>
        </p:txBody>
      </p:sp>
      <p:sp>
        <p:nvSpPr>
          <p:cNvPr id="170" name="Rectangle: Rounded Corners 33">
            <a:extLst>
              <a:ext uri="{FF2B5EF4-FFF2-40B4-BE49-F238E27FC236}">
                <a16:creationId xmlns:a16="http://schemas.microsoft.com/office/drawing/2014/main" id="{6355B6DD-DA32-880A-6059-481ABB7393B8}"/>
              </a:ext>
            </a:extLst>
          </p:cNvPr>
          <p:cNvSpPr/>
          <p:nvPr/>
        </p:nvSpPr>
        <p:spPr>
          <a:xfrm>
            <a:off x="1597721" y="5792585"/>
            <a:ext cx="1147288" cy="4100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>
                <a:solidFill>
                  <a:schemeClr val="tx1"/>
                </a:solidFill>
              </a:rPr>
              <a:t>Agentic AI Skills?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DD037CD9-955B-C539-B4C1-4D516C7FBFDF}"/>
              </a:ext>
            </a:extLst>
          </p:cNvPr>
          <p:cNvCxnSpPr>
            <a:cxnSpLocks/>
          </p:cNvCxnSpPr>
          <p:nvPr/>
        </p:nvCxnSpPr>
        <p:spPr>
          <a:xfrm>
            <a:off x="425020" y="641894"/>
            <a:ext cx="11370740" cy="0"/>
          </a:xfrm>
          <a:prstGeom prst="line">
            <a:avLst/>
          </a:prstGeom>
          <a:ln w="1905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Circle: Hollow 27">
            <a:extLst>
              <a:ext uri="{FF2B5EF4-FFF2-40B4-BE49-F238E27FC236}">
                <a16:creationId xmlns:a16="http://schemas.microsoft.com/office/drawing/2014/main" id="{48B39148-FD73-4D72-4A5F-1096B476D01E}"/>
              </a:ext>
            </a:extLst>
          </p:cNvPr>
          <p:cNvSpPr/>
          <p:nvPr/>
        </p:nvSpPr>
        <p:spPr>
          <a:xfrm>
            <a:off x="2921216" y="516581"/>
            <a:ext cx="216000" cy="216000"/>
          </a:xfrm>
          <a:prstGeom prst="donu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2" name="Circle: Hollow 27">
            <a:extLst>
              <a:ext uri="{FF2B5EF4-FFF2-40B4-BE49-F238E27FC236}">
                <a16:creationId xmlns:a16="http://schemas.microsoft.com/office/drawing/2014/main" id="{31B4857C-992D-D4D5-7BA9-68680C75EC96}"/>
              </a:ext>
            </a:extLst>
          </p:cNvPr>
          <p:cNvSpPr/>
          <p:nvPr/>
        </p:nvSpPr>
        <p:spPr>
          <a:xfrm>
            <a:off x="6858368" y="522677"/>
            <a:ext cx="216000" cy="216000"/>
          </a:xfrm>
          <a:prstGeom prst="donu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3" name="Circle: Hollow 27">
            <a:extLst>
              <a:ext uri="{FF2B5EF4-FFF2-40B4-BE49-F238E27FC236}">
                <a16:creationId xmlns:a16="http://schemas.microsoft.com/office/drawing/2014/main" id="{D6222485-9396-B521-38A0-1D8FEB15D528}"/>
              </a:ext>
            </a:extLst>
          </p:cNvPr>
          <p:cNvSpPr/>
          <p:nvPr/>
        </p:nvSpPr>
        <p:spPr>
          <a:xfrm>
            <a:off x="11678792" y="526641"/>
            <a:ext cx="216000" cy="216000"/>
          </a:xfrm>
          <a:prstGeom prst="donu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198DD84-98F4-74FC-36CD-CC69F1E8EB23}"/>
              </a:ext>
            </a:extLst>
          </p:cNvPr>
          <p:cNvSpPr txBox="1"/>
          <p:nvPr/>
        </p:nvSpPr>
        <p:spPr>
          <a:xfrm>
            <a:off x="2606868" y="269161"/>
            <a:ext cx="1761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i="1"/>
              <a:t>Assessment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D0A155B5-159D-50EC-D621-2328AAEB93AA}"/>
              </a:ext>
            </a:extLst>
          </p:cNvPr>
          <p:cNvSpPr txBox="1"/>
          <p:nvPr/>
        </p:nvSpPr>
        <p:spPr>
          <a:xfrm>
            <a:off x="6373418" y="259446"/>
            <a:ext cx="1761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i="1"/>
              <a:t>Agentification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17A44D4-059A-5315-F58C-004EC4E3E24E}"/>
              </a:ext>
            </a:extLst>
          </p:cNvPr>
          <p:cNvSpPr txBox="1"/>
          <p:nvPr/>
        </p:nvSpPr>
        <p:spPr>
          <a:xfrm>
            <a:off x="10924860" y="267920"/>
            <a:ext cx="1761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i="1"/>
              <a:t>Governance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3958A949-77E6-78F2-490F-EB9F004BF9FF}"/>
              </a:ext>
            </a:extLst>
          </p:cNvPr>
          <p:cNvCxnSpPr>
            <a:cxnSpLocks/>
          </p:cNvCxnSpPr>
          <p:nvPr/>
        </p:nvCxnSpPr>
        <p:spPr>
          <a:xfrm>
            <a:off x="1213332" y="2641730"/>
            <a:ext cx="0" cy="17462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607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7433BE-C069-15A2-A63F-46DD129DC880}"/>
              </a:ext>
            </a:extLst>
          </p:cNvPr>
          <p:cNvSpPr txBox="1"/>
          <p:nvPr/>
        </p:nvSpPr>
        <p:spPr>
          <a:xfrm>
            <a:off x="1453037" y="751344"/>
            <a:ext cx="8995656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1. Phases – 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indent="45720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Deliverables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914400" marR="0" indent="45720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Activities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371600" marR="0" indent="45720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             Roles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                                           Agentification Activity(Y/N) , how much % agent can do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2. Role – 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indent="45720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Agent Name 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Aptos" panose="020B0004020202020204" pitchFamily="34" charset="0"/>
              <a:buChar char="-"/>
            </a:pPr>
            <a:r>
              <a:rPr lang="en-US" sz="180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input required 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Aptos" panose="020B0004020202020204" pitchFamily="34" charset="0"/>
              <a:buChar char="-"/>
            </a:pPr>
            <a:r>
              <a:rPr lang="en-US" sz="180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output delivered 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– How to measure accuracy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457200" marR="0" indent="45720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– how to tune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Aptos" panose="020B0004020202020204" pitchFamily="34" charset="0"/>
              <a:buChar char="-"/>
            </a:pPr>
            <a:r>
              <a:rPr lang="en-US" sz="180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Fall back considerations for low accuracy </a:t>
            </a:r>
          </a:p>
          <a:p>
            <a:pPr marL="342900" marR="0" lvl="0" indent="-342900">
              <a:buFont typeface="Aptos" panose="020B0004020202020204" pitchFamily="34" charset="0"/>
              <a:buChar char="-"/>
            </a:pP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3 How to choose the agent for their project – a Playbook tool leveraging an Agent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              Client Readiness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              Team Readiness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              Project detail 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/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Then an Agent can provide a recommendation what they can use 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11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87CF1-DA0E-4C18-CB13-368BC8893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0D22F4-89CB-F089-17A5-AB0F0C5522FF}"/>
              </a:ext>
            </a:extLst>
          </p:cNvPr>
          <p:cNvCxnSpPr>
            <a:cxnSpLocks/>
          </p:cNvCxnSpPr>
          <p:nvPr/>
        </p:nvCxnSpPr>
        <p:spPr>
          <a:xfrm flipH="1">
            <a:off x="8778240" y="1271452"/>
            <a:ext cx="1" cy="1846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04C334-4B9A-4CD6-EDCB-8D408B878C74}"/>
              </a:ext>
            </a:extLst>
          </p:cNvPr>
          <p:cNvCxnSpPr>
            <a:cxnSpLocks/>
          </p:cNvCxnSpPr>
          <p:nvPr/>
        </p:nvCxnSpPr>
        <p:spPr>
          <a:xfrm flipH="1">
            <a:off x="4796245" y="1271452"/>
            <a:ext cx="1" cy="1846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B43A99B-5926-E82E-4957-F961DB9FD000}"/>
              </a:ext>
            </a:extLst>
          </p:cNvPr>
          <p:cNvSpPr/>
          <p:nvPr/>
        </p:nvSpPr>
        <p:spPr>
          <a:xfrm>
            <a:off x="4631317" y="2020389"/>
            <a:ext cx="3173137" cy="1088571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A51BA42-9F20-0275-6B3A-9ADB793008C0}"/>
              </a:ext>
            </a:extLst>
          </p:cNvPr>
          <p:cNvSpPr/>
          <p:nvPr/>
        </p:nvSpPr>
        <p:spPr>
          <a:xfrm>
            <a:off x="374470" y="3596641"/>
            <a:ext cx="3753391" cy="1384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6AB812D-6C20-A437-8106-025239E05662}"/>
              </a:ext>
            </a:extLst>
          </p:cNvPr>
          <p:cNvCxnSpPr>
            <a:cxnSpLocks/>
            <a:stCxn id="7" idx="3"/>
            <a:endCxn id="3" idx="0"/>
          </p:cNvCxnSpPr>
          <p:nvPr/>
        </p:nvCxnSpPr>
        <p:spPr>
          <a:xfrm flipH="1">
            <a:off x="6285934" y="2564675"/>
            <a:ext cx="1518520" cy="1314997"/>
          </a:xfrm>
          <a:prstGeom prst="bentConnector4">
            <a:avLst>
              <a:gd name="adj1" fmla="val -15054"/>
              <a:gd name="adj2" fmla="val 885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6E65D79-29F5-305D-567A-6A52741FC08C}"/>
              </a:ext>
            </a:extLst>
          </p:cNvPr>
          <p:cNvSpPr/>
          <p:nvPr/>
        </p:nvSpPr>
        <p:spPr>
          <a:xfrm>
            <a:off x="8593154" y="2016034"/>
            <a:ext cx="3173137" cy="1088571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48573DF-3FDB-C4E3-5FCC-334BB21645EC}"/>
              </a:ext>
            </a:extLst>
          </p:cNvPr>
          <p:cNvSpPr/>
          <p:nvPr/>
        </p:nvSpPr>
        <p:spPr>
          <a:xfrm>
            <a:off x="365760" y="696688"/>
            <a:ext cx="896983" cy="57476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P1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585EA3-C1AD-81F1-725E-82F656238432}"/>
              </a:ext>
            </a:extLst>
          </p:cNvPr>
          <p:cNvSpPr/>
          <p:nvPr/>
        </p:nvSpPr>
        <p:spPr>
          <a:xfrm>
            <a:off x="4347754" y="696688"/>
            <a:ext cx="896983" cy="57476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P2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7FE509-97F3-F4DE-31C8-9208B2564E34}"/>
              </a:ext>
            </a:extLst>
          </p:cNvPr>
          <p:cNvSpPr/>
          <p:nvPr/>
        </p:nvSpPr>
        <p:spPr>
          <a:xfrm>
            <a:off x="8329749" y="696688"/>
            <a:ext cx="896983" cy="57476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P’N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09833E-815C-A5B9-ADB5-9E83B117C46C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814251" y="1271453"/>
            <a:ext cx="1" cy="1846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35B03FE3-872E-CC56-42AD-38390C5C7C63}"/>
              </a:ext>
            </a:extLst>
          </p:cNvPr>
          <p:cNvSpPr/>
          <p:nvPr/>
        </p:nvSpPr>
        <p:spPr>
          <a:xfrm>
            <a:off x="949234" y="1628505"/>
            <a:ext cx="435426" cy="217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565DF1-3DFE-9EB6-E45B-17661BF6D826}"/>
              </a:ext>
            </a:extLst>
          </p:cNvPr>
          <p:cNvSpPr/>
          <p:nvPr/>
        </p:nvSpPr>
        <p:spPr>
          <a:xfrm>
            <a:off x="1615438" y="1628505"/>
            <a:ext cx="435426" cy="217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787B13-0BBD-6DFE-96AF-83A3BB4AF432}"/>
              </a:ext>
            </a:extLst>
          </p:cNvPr>
          <p:cNvSpPr/>
          <p:nvPr/>
        </p:nvSpPr>
        <p:spPr>
          <a:xfrm>
            <a:off x="2316478" y="1628505"/>
            <a:ext cx="435426" cy="217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89B7DD-1F90-EC70-B39B-314D434D8DE9}"/>
              </a:ext>
            </a:extLst>
          </p:cNvPr>
          <p:cNvSpPr/>
          <p:nvPr/>
        </p:nvSpPr>
        <p:spPr>
          <a:xfrm>
            <a:off x="3008809" y="1628505"/>
            <a:ext cx="435426" cy="217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DN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1CE2C8F-8381-925F-5FDE-7B7BA6DDBF54}"/>
              </a:ext>
            </a:extLst>
          </p:cNvPr>
          <p:cNvGrpSpPr/>
          <p:nvPr/>
        </p:nvGrpSpPr>
        <p:grpSpPr>
          <a:xfrm>
            <a:off x="670560" y="2020390"/>
            <a:ext cx="3173137" cy="1088571"/>
            <a:chOff x="670560" y="1898468"/>
            <a:chExt cx="3173137" cy="108857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6049038-1F36-1342-1076-4751E923B235}"/>
                </a:ext>
              </a:extLst>
            </p:cNvPr>
            <p:cNvSpPr/>
            <p:nvPr/>
          </p:nvSpPr>
          <p:spPr>
            <a:xfrm>
              <a:off x="670560" y="1898468"/>
              <a:ext cx="3173137" cy="1088571"/>
            </a:xfrm>
            <a:prstGeom prst="rect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E02513A-ECF5-3D81-7FE0-A32C53A70A8C}"/>
                </a:ext>
              </a:extLst>
            </p:cNvPr>
            <p:cNvSpPr/>
            <p:nvPr/>
          </p:nvSpPr>
          <p:spPr>
            <a:xfrm>
              <a:off x="994958" y="2046514"/>
              <a:ext cx="252546" cy="217714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966499D-6072-1EA5-890C-BA6BD762FF15}"/>
                </a:ext>
              </a:extLst>
            </p:cNvPr>
            <p:cNvSpPr/>
            <p:nvPr/>
          </p:nvSpPr>
          <p:spPr>
            <a:xfrm>
              <a:off x="1166947" y="2368731"/>
              <a:ext cx="252546" cy="21771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6E08334-5E99-9E11-D114-F4E471B1BE02}"/>
                </a:ext>
              </a:extLst>
            </p:cNvPr>
            <p:cNvSpPr/>
            <p:nvPr/>
          </p:nvSpPr>
          <p:spPr>
            <a:xfrm>
              <a:off x="851270" y="2368731"/>
              <a:ext cx="252546" cy="217714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A1F49D3-B124-5722-AAC9-FD05D174009B}"/>
                </a:ext>
              </a:extLst>
            </p:cNvPr>
            <p:cNvSpPr/>
            <p:nvPr/>
          </p:nvSpPr>
          <p:spPr>
            <a:xfrm>
              <a:off x="994960" y="2690948"/>
              <a:ext cx="252546" cy="217714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308A6A5-74E9-4EDE-3B9F-12C49A3DE5D6}"/>
                </a:ext>
              </a:extLst>
            </p:cNvPr>
            <p:cNvSpPr/>
            <p:nvPr/>
          </p:nvSpPr>
          <p:spPr>
            <a:xfrm>
              <a:off x="1753685" y="2046514"/>
              <a:ext cx="252546" cy="217714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5A0DD2A-72EB-2F55-8759-618B7F730CB1}"/>
                </a:ext>
              </a:extLst>
            </p:cNvPr>
            <p:cNvSpPr/>
            <p:nvPr/>
          </p:nvSpPr>
          <p:spPr>
            <a:xfrm>
              <a:off x="1925674" y="2368731"/>
              <a:ext cx="252546" cy="217714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C7502A6-E6B9-B747-CBAA-700B65564DC7}"/>
                </a:ext>
              </a:extLst>
            </p:cNvPr>
            <p:cNvSpPr/>
            <p:nvPr/>
          </p:nvSpPr>
          <p:spPr>
            <a:xfrm>
              <a:off x="1609997" y="2368731"/>
              <a:ext cx="252546" cy="217714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1FB0CAC-DAB5-A745-84B7-430331DB3265}"/>
                </a:ext>
              </a:extLst>
            </p:cNvPr>
            <p:cNvSpPr/>
            <p:nvPr/>
          </p:nvSpPr>
          <p:spPr>
            <a:xfrm>
              <a:off x="1753687" y="2690948"/>
              <a:ext cx="252546" cy="21771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9E7694E-E28F-139D-28D3-E17D82E3D197}"/>
                </a:ext>
              </a:extLst>
            </p:cNvPr>
            <p:cNvSpPr/>
            <p:nvPr/>
          </p:nvSpPr>
          <p:spPr>
            <a:xfrm>
              <a:off x="2464520" y="2046514"/>
              <a:ext cx="252546" cy="21771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14BA27D-5F26-EB54-2FED-AC0EB35C894D}"/>
                </a:ext>
              </a:extLst>
            </p:cNvPr>
            <p:cNvSpPr/>
            <p:nvPr/>
          </p:nvSpPr>
          <p:spPr>
            <a:xfrm>
              <a:off x="2636509" y="2368731"/>
              <a:ext cx="252546" cy="217714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C77F3F0-BE89-2456-2DDF-B7E222E29E42}"/>
                </a:ext>
              </a:extLst>
            </p:cNvPr>
            <p:cNvSpPr/>
            <p:nvPr/>
          </p:nvSpPr>
          <p:spPr>
            <a:xfrm>
              <a:off x="2320832" y="2368731"/>
              <a:ext cx="252546" cy="217714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573EB0E-D64A-286E-5490-6345AC4D99D6}"/>
                </a:ext>
              </a:extLst>
            </p:cNvPr>
            <p:cNvSpPr/>
            <p:nvPr/>
          </p:nvSpPr>
          <p:spPr>
            <a:xfrm>
              <a:off x="2464522" y="2690948"/>
              <a:ext cx="252546" cy="217714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9BC97B9-DFA4-4DD6-D4D1-CD7EBF72769F}"/>
                </a:ext>
              </a:extLst>
            </p:cNvPr>
            <p:cNvSpPr/>
            <p:nvPr/>
          </p:nvSpPr>
          <p:spPr>
            <a:xfrm>
              <a:off x="3175353" y="2046514"/>
              <a:ext cx="252546" cy="217714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E31AB54-54D8-FE54-4EAA-2D11781172D8}"/>
                </a:ext>
              </a:extLst>
            </p:cNvPr>
            <p:cNvSpPr/>
            <p:nvPr/>
          </p:nvSpPr>
          <p:spPr>
            <a:xfrm>
              <a:off x="3347342" y="2368731"/>
              <a:ext cx="252546" cy="217714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EEF1948-0EAF-31B2-182A-A617BC44FAA2}"/>
                </a:ext>
              </a:extLst>
            </p:cNvPr>
            <p:cNvSpPr/>
            <p:nvPr/>
          </p:nvSpPr>
          <p:spPr>
            <a:xfrm>
              <a:off x="3031665" y="2368731"/>
              <a:ext cx="252546" cy="21771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1D5C185-33AF-3F6C-FFCA-6563244A3C51}"/>
                </a:ext>
              </a:extLst>
            </p:cNvPr>
            <p:cNvSpPr/>
            <p:nvPr/>
          </p:nvSpPr>
          <p:spPr>
            <a:xfrm>
              <a:off x="3175355" y="2690948"/>
              <a:ext cx="252546" cy="217714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endParaRPr>
            </a:p>
          </p:txBody>
        </p: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5F5DB5E-D1EC-99C0-BDA6-B22F68012EBD}"/>
              </a:ext>
            </a:extLst>
          </p:cNvPr>
          <p:cNvCxnSpPr>
            <a:cxnSpLocks/>
          </p:cNvCxnSpPr>
          <p:nvPr/>
        </p:nvCxnSpPr>
        <p:spPr>
          <a:xfrm>
            <a:off x="1489166" y="1628505"/>
            <a:ext cx="0" cy="14891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CD2BBB9-0E60-4745-CB7D-C33869AC077D}"/>
              </a:ext>
            </a:extLst>
          </p:cNvPr>
          <p:cNvCxnSpPr>
            <a:cxnSpLocks/>
          </p:cNvCxnSpPr>
          <p:nvPr/>
        </p:nvCxnSpPr>
        <p:spPr>
          <a:xfrm>
            <a:off x="2213056" y="1641567"/>
            <a:ext cx="0" cy="14891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5B535B0-6E5B-339F-E297-0B07D0476D00}"/>
              </a:ext>
            </a:extLst>
          </p:cNvPr>
          <p:cNvCxnSpPr>
            <a:cxnSpLocks/>
          </p:cNvCxnSpPr>
          <p:nvPr/>
        </p:nvCxnSpPr>
        <p:spPr>
          <a:xfrm>
            <a:off x="2910827" y="1637214"/>
            <a:ext cx="0" cy="14891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3449C782-76A9-1353-B9D7-D1644FC1584D}"/>
              </a:ext>
            </a:extLst>
          </p:cNvPr>
          <p:cNvSpPr/>
          <p:nvPr/>
        </p:nvSpPr>
        <p:spPr>
          <a:xfrm>
            <a:off x="4999791" y="1637214"/>
            <a:ext cx="435426" cy="217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D1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CC986F5-385C-AD12-D778-FBD587E9E45F}"/>
              </a:ext>
            </a:extLst>
          </p:cNvPr>
          <p:cNvSpPr/>
          <p:nvPr/>
        </p:nvSpPr>
        <p:spPr>
          <a:xfrm>
            <a:off x="5665995" y="1637214"/>
            <a:ext cx="435426" cy="217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839C5BB-D774-0B2A-7CC7-3EC197628699}"/>
              </a:ext>
            </a:extLst>
          </p:cNvPr>
          <p:cNvSpPr/>
          <p:nvPr/>
        </p:nvSpPr>
        <p:spPr>
          <a:xfrm>
            <a:off x="6367035" y="1637214"/>
            <a:ext cx="435426" cy="217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D3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4486F6F-6ACF-5C20-794C-DEBCD5E3E8DE}"/>
              </a:ext>
            </a:extLst>
          </p:cNvPr>
          <p:cNvSpPr/>
          <p:nvPr/>
        </p:nvSpPr>
        <p:spPr>
          <a:xfrm>
            <a:off x="7059366" y="1637214"/>
            <a:ext cx="435426" cy="217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DN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7C14298-CFB1-7E64-2907-1DCCA22A5CFF}"/>
              </a:ext>
            </a:extLst>
          </p:cNvPr>
          <p:cNvSpPr/>
          <p:nvPr/>
        </p:nvSpPr>
        <p:spPr>
          <a:xfrm>
            <a:off x="5045515" y="2177145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572DE92-C037-D604-49C8-245E78981A42}"/>
              </a:ext>
            </a:extLst>
          </p:cNvPr>
          <p:cNvSpPr/>
          <p:nvPr/>
        </p:nvSpPr>
        <p:spPr>
          <a:xfrm>
            <a:off x="5217504" y="2499362"/>
            <a:ext cx="252546" cy="2177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5B5BC513-0C64-0F5C-5DF4-2B30D6140D14}"/>
              </a:ext>
            </a:extLst>
          </p:cNvPr>
          <p:cNvSpPr/>
          <p:nvPr/>
        </p:nvSpPr>
        <p:spPr>
          <a:xfrm>
            <a:off x="4901827" y="2499362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938CAE8-7163-04D6-D4B7-52C44AC6CF5E}"/>
              </a:ext>
            </a:extLst>
          </p:cNvPr>
          <p:cNvSpPr/>
          <p:nvPr/>
        </p:nvSpPr>
        <p:spPr>
          <a:xfrm>
            <a:off x="5045517" y="2821579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EC31AED-7AEF-426E-EC37-F91472F2A877}"/>
              </a:ext>
            </a:extLst>
          </p:cNvPr>
          <p:cNvSpPr/>
          <p:nvPr/>
        </p:nvSpPr>
        <p:spPr>
          <a:xfrm>
            <a:off x="5804242" y="2177145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C169407-88C0-9E5B-C93F-815869696A50}"/>
              </a:ext>
            </a:extLst>
          </p:cNvPr>
          <p:cNvSpPr/>
          <p:nvPr/>
        </p:nvSpPr>
        <p:spPr>
          <a:xfrm>
            <a:off x="5976231" y="2499362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FE303DF6-87D3-B408-35A9-5F805A0CF3D7}"/>
              </a:ext>
            </a:extLst>
          </p:cNvPr>
          <p:cNvSpPr/>
          <p:nvPr/>
        </p:nvSpPr>
        <p:spPr>
          <a:xfrm>
            <a:off x="5660554" y="2499362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3AB2A87-58FA-667B-EBA9-4A75691E28E7}"/>
              </a:ext>
            </a:extLst>
          </p:cNvPr>
          <p:cNvSpPr/>
          <p:nvPr/>
        </p:nvSpPr>
        <p:spPr>
          <a:xfrm>
            <a:off x="5804244" y="2821579"/>
            <a:ext cx="252546" cy="2177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22A7A71-3FC4-71A6-E73D-FC95207B74CD}"/>
              </a:ext>
            </a:extLst>
          </p:cNvPr>
          <p:cNvSpPr/>
          <p:nvPr/>
        </p:nvSpPr>
        <p:spPr>
          <a:xfrm>
            <a:off x="6520500" y="2177145"/>
            <a:ext cx="252546" cy="2177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644BE4F-6404-C67E-B414-83C4E1A9F3D7}"/>
              </a:ext>
            </a:extLst>
          </p:cNvPr>
          <p:cNvSpPr/>
          <p:nvPr/>
        </p:nvSpPr>
        <p:spPr>
          <a:xfrm>
            <a:off x="6687066" y="2499362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4B603A4-38D3-EB0E-06DB-C7001A1811D6}"/>
              </a:ext>
            </a:extLst>
          </p:cNvPr>
          <p:cNvSpPr/>
          <p:nvPr/>
        </p:nvSpPr>
        <p:spPr>
          <a:xfrm>
            <a:off x="6371389" y="2499362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9F5889E-A99D-111F-000D-4810ABA1AD4B}"/>
              </a:ext>
            </a:extLst>
          </p:cNvPr>
          <p:cNvSpPr/>
          <p:nvPr/>
        </p:nvSpPr>
        <p:spPr>
          <a:xfrm>
            <a:off x="6515079" y="2821579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F696D0B-F98D-4C63-01A0-B03711571C1F}"/>
              </a:ext>
            </a:extLst>
          </p:cNvPr>
          <p:cNvSpPr/>
          <p:nvPr/>
        </p:nvSpPr>
        <p:spPr>
          <a:xfrm>
            <a:off x="7225910" y="2177145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C103E3D1-332C-BEC6-5973-158B9AA86253}"/>
              </a:ext>
            </a:extLst>
          </p:cNvPr>
          <p:cNvSpPr/>
          <p:nvPr/>
        </p:nvSpPr>
        <p:spPr>
          <a:xfrm>
            <a:off x="7397899" y="2499362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2765373-BB9C-B102-D797-B5AC89767D31}"/>
              </a:ext>
            </a:extLst>
          </p:cNvPr>
          <p:cNvSpPr/>
          <p:nvPr/>
        </p:nvSpPr>
        <p:spPr>
          <a:xfrm>
            <a:off x="7082222" y="2499362"/>
            <a:ext cx="252546" cy="2177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C1A0D35-1790-AC69-B218-B59CC9EC4FFB}"/>
              </a:ext>
            </a:extLst>
          </p:cNvPr>
          <p:cNvSpPr/>
          <p:nvPr/>
        </p:nvSpPr>
        <p:spPr>
          <a:xfrm>
            <a:off x="7225912" y="2821579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5ACF4017-A2F4-49D9-F9AE-1C5675B41F58}"/>
              </a:ext>
            </a:extLst>
          </p:cNvPr>
          <p:cNvCxnSpPr>
            <a:cxnSpLocks/>
          </p:cNvCxnSpPr>
          <p:nvPr/>
        </p:nvCxnSpPr>
        <p:spPr>
          <a:xfrm>
            <a:off x="5539723" y="1637214"/>
            <a:ext cx="0" cy="14891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AB3B386-6B0F-2386-4525-D5FAB43A3171}"/>
              </a:ext>
            </a:extLst>
          </p:cNvPr>
          <p:cNvCxnSpPr>
            <a:cxnSpLocks/>
          </p:cNvCxnSpPr>
          <p:nvPr/>
        </p:nvCxnSpPr>
        <p:spPr>
          <a:xfrm>
            <a:off x="6263613" y="1650276"/>
            <a:ext cx="0" cy="14891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5A16012-F940-99FD-095B-0360AF038398}"/>
              </a:ext>
            </a:extLst>
          </p:cNvPr>
          <p:cNvCxnSpPr>
            <a:cxnSpLocks/>
          </p:cNvCxnSpPr>
          <p:nvPr/>
        </p:nvCxnSpPr>
        <p:spPr>
          <a:xfrm>
            <a:off x="6961384" y="1645923"/>
            <a:ext cx="0" cy="14891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21DAB4A-724E-0B08-056E-7A1A4E1F3903}"/>
              </a:ext>
            </a:extLst>
          </p:cNvPr>
          <p:cNvSpPr/>
          <p:nvPr/>
        </p:nvSpPr>
        <p:spPr>
          <a:xfrm>
            <a:off x="9010073" y="1628505"/>
            <a:ext cx="435426" cy="217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B92C010-430D-1D07-66C0-809CD154158C}"/>
              </a:ext>
            </a:extLst>
          </p:cNvPr>
          <p:cNvSpPr/>
          <p:nvPr/>
        </p:nvSpPr>
        <p:spPr>
          <a:xfrm>
            <a:off x="9676277" y="1628505"/>
            <a:ext cx="435426" cy="217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D2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5E4E93E-BA7C-DA31-6906-F20B4EBE86A9}"/>
              </a:ext>
            </a:extLst>
          </p:cNvPr>
          <p:cNvSpPr/>
          <p:nvPr/>
        </p:nvSpPr>
        <p:spPr>
          <a:xfrm>
            <a:off x="10377317" y="1628505"/>
            <a:ext cx="435426" cy="217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D3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51299A2-BA7E-C426-2B5A-2D03A445E239}"/>
              </a:ext>
            </a:extLst>
          </p:cNvPr>
          <p:cNvSpPr/>
          <p:nvPr/>
        </p:nvSpPr>
        <p:spPr>
          <a:xfrm>
            <a:off x="11069648" y="1628505"/>
            <a:ext cx="435426" cy="217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DN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A8C65311-EE35-F8B0-8C27-2CCF4D436C8A}"/>
              </a:ext>
            </a:extLst>
          </p:cNvPr>
          <p:cNvSpPr/>
          <p:nvPr/>
        </p:nvSpPr>
        <p:spPr>
          <a:xfrm>
            <a:off x="9055797" y="2168436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B8755E7-328C-8984-4C04-130A6690ED73}"/>
              </a:ext>
            </a:extLst>
          </p:cNvPr>
          <p:cNvSpPr/>
          <p:nvPr/>
        </p:nvSpPr>
        <p:spPr>
          <a:xfrm>
            <a:off x="9227786" y="2490653"/>
            <a:ext cx="252546" cy="2177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BBE4193F-6E4E-8822-F779-DCB25EE4C11F}"/>
              </a:ext>
            </a:extLst>
          </p:cNvPr>
          <p:cNvSpPr/>
          <p:nvPr/>
        </p:nvSpPr>
        <p:spPr>
          <a:xfrm>
            <a:off x="8912109" y="2490653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CA203D68-F94B-4261-9ECB-C7C9B011856F}"/>
              </a:ext>
            </a:extLst>
          </p:cNvPr>
          <p:cNvSpPr/>
          <p:nvPr/>
        </p:nvSpPr>
        <p:spPr>
          <a:xfrm>
            <a:off x="9055799" y="2812870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2AF7CDA9-9619-AF41-6198-B17DCE70D007}"/>
              </a:ext>
            </a:extLst>
          </p:cNvPr>
          <p:cNvSpPr/>
          <p:nvPr/>
        </p:nvSpPr>
        <p:spPr>
          <a:xfrm>
            <a:off x="9814524" y="2168436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9FC01AA2-4C53-951D-1F97-ACF10C4C5E0D}"/>
              </a:ext>
            </a:extLst>
          </p:cNvPr>
          <p:cNvSpPr/>
          <p:nvPr/>
        </p:nvSpPr>
        <p:spPr>
          <a:xfrm>
            <a:off x="9986513" y="2490653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E7C216C5-FDA6-D2EE-EA9E-6ABA6725AFA7}"/>
              </a:ext>
            </a:extLst>
          </p:cNvPr>
          <p:cNvSpPr/>
          <p:nvPr/>
        </p:nvSpPr>
        <p:spPr>
          <a:xfrm>
            <a:off x="9670836" y="2490653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E4A07D28-BEDB-5EB0-26A0-68B4C13CEB87}"/>
              </a:ext>
            </a:extLst>
          </p:cNvPr>
          <p:cNvSpPr/>
          <p:nvPr/>
        </p:nvSpPr>
        <p:spPr>
          <a:xfrm>
            <a:off x="9814526" y="2812870"/>
            <a:ext cx="252546" cy="2177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F334DC06-6F5D-9A59-E346-4AB8D01A3C3A}"/>
              </a:ext>
            </a:extLst>
          </p:cNvPr>
          <p:cNvSpPr/>
          <p:nvPr/>
        </p:nvSpPr>
        <p:spPr>
          <a:xfrm>
            <a:off x="10525359" y="2168436"/>
            <a:ext cx="252546" cy="2177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68557B3-D486-89C6-DE9E-121B8BBAE73A}"/>
              </a:ext>
            </a:extLst>
          </p:cNvPr>
          <p:cNvSpPr/>
          <p:nvPr/>
        </p:nvSpPr>
        <p:spPr>
          <a:xfrm>
            <a:off x="10697348" y="2490653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8DB174B3-B547-885B-4AD6-838534F78FF7}"/>
              </a:ext>
            </a:extLst>
          </p:cNvPr>
          <p:cNvSpPr/>
          <p:nvPr/>
        </p:nvSpPr>
        <p:spPr>
          <a:xfrm>
            <a:off x="10381671" y="2490653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B07BC0F7-CEA6-0BEE-0555-6F17C2651CF5}"/>
              </a:ext>
            </a:extLst>
          </p:cNvPr>
          <p:cNvSpPr/>
          <p:nvPr/>
        </p:nvSpPr>
        <p:spPr>
          <a:xfrm>
            <a:off x="10525361" y="2812870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EBF62317-4DCF-E14A-6DE9-9B9BD7868247}"/>
              </a:ext>
            </a:extLst>
          </p:cNvPr>
          <p:cNvSpPr/>
          <p:nvPr/>
        </p:nvSpPr>
        <p:spPr>
          <a:xfrm>
            <a:off x="11236192" y="2168436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15C2ABF9-A648-D614-AD36-EDAA0941D3C9}"/>
              </a:ext>
            </a:extLst>
          </p:cNvPr>
          <p:cNvSpPr/>
          <p:nvPr/>
        </p:nvSpPr>
        <p:spPr>
          <a:xfrm>
            <a:off x="11408181" y="2490653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5AF500B4-6C69-92DE-37B9-AA027B35E0F8}"/>
              </a:ext>
            </a:extLst>
          </p:cNvPr>
          <p:cNvSpPr/>
          <p:nvPr/>
        </p:nvSpPr>
        <p:spPr>
          <a:xfrm>
            <a:off x="11092504" y="2490653"/>
            <a:ext cx="252546" cy="2177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1515509C-849E-8398-2EFA-C2F5ED876EE6}"/>
              </a:ext>
            </a:extLst>
          </p:cNvPr>
          <p:cNvSpPr/>
          <p:nvPr/>
        </p:nvSpPr>
        <p:spPr>
          <a:xfrm>
            <a:off x="11236194" y="2812870"/>
            <a:ext cx="252546" cy="21771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EF2D35D6-E408-B436-8E60-A489C452065C}"/>
              </a:ext>
            </a:extLst>
          </p:cNvPr>
          <p:cNvCxnSpPr>
            <a:cxnSpLocks/>
          </p:cNvCxnSpPr>
          <p:nvPr/>
        </p:nvCxnSpPr>
        <p:spPr>
          <a:xfrm>
            <a:off x="9550005" y="1628505"/>
            <a:ext cx="0" cy="14891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5DD8D7F-C4A5-672D-ACD2-7D2DD85E72AF}"/>
              </a:ext>
            </a:extLst>
          </p:cNvPr>
          <p:cNvCxnSpPr>
            <a:cxnSpLocks/>
          </p:cNvCxnSpPr>
          <p:nvPr/>
        </p:nvCxnSpPr>
        <p:spPr>
          <a:xfrm>
            <a:off x="10273895" y="1641567"/>
            <a:ext cx="0" cy="14891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F9DCB95-CAE8-8F7E-4CD6-00C03AAB2D81}"/>
              </a:ext>
            </a:extLst>
          </p:cNvPr>
          <p:cNvCxnSpPr>
            <a:cxnSpLocks/>
          </p:cNvCxnSpPr>
          <p:nvPr/>
        </p:nvCxnSpPr>
        <p:spPr>
          <a:xfrm>
            <a:off x="10971666" y="1637214"/>
            <a:ext cx="0" cy="14891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0" name="Picture 2" descr="Avatar, body, human, loop, repeat icon ...">
            <a:extLst>
              <a:ext uri="{FF2B5EF4-FFF2-40B4-BE49-F238E27FC236}">
                <a16:creationId xmlns:a16="http://schemas.microsoft.com/office/drawing/2014/main" id="{C6C6213C-6640-5105-81C0-CC9109AC4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10" y="3135087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3B1F27-5302-019C-CF21-5E35A489978C}"/>
              </a:ext>
            </a:extLst>
          </p:cNvPr>
          <p:cNvSpPr/>
          <p:nvPr/>
        </p:nvSpPr>
        <p:spPr>
          <a:xfrm>
            <a:off x="5327427" y="3879672"/>
            <a:ext cx="1917014" cy="3657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Agentifiable???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A64808D-354F-F778-FA3F-B1426D9AE05A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>
            <a:off x="3843697" y="2564676"/>
            <a:ext cx="1483730" cy="1497876"/>
          </a:xfrm>
          <a:prstGeom prst="bentConnector3">
            <a:avLst>
              <a:gd name="adj1" fmla="val 3884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7047F02-A896-70B6-1B7A-B36F479263E7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rot="10800000" flipV="1">
            <a:off x="7244442" y="2560320"/>
            <a:ext cx="1348713" cy="1502232"/>
          </a:xfrm>
          <a:prstGeom prst="bentConnector3">
            <a:avLst>
              <a:gd name="adj1" fmla="val 609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A92DF7D-4932-9017-AA81-F6AA03A0B914}"/>
              </a:ext>
            </a:extLst>
          </p:cNvPr>
          <p:cNvSpPr/>
          <p:nvPr/>
        </p:nvSpPr>
        <p:spPr>
          <a:xfrm>
            <a:off x="5926137" y="4345579"/>
            <a:ext cx="269961" cy="10450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B6A5B3-9D20-E514-00A3-45714B7835EA}"/>
              </a:ext>
            </a:extLst>
          </p:cNvPr>
          <p:cNvSpPr/>
          <p:nvPr/>
        </p:nvSpPr>
        <p:spPr>
          <a:xfrm>
            <a:off x="6353974" y="4349933"/>
            <a:ext cx="269961" cy="1045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6E0279-8009-6416-1926-78D1445D597B}"/>
              </a:ext>
            </a:extLst>
          </p:cNvPr>
          <p:cNvSpPr txBox="1"/>
          <p:nvPr/>
        </p:nvSpPr>
        <p:spPr>
          <a:xfrm>
            <a:off x="5422150" y="4236720"/>
            <a:ext cx="6346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Yes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E59451-4B92-0143-770C-1A64BDCA3A96}"/>
              </a:ext>
            </a:extLst>
          </p:cNvPr>
          <p:cNvSpPr txBox="1"/>
          <p:nvPr/>
        </p:nvSpPr>
        <p:spPr>
          <a:xfrm>
            <a:off x="6643503" y="4232366"/>
            <a:ext cx="13432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No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D89D885-4ABD-152A-CD4C-B6F82283DAE9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061118" y="4450082"/>
            <a:ext cx="0" cy="4702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1C6BAC41-FA78-25C0-1821-2C723E393056}"/>
              </a:ext>
            </a:extLst>
          </p:cNvPr>
          <p:cNvSpPr/>
          <p:nvPr/>
        </p:nvSpPr>
        <p:spPr>
          <a:xfrm>
            <a:off x="365760" y="5052125"/>
            <a:ext cx="11644593" cy="13704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pic>
        <p:nvPicPr>
          <p:cNvPr id="56" name="Picture 4" descr="Robot 3 Icon">
            <a:extLst>
              <a:ext uri="{FF2B5EF4-FFF2-40B4-BE49-F238E27FC236}">
                <a16:creationId xmlns:a16="http://schemas.microsoft.com/office/drawing/2014/main" id="{DCE55EDF-D46A-A588-B36E-7EBE4CC6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910" y="5660577"/>
            <a:ext cx="426709" cy="426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D4324E2-1229-71D0-E211-91465F073B29}"/>
              </a:ext>
            </a:extLst>
          </p:cNvPr>
          <p:cNvSpPr txBox="1"/>
          <p:nvPr/>
        </p:nvSpPr>
        <p:spPr>
          <a:xfrm>
            <a:off x="3254839" y="5730244"/>
            <a:ext cx="5508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Feed i/p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1B0BE29-E2E6-99D9-9AFB-F56AB601C7C9}"/>
              </a:ext>
            </a:extLst>
          </p:cNvPr>
          <p:cNvCxnSpPr>
            <a:endCxn id="56" idx="1"/>
          </p:cNvCxnSpPr>
          <p:nvPr/>
        </p:nvCxnSpPr>
        <p:spPr>
          <a:xfrm flipV="1">
            <a:off x="3692435" y="5873932"/>
            <a:ext cx="374475" cy="435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C88CDBE-3CDD-0168-358D-ADC94D2C0CA4}"/>
              </a:ext>
            </a:extLst>
          </p:cNvPr>
          <p:cNvCxnSpPr/>
          <p:nvPr/>
        </p:nvCxnSpPr>
        <p:spPr>
          <a:xfrm flipV="1">
            <a:off x="4489260" y="5869577"/>
            <a:ext cx="374475" cy="435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8E236B5-0BFF-4B2F-17B4-522FC76E5A41}"/>
              </a:ext>
            </a:extLst>
          </p:cNvPr>
          <p:cNvSpPr txBox="1"/>
          <p:nvPr/>
        </p:nvSpPr>
        <p:spPr>
          <a:xfrm>
            <a:off x="4846314" y="5743307"/>
            <a:ext cx="6607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o/p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8D4AE5B-7D35-9EA9-01E9-00637EF6EAF5}"/>
              </a:ext>
            </a:extLst>
          </p:cNvPr>
          <p:cNvCxnSpPr/>
          <p:nvPr/>
        </p:nvCxnSpPr>
        <p:spPr>
          <a:xfrm flipV="1">
            <a:off x="5287187" y="5873931"/>
            <a:ext cx="374475" cy="435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AC86BBF-611B-6E2E-A9AB-8498A345EB1F}"/>
              </a:ext>
            </a:extLst>
          </p:cNvPr>
          <p:cNvSpPr txBox="1"/>
          <p:nvPr/>
        </p:nvSpPr>
        <p:spPr>
          <a:xfrm>
            <a:off x="5696483" y="5738954"/>
            <a:ext cx="1730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Successful execution?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60063D1-E0CC-FE35-4138-DDB9FB4DCF29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7427314" y="5434153"/>
            <a:ext cx="280845" cy="43560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060172F-6C7D-FCD3-37A3-400FDCCC697C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7427314" y="5869759"/>
            <a:ext cx="315678" cy="36558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6C81E5B-8609-0418-E0EC-F45E1E9B95DD}"/>
              </a:ext>
            </a:extLst>
          </p:cNvPr>
          <p:cNvSpPr txBox="1"/>
          <p:nvPr/>
        </p:nvSpPr>
        <p:spPr>
          <a:xfrm>
            <a:off x="7734270" y="6074234"/>
            <a:ext cx="14782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No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D141B77-181C-4687-D0A8-AD1A2EE6A4FE}"/>
              </a:ext>
            </a:extLst>
          </p:cNvPr>
          <p:cNvSpPr txBox="1"/>
          <p:nvPr/>
        </p:nvSpPr>
        <p:spPr>
          <a:xfrm>
            <a:off x="7732067" y="5316234"/>
            <a:ext cx="14782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Yes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A949C94-38DB-67BC-EB40-C4C4A6209434}"/>
              </a:ext>
            </a:extLst>
          </p:cNvPr>
          <p:cNvCxnSpPr/>
          <p:nvPr/>
        </p:nvCxnSpPr>
        <p:spPr>
          <a:xfrm flipV="1">
            <a:off x="8167509" y="5451565"/>
            <a:ext cx="374475" cy="435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B85B75B-5885-FF45-09DB-819F7E4A81B8}"/>
              </a:ext>
            </a:extLst>
          </p:cNvPr>
          <p:cNvSpPr txBox="1"/>
          <p:nvPr/>
        </p:nvSpPr>
        <p:spPr>
          <a:xfrm>
            <a:off x="8616021" y="5307525"/>
            <a:ext cx="1730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Measure accuracy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5C4CE18-288B-2C6D-D914-2AB0B45614AD}"/>
              </a:ext>
            </a:extLst>
          </p:cNvPr>
          <p:cNvCxnSpPr/>
          <p:nvPr/>
        </p:nvCxnSpPr>
        <p:spPr>
          <a:xfrm flipV="1">
            <a:off x="8162080" y="6213565"/>
            <a:ext cx="374475" cy="435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14CEE9E-C624-4D79-2912-85129BF2BD53}"/>
              </a:ext>
            </a:extLst>
          </p:cNvPr>
          <p:cNvSpPr txBox="1"/>
          <p:nvPr/>
        </p:nvSpPr>
        <p:spPr>
          <a:xfrm>
            <a:off x="8639977" y="6069525"/>
            <a:ext cx="1730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Fallback Plan</a:t>
            </a:r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DB08AE21-968F-F631-3B5D-5B6D50231A16}"/>
              </a:ext>
            </a:extLst>
          </p:cNvPr>
          <p:cNvCxnSpPr/>
          <p:nvPr/>
        </p:nvCxnSpPr>
        <p:spPr>
          <a:xfrm flipV="1">
            <a:off x="10077396" y="5259982"/>
            <a:ext cx="390312" cy="191588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9FBEE7D7-9654-252D-32EC-4E53D960C2EE}"/>
              </a:ext>
            </a:extLst>
          </p:cNvPr>
          <p:cNvCxnSpPr>
            <a:cxnSpLocks/>
          </p:cNvCxnSpPr>
          <p:nvPr/>
        </p:nvCxnSpPr>
        <p:spPr>
          <a:xfrm>
            <a:off x="10077396" y="5521239"/>
            <a:ext cx="407729" cy="156754"/>
          </a:xfrm>
          <a:prstGeom prst="bent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5752B0C6-F55A-9FD5-13DC-E7C6E3051835}"/>
              </a:ext>
            </a:extLst>
          </p:cNvPr>
          <p:cNvSpPr txBox="1"/>
          <p:nvPr/>
        </p:nvSpPr>
        <p:spPr>
          <a:xfrm>
            <a:off x="10440939" y="5146416"/>
            <a:ext cx="1730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Standards met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692CCB3-B8F5-94DF-7593-E05D472449DE}"/>
              </a:ext>
            </a:extLst>
          </p:cNvPr>
          <p:cNvSpPr txBox="1"/>
          <p:nvPr/>
        </p:nvSpPr>
        <p:spPr>
          <a:xfrm>
            <a:off x="10445908" y="5534129"/>
            <a:ext cx="1730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Standards unmet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030ADC8-CE81-1047-F020-B92B3534DDF6}"/>
              </a:ext>
            </a:extLst>
          </p:cNvPr>
          <p:cNvSpPr txBox="1"/>
          <p:nvPr/>
        </p:nvSpPr>
        <p:spPr>
          <a:xfrm>
            <a:off x="679269" y="5752017"/>
            <a:ext cx="24307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Create Role based Agents for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agentifiable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 activities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071F5AD0-0A52-F99D-ACB6-F1A13B5141D2}"/>
              </a:ext>
            </a:extLst>
          </p:cNvPr>
          <p:cNvCxnSpPr/>
          <p:nvPr/>
        </p:nvCxnSpPr>
        <p:spPr>
          <a:xfrm flipV="1">
            <a:off x="2910827" y="5886995"/>
            <a:ext cx="374475" cy="435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D459A1B6-47F6-313B-7CB9-AD8F1592FE64}"/>
              </a:ext>
            </a:extLst>
          </p:cNvPr>
          <p:cNvSpPr txBox="1"/>
          <p:nvPr/>
        </p:nvSpPr>
        <p:spPr>
          <a:xfrm>
            <a:off x="678408" y="3720654"/>
            <a:ext cx="353786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P’N – SDLC phases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D’N – Deliverables under the phases</a:t>
            </a:r>
            <a:br>
              <a:rPr kumimoji="0" lang="en-I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pic>
        <p:nvPicPr>
          <p:cNvPr id="165" name="Picture 164">
            <a:extLst>
              <a:ext uri="{FF2B5EF4-FFF2-40B4-BE49-F238E27FC236}">
                <a16:creationId xmlns:a16="http://schemas.microsoft.com/office/drawing/2014/main" id="{A32EEB6B-0C4D-F0DB-458A-ED367ABD1F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76" y="4217068"/>
            <a:ext cx="683394" cy="236510"/>
          </a:xfrm>
          <a:prstGeom prst="rect">
            <a:avLst/>
          </a:prstGeom>
        </p:spPr>
      </p:pic>
      <p:sp>
        <p:nvSpPr>
          <p:cNvPr id="166" name="TextBox 165">
            <a:extLst>
              <a:ext uri="{FF2B5EF4-FFF2-40B4-BE49-F238E27FC236}">
                <a16:creationId xmlns:a16="http://schemas.microsoft.com/office/drawing/2014/main" id="{3E0E2068-B6F9-9FF8-2C84-B24C8A55C673}"/>
              </a:ext>
            </a:extLst>
          </p:cNvPr>
          <p:cNvSpPr txBox="1"/>
          <p:nvPr/>
        </p:nvSpPr>
        <p:spPr>
          <a:xfrm>
            <a:off x="1072236" y="4206245"/>
            <a:ext cx="48506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- Activities under the deliverables</a:t>
            </a:r>
          </a:p>
        </p:txBody>
      </p:sp>
      <p:pic>
        <p:nvPicPr>
          <p:cNvPr id="167" name="Picture 2" descr="Avatar, body, human, loop, repeat icon ...">
            <a:extLst>
              <a:ext uri="{FF2B5EF4-FFF2-40B4-BE49-F238E27FC236}">
                <a16:creationId xmlns:a16="http://schemas.microsoft.com/office/drawing/2014/main" id="{14EDCE33-1784-A711-49D0-61A1C82E1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75" y="4532810"/>
            <a:ext cx="338554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5C888754-8BCD-C8F5-4E84-8403CEC77506}"/>
              </a:ext>
            </a:extLst>
          </p:cNvPr>
          <p:cNvSpPr txBox="1"/>
          <p:nvPr/>
        </p:nvSpPr>
        <p:spPr>
          <a:xfrm>
            <a:off x="1077114" y="4554596"/>
            <a:ext cx="48506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- Roles performing the activities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3BF2BE9-075C-F15E-FE9F-2431310977D5}"/>
              </a:ext>
            </a:extLst>
          </p:cNvPr>
          <p:cNvSpPr txBox="1"/>
          <p:nvPr/>
        </p:nvSpPr>
        <p:spPr>
          <a:xfrm>
            <a:off x="6367035" y="692331"/>
            <a:ext cx="18495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….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0C1F94C-ABE5-BCF8-A03C-D67D7BA3DA81}"/>
              </a:ext>
            </a:extLst>
          </p:cNvPr>
          <p:cNvSpPr txBox="1"/>
          <p:nvPr/>
        </p:nvSpPr>
        <p:spPr>
          <a:xfrm>
            <a:off x="10595030" y="6047755"/>
            <a:ext cx="1730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Tune Agents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C589AA9-54B4-9B18-1197-83588CC8970B}"/>
              </a:ext>
            </a:extLst>
          </p:cNvPr>
          <p:cNvCxnSpPr>
            <a:cxnSpLocks/>
          </p:cNvCxnSpPr>
          <p:nvPr/>
        </p:nvCxnSpPr>
        <p:spPr>
          <a:xfrm>
            <a:off x="11225267" y="5777969"/>
            <a:ext cx="0" cy="28319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itle 1">
            <a:extLst>
              <a:ext uri="{FF2B5EF4-FFF2-40B4-BE49-F238E27FC236}">
                <a16:creationId xmlns:a16="http://schemas.microsoft.com/office/drawing/2014/main" id="{7AE14C3C-1F2C-2350-2D70-FD62127D7937}"/>
              </a:ext>
            </a:extLst>
          </p:cNvPr>
          <p:cNvSpPr txBox="1">
            <a:spLocks/>
          </p:cNvSpPr>
          <p:nvPr/>
        </p:nvSpPr>
        <p:spPr>
          <a:xfrm>
            <a:off x="328617" y="111126"/>
            <a:ext cx="11160121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  <a:buNone/>
              <a:defRPr sz="2800" b="1" i="0" kern="1200">
                <a:solidFill>
                  <a:schemeClr val="tx1"/>
                </a:solidFill>
                <a:latin typeface="PP Neue Machina Plain Ultrabold" pitchFamily="2" charset="77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achina Plain Ultrabold" pitchFamily="2" charset="77"/>
                <a:ea typeface="+mj-ea"/>
                <a:cs typeface="+mj-cs"/>
                <a:sym typeface="Aptos" panose="020B0004020202020204" pitchFamily="34" charset="0"/>
              </a:rPr>
              <a:t>Identification &amp; Agentification – Ascendion’s Way</a:t>
            </a:r>
          </a:p>
        </p:txBody>
      </p:sp>
      <p:pic>
        <p:nvPicPr>
          <p:cNvPr id="187" name="Picture 2" descr="Avatar, body, human, loop, repeat icon ...">
            <a:extLst>
              <a:ext uri="{FF2B5EF4-FFF2-40B4-BE49-F238E27FC236}">
                <a16:creationId xmlns:a16="http://schemas.microsoft.com/office/drawing/2014/main" id="{6EF71D0E-310A-A475-D960-C7EA7DFFE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062" y="5368836"/>
            <a:ext cx="338554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50450C8C-5E0B-A37E-207B-D91EDCA5B771}"/>
              </a:ext>
            </a:extLst>
          </p:cNvPr>
          <p:cNvCxnSpPr/>
          <p:nvPr/>
        </p:nvCxnSpPr>
        <p:spPr>
          <a:xfrm flipV="1">
            <a:off x="1419491" y="5551715"/>
            <a:ext cx="374475" cy="435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9" name="Picture 4" descr="Robot 3 Icon">
            <a:extLst>
              <a:ext uri="{FF2B5EF4-FFF2-40B4-BE49-F238E27FC236}">
                <a16:creationId xmlns:a16="http://schemas.microsoft.com/office/drawing/2014/main" id="{EE1C74CD-D7BB-66C0-C013-A3015F0B8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rgbClr val="8C005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89" b="89778" l="9778" r="89778">
                        <a14:foregroundMark x1="45333" y1="8889" x2="58222" y2="8889"/>
                        <a14:foregroundMark x1="47556" y1="80000" x2="53778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215" y="5364481"/>
            <a:ext cx="370109" cy="37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50BA9B61-3B48-1FB7-E247-73DE0EA6A893}"/>
              </a:ext>
            </a:extLst>
          </p:cNvPr>
          <p:cNvSpPr txBox="1"/>
          <p:nvPr/>
        </p:nvSpPr>
        <p:spPr>
          <a:xfrm>
            <a:off x="5572873" y="692331"/>
            <a:ext cx="18495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….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D4F0F20-7BCF-A940-8887-A012FF4FF4EC}"/>
              </a:ext>
            </a:extLst>
          </p:cNvPr>
          <p:cNvSpPr txBox="1"/>
          <p:nvPr/>
        </p:nvSpPr>
        <p:spPr>
          <a:xfrm>
            <a:off x="7118526" y="698604"/>
            <a:ext cx="18495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….</a:t>
            </a:r>
          </a:p>
        </p:txBody>
      </p:sp>
      <p:pic>
        <p:nvPicPr>
          <p:cNvPr id="194" name="Picture 2" descr="Avatar, body, human, loop, repeat icon ...">
            <a:extLst>
              <a:ext uri="{FF2B5EF4-FFF2-40B4-BE49-F238E27FC236}">
                <a16:creationId xmlns:a16="http://schemas.microsoft.com/office/drawing/2014/main" id="{0FD720DF-F21B-1559-50CC-0717D070D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937" y="3148148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Picture 2" descr="Avatar, body, human, loop, repeat icon ...">
            <a:extLst>
              <a:ext uri="{FF2B5EF4-FFF2-40B4-BE49-F238E27FC236}">
                <a16:creationId xmlns:a16="http://schemas.microsoft.com/office/drawing/2014/main" id="{DAEE16B0-3D92-0AE2-6AC2-CB7695361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575" y="3139441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Picture 2" descr="Avatar, body, human, loop, repeat icon ...">
            <a:extLst>
              <a:ext uri="{FF2B5EF4-FFF2-40B4-BE49-F238E27FC236}">
                <a16:creationId xmlns:a16="http://schemas.microsoft.com/office/drawing/2014/main" id="{E60EE7DF-407B-8E60-7D9F-2E1C995B5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313" y="3139445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Picture 2" descr="Avatar, body, human, loop, repeat icon ...">
            <a:extLst>
              <a:ext uri="{FF2B5EF4-FFF2-40B4-BE49-F238E27FC236}">
                <a16:creationId xmlns:a16="http://schemas.microsoft.com/office/drawing/2014/main" id="{2D2FA0A4-5138-E545-9A64-3342FCD94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699" y="3139445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Picture 2" descr="Avatar, body, human, loop, repeat icon ...">
            <a:extLst>
              <a:ext uri="{FF2B5EF4-FFF2-40B4-BE49-F238E27FC236}">
                <a16:creationId xmlns:a16="http://schemas.microsoft.com/office/drawing/2014/main" id="{9F29BD41-3965-9239-1110-D8431E8CA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138" y="3139445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Picture 2" descr="Avatar, body, human, loop, repeat icon ...">
            <a:extLst>
              <a:ext uri="{FF2B5EF4-FFF2-40B4-BE49-F238E27FC236}">
                <a16:creationId xmlns:a16="http://schemas.microsoft.com/office/drawing/2014/main" id="{311A760D-84F8-2E19-7A39-38174CB31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684" y="3135087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Picture 2" descr="Avatar, body, human, loop, repeat icon ...">
            <a:extLst>
              <a:ext uri="{FF2B5EF4-FFF2-40B4-BE49-F238E27FC236}">
                <a16:creationId xmlns:a16="http://schemas.microsoft.com/office/drawing/2014/main" id="{FFEC6AFE-0309-CE48-2BB0-341761541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270" y="3135087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" descr="Avatar, body, human, loop, repeat icon ...">
            <a:extLst>
              <a:ext uri="{FF2B5EF4-FFF2-40B4-BE49-F238E27FC236}">
                <a16:creationId xmlns:a16="http://schemas.microsoft.com/office/drawing/2014/main" id="{BC00E022-C331-E781-25D1-6CD696385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530" y="3139918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" descr="Avatar, body, human, loop, repeat icon ...">
            <a:extLst>
              <a:ext uri="{FF2B5EF4-FFF2-40B4-BE49-F238E27FC236}">
                <a16:creationId xmlns:a16="http://schemas.microsoft.com/office/drawing/2014/main" id="{25875E75-6000-D590-FA42-122F7DCF9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557" y="3152979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Picture 2" descr="Avatar, body, human, loop, repeat icon ...">
            <a:extLst>
              <a:ext uri="{FF2B5EF4-FFF2-40B4-BE49-F238E27FC236}">
                <a16:creationId xmlns:a16="http://schemas.microsoft.com/office/drawing/2014/main" id="{9CC884A7-1D90-C908-2246-09A435604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195" y="3144272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2" descr="Avatar, body, human, loop, repeat icon ...">
            <a:extLst>
              <a:ext uri="{FF2B5EF4-FFF2-40B4-BE49-F238E27FC236}">
                <a16:creationId xmlns:a16="http://schemas.microsoft.com/office/drawing/2014/main" id="{E5368FD9-E129-E46E-65D5-9ADA21703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933" y="3144276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Picture 2" descr="Avatar, body, human, loop, repeat icon ...">
            <a:extLst>
              <a:ext uri="{FF2B5EF4-FFF2-40B4-BE49-F238E27FC236}">
                <a16:creationId xmlns:a16="http://schemas.microsoft.com/office/drawing/2014/main" id="{1645F3B0-DA51-9E79-DAF4-34499585A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319" y="3144276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2" descr="Avatar, body, human, loop, repeat icon ...">
            <a:extLst>
              <a:ext uri="{FF2B5EF4-FFF2-40B4-BE49-F238E27FC236}">
                <a16:creationId xmlns:a16="http://schemas.microsoft.com/office/drawing/2014/main" id="{04C8E1E6-B7D4-59DA-B50F-C6AF77A20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758" y="3144276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Picture 2" descr="Avatar, body, human, loop, repeat icon ...">
            <a:extLst>
              <a:ext uri="{FF2B5EF4-FFF2-40B4-BE49-F238E27FC236}">
                <a16:creationId xmlns:a16="http://schemas.microsoft.com/office/drawing/2014/main" id="{E08012F8-ECB7-0B6A-4410-26DAD1B4D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304" y="3139918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Picture 2" descr="Avatar, body, human, loop, repeat icon ...">
            <a:extLst>
              <a:ext uri="{FF2B5EF4-FFF2-40B4-BE49-F238E27FC236}">
                <a16:creationId xmlns:a16="http://schemas.microsoft.com/office/drawing/2014/main" id="{E6CB3DA6-6DEF-CEFB-3385-5B7A5CCAD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890" y="3139918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Avatar, body, human, loop, repeat icon ...">
            <a:extLst>
              <a:ext uri="{FF2B5EF4-FFF2-40B4-BE49-F238E27FC236}">
                <a16:creationId xmlns:a16="http://schemas.microsoft.com/office/drawing/2014/main" id="{4000DF86-C8F0-D761-BE8A-63F537D30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786" y="3139445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Picture 2" descr="Avatar, body, human, loop, repeat icon ...">
            <a:extLst>
              <a:ext uri="{FF2B5EF4-FFF2-40B4-BE49-F238E27FC236}">
                <a16:creationId xmlns:a16="http://schemas.microsoft.com/office/drawing/2014/main" id="{D504CCB8-F900-C3CF-49B7-EA15BECFC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813" y="3152506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Picture 2" descr="Avatar, body, human, loop, repeat icon ...">
            <a:extLst>
              <a:ext uri="{FF2B5EF4-FFF2-40B4-BE49-F238E27FC236}">
                <a16:creationId xmlns:a16="http://schemas.microsoft.com/office/drawing/2014/main" id="{5352AFC2-5499-4F55-AFD6-5C7B4759B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451" y="3143799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2" descr="Avatar, body, human, loop, repeat icon ...">
            <a:extLst>
              <a:ext uri="{FF2B5EF4-FFF2-40B4-BE49-F238E27FC236}">
                <a16:creationId xmlns:a16="http://schemas.microsoft.com/office/drawing/2014/main" id="{08E57CCF-CBF0-A028-38FF-0621FF9F8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9189" y="3143803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2" descr="Avatar, body, human, loop, repeat icon ...">
            <a:extLst>
              <a:ext uri="{FF2B5EF4-FFF2-40B4-BE49-F238E27FC236}">
                <a16:creationId xmlns:a16="http://schemas.microsoft.com/office/drawing/2014/main" id="{01D1FE02-A15D-5305-A448-71B7452CD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7575" y="3143803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Picture 2" descr="Avatar, body, human, loop, repeat icon ...">
            <a:extLst>
              <a:ext uri="{FF2B5EF4-FFF2-40B4-BE49-F238E27FC236}">
                <a16:creationId xmlns:a16="http://schemas.microsoft.com/office/drawing/2014/main" id="{5D584637-3175-2E61-6068-1CBC0D26D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014" y="3143803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Picture 2" descr="Avatar, body, human, loop, repeat icon ...">
            <a:extLst>
              <a:ext uri="{FF2B5EF4-FFF2-40B4-BE49-F238E27FC236}">
                <a16:creationId xmlns:a16="http://schemas.microsoft.com/office/drawing/2014/main" id="{288EEA34-50CB-AE9D-086E-52949BC29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9560" y="3139445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Picture 2" descr="Avatar, body, human, loop, repeat icon ...">
            <a:extLst>
              <a:ext uri="{FF2B5EF4-FFF2-40B4-BE49-F238E27FC236}">
                <a16:creationId xmlns:a16="http://schemas.microsoft.com/office/drawing/2014/main" id="{DC882DD7-7161-D34C-57A1-BBA694198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2CDCAA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5778" r="92000">
                        <a14:foregroundMark x1="29778" y1="56000" x2="29778" y2="56000"/>
                        <a14:foregroundMark x1="29778" y1="21778" x2="29778" y2="21778"/>
                        <a14:foregroundMark x1="29778" y1="21778" x2="29778" y2="21778"/>
                        <a14:foregroundMark x1="18222" y1="16444" x2="18222" y2="16444"/>
                        <a14:foregroundMark x1="18222" y1="16444" x2="18222" y2="16444"/>
                        <a14:foregroundMark x1="6222" y1="61778" x2="6222" y2="61778"/>
                        <a14:foregroundMark x1="6222" y1="61778" x2="6222" y2="61778"/>
                        <a14:foregroundMark x1="23556" y1="18222" x2="23556" y2="18222"/>
                        <a14:foregroundMark x1="23556" y1="18222" x2="23556" y2="18222"/>
                        <a14:foregroundMark x1="26222" y1="6222" x2="26222" y2="6222"/>
                        <a14:foregroundMark x1="26222" y1="6222" x2="26222" y2="6222"/>
                        <a14:foregroundMark x1="26222" y1="2667" x2="26222" y2="2667"/>
                        <a14:foregroundMark x1="26222" y1="2667" x2="26222" y2="2667"/>
                        <a14:foregroundMark x1="32444" y1="97333" x2="32444" y2="97333"/>
                        <a14:foregroundMark x1="32444" y1="97333" x2="32444" y2="97333"/>
                        <a14:foregroundMark x1="16889" y1="99111" x2="16889" y2="99111"/>
                        <a14:foregroundMark x1="16889" y1="99111" x2="16889" y2="99111"/>
                        <a14:backgroundMark x1="52444" y1="26222" x2="52444" y2="26222"/>
                        <a14:backgroundMark x1="52444" y1="26222" x2="52444" y2="26222"/>
                        <a14:backgroundMark x1="75556" y1="34667" x2="75556" y2="34667"/>
                        <a14:backgroundMark x1="75556" y1="34667" x2="75556" y2="34667"/>
                        <a14:backgroundMark x1="75556" y1="34667" x2="75556" y2="34667"/>
                        <a14:backgroundMark x1="91556" y1="32000" x2="91556" y2="32000"/>
                        <a14:backgroundMark x1="91556" y1="32000" x2="91556" y2="32000"/>
                        <a14:backgroundMark x1="90667" y1="17778" x2="90667" y2="17778"/>
                        <a14:backgroundMark x1="90667" y1="17778" x2="90667" y2="17778"/>
                        <a14:backgroundMark x1="84889" y1="16000" x2="84889" y2="16000"/>
                        <a14:backgroundMark x1="84889" y1="16000" x2="84889" y2="16000"/>
                        <a14:backgroundMark x1="77778" y1="15556" x2="77778" y2="15556"/>
                        <a14:backgroundMark x1="77778" y1="15556" x2="77778" y2="15556"/>
                        <a14:backgroundMark x1="74222" y1="15556" x2="74222" y2="15556"/>
                        <a14:backgroundMark x1="74222" y1="15556" x2="74222" y2="15556"/>
                        <a14:backgroundMark x1="75556" y1="13778" x2="73333" y2="15111"/>
                        <a14:backgroundMark x1="94222" y1="29333" x2="92444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5146" y="3139445"/>
            <a:ext cx="217714" cy="21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388578"/>
      </p:ext>
    </p:extLst>
  </p:cSld>
  <p:clrMapOvr>
    <a:masterClrMapping/>
  </p:clrMapOvr>
</p:sld>
</file>

<file path=ppt/theme/theme1.xml><?xml version="1.0" encoding="utf-8"?>
<a:theme xmlns:a="http://schemas.openxmlformats.org/drawingml/2006/main" name="1_Content - Light">
  <a:themeElements>
    <a:clrScheme name="25 Asc colors">
      <a:dk1>
        <a:srgbClr val="000000"/>
      </a:dk1>
      <a:lt1>
        <a:srgbClr val="FFFFFF"/>
      </a:lt1>
      <a:dk2>
        <a:srgbClr val="0E2841"/>
      </a:dk2>
      <a:lt2>
        <a:srgbClr val="B4B4B4"/>
      </a:lt2>
      <a:accent1>
        <a:srgbClr val="2EDCA9"/>
      </a:accent1>
      <a:accent2>
        <a:srgbClr val="006350"/>
      </a:accent2>
      <a:accent3>
        <a:srgbClr val="F5821E"/>
      </a:accent3>
      <a:accent4>
        <a:srgbClr val="5937AF"/>
      </a:accent4>
      <a:accent5>
        <a:srgbClr val="8C005A"/>
      </a:accent5>
      <a:accent6>
        <a:srgbClr val="828282"/>
      </a:accent6>
      <a:hlink>
        <a:srgbClr val="958BFA"/>
      </a:hlink>
      <a:folHlink>
        <a:srgbClr val="FEE04F"/>
      </a:folHlink>
    </a:clrScheme>
    <a:fontScheme name="Ascendion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Standard">
  <a:themeElements>
    <a:clrScheme name="25_New_ascendion colors">
      <a:dk1>
        <a:srgbClr val="000000"/>
      </a:dk1>
      <a:lt1>
        <a:srgbClr val="FFFFFF"/>
      </a:lt1>
      <a:dk2>
        <a:srgbClr val="B3B3B3"/>
      </a:dk2>
      <a:lt2>
        <a:srgbClr val="E8E8E8"/>
      </a:lt2>
      <a:accent1>
        <a:srgbClr val="2CDCAA"/>
      </a:accent1>
      <a:accent2>
        <a:srgbClr val="006450"/>
      </a:accent2>
      <a:accent3>
        <a:srgbClr val="F5821E"/>
      </a:accent3>
      <a:accent4>
        <a:srgbClr val="6666CC"/>
      </a:accent4>
      <a:accent5>
        <a:srgbClr val="8C0059"/>
      </a:accent5>
      <a:accent6>
        <a:srgbClr val="828282"/>
      </a:accent6>
      <a:hlink>
        <a:srgbClr val="968CFA"/>
      </a:hlink>
      <a:folHlink>
        <a:srgbClr val="000000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508d21-8fff-431f-a406-9b6bf26175dc" xsi:nil="true"/>
    <lcf76f155ced4ddcb4097134ff3c332f xmlns="c5113c95-015b-4820-b6a3-818f9e6dc093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85DBEB4A6CCE4EADB0F839394D81CD" ma:contentTypeVersion="21" ma:contentTypeDescription="Create a new document." ma:contentTypeScope="" ma:versionID="b0fc07f09471c4f989f14549f0ff18d3">
  <xsd:schema xmlns:xsd="http://www.w3.org/2001/XMLSchema" xmlns:xs="http://www.w3.org/2001/XMLSchema" xmlns:p="http://schemas.microsoft.com/office/2006/metadata/properties" xmlns:ns1="http://schemas.microsoft.com/sharepoint/v3" xmlns:ns2="c5113c95-015b-4820-b6a3-818f9e6dc093" xmlns:ns3="36508d21-8fff-431f-a406-9b6bf26175dc" targetNamespace="http://schemas.microsoft.com/office/2006/metadata/properties" ma:root="true" ma:fieldsID="8d16bbcaa4e6b7a394231f82c5ea8149" ns1:_="" ns2:_="" ns3:_="">
    <xsd:import namespace="http://schemas.microsoft.com/sharepoint/v3"/>
    <xsd:import namespace="c5113c95-015b-4820-b6a3-818f9e6dc093"/>
    <xsd:import namespace="36508d21-8fff-431f-a406-9b6bf26175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113c95-015b-4820-b6a3-818f9e6dc0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afb2a67-62c7-4b1b-9e2c-5fa2ecb7a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508d21-8fff-431f-a406-9b6bf26175d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3e08910-61ec-4da4-b9dc-4ad52657724b}" ma:internalName="TaxCatchAll" ma:showField="CatchAllData" ma:web="36508d21-8fff-431f-a406-9b6bf26175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230A1D-8BD2-4E73-8F41-D092EB2E9D5F}">
  <ds:schemaRefs>
    <ds:schemaRef ds:uri="36508d21-8fff-431f-a406-9b6bf26175dc"/>
    <ds:schemaRef ds:uri="775180f7-6f5e-4781-ae91-d855168752cd"/>
    <ds:schemaRef ds:uri="78ed12e9-277f-41f0-b50c-9f18b4ef2d5f"/>
    <ds:schemaRef ds:uri="c5113c95-015b-4820-b6a3-818f9e6dc09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ED1A98C-4664-4B7D-ABB8-906A5F7FD18A}">
  <ds:schemaRefs>
    <ds:schemaRef ds:uri="36508d21-8fff-431f-a406-9b6bf26175dc"/>
    <ds:schemaRef ds:uri="c5113c95-015b-4820-b6a3-818f9e6dc09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36B373F-1371-45B0-9454-DEA2395B3B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1_Content - Light</vt:lpstr>
      <vt:lpstr>Standard</vt:lpstr>
      <vt:lpstr>Agentic AI in Data &amp; Insights Engineering</vt:lpstr>
      <vt:lpstr>PowerPoint Presentation</vt:lpstr>
      <vt:lpstr>AAVA Data &amp; Insights Agents and Use Cases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Athish Ganesh</dc:creator>
  <cp:revision>1</cp:revision>
  <dcterms:created xsi:type="dcterms:W3CDTF">2025-05-19T06:05:14Z</dcterms:created>
  <dcterms:modified xsi:type="dcterms:W3CDTF">2025-07-14T13:44:31Z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0x0101002985DBEB4A6CCE4EADB0F839394D81CD</vt:lpwstr>
  </property>
  <property fmtid="{D5CDD505-2E9C-101B-9397-08002B2CF9AE}" pid="3" name="MediaServiceImageTags">
    <vt:lpwstr/>
  </property>
</Properties>
</file>