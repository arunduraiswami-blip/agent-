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3.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4"/>
    <p:sldMasterId id="2147483672" r:id="rId5"/>
    <p:sldMasterId id="2147483718" r:id="rId6"/>
    <p:sldMasterId id="2147483724" r:id="rId7"/>
  </p:sldMasterIdLst>
  <p:notesMasterIdLst>
    <p:notesMasterId r:id="rId41"/>
  </p:notesMasterIdLst>
  <p:sldIdLst>
    <p:sldId id="2147482755" r:id="rId8"/>
    <p:sldId id="274" r:id="rId9"/>
    <p:sldId id="2147482805" r:id="rId10"/>
    <p:sldId id="284" r:id="rId11"/>
    <p:sldId id="2147483568" r:id="rId12"/>
    <p:sldId id="285" r:id="rId13"/>
    <p:sldId id="2147477006" r:id="rId14"/>
    <p:sldId id="294" r:id="rId15"/>
    <p:sldId id="289" r:id="rId16"/>
    <p:sldId id="2147483566" r:id="rId17"/>
    <p:sldId id="2147483577" r:id="rId18"/>
    <p:sldId id="2147483579" r:id="rId19"/>
    <p:sldId id="276" r:id="rId20"/>
    <p:sldId id="2147482925" r:id="rId21"/>
    <p:sldId id="2147483567" r:id="rId22"/>
    <p:sldId id="2147483571" r:id="rId23"/>
    <p:sldId id="2147483572" r:id="rId24"/>
    <p:sldId id="2147483573" r:id="rId25"/>
    <p:sldId id="2147483580" r:id="rId26"/>
    <p:sldId id="2147483574" r:id="rId27"/>
    <p:sldId id="2147483581" r:id="rId28"/>
    <p:sldId id="2147483575" r:id="rId29"/>
    <p:sldId id="2147483578" r:id="rId30"/>
    <p:sldId id="293" r:id="rId31"/>
    <p:sldId id="283" r:id="rId32"/>
    <p:sldId id="257" r:id="rId33"/>
    <p:sldId id="305" r:id="rId34"/>
    <p:sldId id="259" r:id="rId35"/>
    <p:sldId id="261" r:id="rId36"/>
    <p:sldId id="282" r:id="rId37"/>
    <p:sldId id="2147483539" r:id="rId38"/>
    <p:sldId id="2147483569" r:id="rId39"/>
    <p:sldId id="2147483576"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BC56183-7C3F-4A0D-AC34-2F03F4C6BF8F}">
          <p14:sldIdLst>
            <p14:sldId id="2147482755"/>
            <p14:sldId id="274"/>
            <p14:sldId id="2147482805"/>
            <p14:sldId id="284"/>
            <p14:sldId id="2147483568"/>
            <p14:sldId id="285"/>
            <p14:sldId id="2147477006"/>
            <p14:sldId id="294"/>
            <p14:sldId id="289"/>
            <p14:sldId id="2147483566"/>
            <p14:sldId id="2147483577"/>
            <p14:sldId id="2147483579"/>
            <p14:sldId id="276"/>
            <p14:sldId id="2147482925"/>
            <p14:sldId id="2147483567"/>
            <p14:sldId id="2147483571"/>
            <p14:sldId id="2147483572"/>
            <p14:sldId id="2147483573"/>
            <p14:sldId id="2147483580"/>
            <p14:sldId id="2147483574"/>
            <p14:sldId id="2147483581"/>
            <p14:sldId id="2147483575"/>
            <p14:sldId id="2147483578"/>
            <p14:sldId id="293"/>
            <p14:sldId id="283"/>
            <p14:sldId id="257"/>
          </p14:sldIdLst>
        </p14:section>
        <p14:section name="Estimation &amp; Pricing Model" id="{AC1CBA3B-8BDD-4AD0-83B8-FFD959337A87}">
          <p14:sldIdLst/>
        </p14:section>
        <p14:section name="Key Tenets" id="{C752D039-B149-4FDF-B457-FDA411B7707B}">
          <p14:sldIdLst>
            <p14:sldId id="305"/>
            <p14:sldId id="259"/>
            <p14:sldId id="261"/>
          </p14:sldIdLst>
        </p14:section>
        <p14:section name="Agentic Repositories" id="{82D9CA9A-5BA0-415A-96B6-9BCFAEF8E86B}">
          <p14:sldIdLst>
            <p14:sldId id="282"/>
            <p14:sldId id="2147483539"/>
            <p14:sldId id="2147483569"/>
            <p14:sldId id="21474835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350"/>
    <a:srgbClr val="0C9260"/>
    <a:srgbClr val="FFC310"/>
    <a:srgbClr val="EC166E"/>
    <a:srgbClr val="5A37B0"/>
    <a:srgbClr val="6666CC"/>
    <a:srgbClr val="262673"/>
    <a:srgbClr val="F0F0F0"/>
    <a:srgbClr val="008D71"/>
    <a:srgbClr val="41414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E0E70BB-47F0-43B5-A463-3AB9567F56F6}" v="1158" dt="2025-05-29T16:41:00.216"/>
    <p1510:client id="{207A88B1-A590-4D04-91F9-44C4B676C9B6}" v="1" dt="2025-05-30T05:23:46.674"/>
    <p1510:client id="{9C2C3ACA-90CA-6D42-BFA8-A7D86674EC83}" v="3" dt="2025-05-30T02:16:05.551"/>
    <p1510:client id="{BCD82784-A5A5-FE45-B47D-93316DEE00E3}" v="1" vWet="2" dt="2025-05-29T10:03:20.314"/>
    <p1510:client id="{CCF34692-2766-421C-B0A5-3C313B3A8FC2}" v="18" dt="2025-05-30T02:59:42.782"/>
    <p1510:client id="{DD357F45-FE6C-47FE-B305-A3985B881FD0}" v="1041" dt="2025-05-30T00:28:42.841"/>
    <p1510:client id="{EB9C9DC7-52C0-41A1-8412-EB017F3AA9E2}" v="434" dt="2025-05-29T06:57:54.65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52"/>
    <p:restoredTop sz="94719"/>
  </p:normalViewPr>
  <p:slideViewPr>
    <p:cSldViewPr snapToGrid="0">
      <p:cViewPr varScale="1">
        <p:scale>
          <a:sx n="59" d="100"/>
          <a:sy n="59" d="100"/>
        </p:scale>
        <p:origin x="87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presProps" Target="presProp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viewProps" Target="viewProps.xml"/><Relationship Id="rId8" Type="http://schemas.openxmlformats.org/officeDocument/2006/relationships/slide" Target="slides/slide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microsoft.com/office/2015/10/relationships/revisionInfo" Target="revisionInfo.xml"/><Relationship Id="rId20" Type="http://schemas.openxmlformats.org/officeDocument/2006/relationships/slide" Target="slides/slide13.xml"/><Relationship Id="rId41"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4046120-1918-401F-87E8-B3619112F355}" type="doc">
      <dgm:prSet loTypeId="urn:microsoft.com/office/officeart/2009/layout/CircleArrowProcess" loCatId="cycle" qsTypeId="urn:microsoft.com/office/officeart/2005/8/quickstyle/simple1" qsCatId="simple" csTypeId="urn:microsoft.com/office/officeart/2005/8/colors/accent1_2" csCatId="accent1" phldr="1"/>
      <dgm:spPr/>
      <dgm:t>
        <a:bodyPr/>
        <a:lstStyle/>
        <a:p>
          <a:endParaRPr lang="en-IN"/>
        </a:p>
      </dgm:t>
    </dgm:pt>
    <dgm:pt modelId="{0DC42D07-38DF-45BD-93D3-13C7A1094334}">
      <dgm:prSet phldrT="[Text]" custT="1"/>
      <dgm:spPr/>
      <dgm:t>
        <a:bodyPr/>
        <a:lstStyle/>
        <a:p>
          <a:r>
            <a:rPr lang="en-IN" sz="800" b="1">
              <a:latin typeface="Verdana" panose="020B0604030504040204" pitchFamily="34" charset="0"/>
              <a:ea typeface="Verdana" panose="020B0604030504040204" pitchFamily="34" charset="0"/>
            </a:rPr>
            <a:t>Agent Onboarding from repository</a:t>
          </a:r>
        </a:p>
      </dgm:t>
    </dgm:pt>
    <dgm:pt modelId="{D0E91592-9BE3-46B2-8C24-E17E3A7B8B88}" type="parTrans" cxnId="{31E182A8-87EF-4A3D-AA6B-13CA5C7F560B}">
      <dgm:prSet/>
      <dgm:spPr/>
      <dgm:t>
        <a:bodyPr/>
        <a:lstStyle/>
        <a:p>
          <a:endParaRPr lang="en-IN" sz="1000"/>
        </a:p>
      </dgm:t>
    </dgm:pt>
    <dgm:pt modelId="{CD83A4A0-308C-48E1-A04E-CC587EFAD395}" type="sibTrans" cxnId="{31E182A8-87EF-4A3D-AA6B-13CA5C7F560B}">
      <dgm:prSet/>
      <dgm:spPr/>
      <dgm:t>
        <a:bodyPr/>
        <a:lstStyle/>
        <a:p>
          <a:endParaRPr lang="en-IN" sz="1000"/>
        </a:p>
      </dgm:t>
    </dgm:pt>
    <dgm:pt modelId="{C705A2A5-4C95-431C-8381-E7DE3CE597B1}">
      <dgm:prSet phldrT="[Text]" custT="1"/>
      <dgm:spPr/>
      <dgm:t>
        <a:bodyPr/>
        <a:lstStyle/>
        <a:p>
          <a:r>
            <a:rPr lang="en-IN" sz="800" b="1">
              <a:latin typeface="Verdana" panose="020B0604030504040204" pitchFamily="34" charset="0"/>
              <a:ea typeface="Verdana" panose="020B0604030504040204" pitchFamily="34" charset="0"/>
            </a:rPr>
            <a:t>Configuration &amp; Tuning</a:t>
          </a:r>
        </a:p>
      </dgm:t>
    </dgm:pt>
    <dgm:pt modelId="{202D0302-6F80-4858-AC0F-A28937C62F22}" type="parTrans" cxnId="{77D56F2F-1418-4E71-8550-165CBD4449DA}">
      <dgm:prSet/>
      <dgm:spPr/>
      <dgm:t>
        <a:bodyPr/>
        <a:lstStyle/>
        <a:p>
          <a:endParaRPr lang="en-IN" sz="1000"/>
        </a:p>
      </dgm:t>
    </dgm:pt>
    <dgm:pt modelId="{AB74D97A-763A-4AD1-9BCC-CAE51B3B48B3}" type="sibTrans" cxnId="{77D56F2F-1418-4E71-8550-165CBD4449DA}">
      <dgm:prSet/>
      <dgm:spPr/>
      <dgm:t>
        <a:bodyPr/>
        <a:lstStyle/>
        <a:p>
          <a:endParaRPr lang="en-IN" sz="1000"/>
        </a:p>
      </dgm:t>
    </dgm:pt>
    <dgm:pt modelId="{D70253B1-67DB-42EE-BF0F-43E37E3F9840}">
      <dgm:prSet phldrT="[Text]" custT="1"/>
      <dgm:spPr/>
      <dgm:t>
        <a:bodyPr/>
        <a:lstStyle/>
        <a:p>
          <a:r>
            <a:rPr lang="en-IN" sz="800" b="1">
              <a:latin typeface="Verdana" panose="020B0604030504040204" pitchFamily="34" charset="0"/>
              <a:ea typeface="Verdana" panose="020B0604030504040204" pitchFamily="34" charset="0"/>
            </a:rPr>
            <a:t>Performance Management</a:t>
          </a:r>
        </a:p>
      </dgm:t>
    </dgm:pt>
    <dgm:pt modelId="{1501ACB7-6656-4032-9C6D-382DAE3792F1}" type="parTrans" cxnId="{EEA17113-406E-4957-B6FC-90885A5D2F89}">
      <dgm:prSet/>
      <dgm:spPr/>
      <dgm:t>
        <a:bodyPr/>
        <a:lstStyle/>
        <a:p>
          <a:endParaRPr lang="en-IN" sz="1000"/>
        </a:p>
      </dgm:t>
    </dgm:pt>
    <dgm:pt modelId="{ABD79718-D7A1-4641-8972-425092B6CC68}" type="sibTrans" cxnId="{EEA17113-406E-4957-B6FC-90885A5D2F89}">
      <dgm:prSet/>
      <dgm:spPr/>
      <dgm:t>
        <a:bodyPr/>
        <a:lstStyle/>
        <a:p>
          <a:endParaRPr lang="en-IN" sz="1000"/>
        </a:p>
      </dgm:t>
    </dgm:pt>
    <dgm:pt modelId="{FF766FB2-E4BF-41DD-B7B8-42B56642B674}">
      <dgm:prSet custT="1"/>
      <dgm:spPr/>
      <dgm:t>
        <a:bodyPr/>
        <a:lstStyle/>
        <a:p>
          <a:r>
            <a:rPr lang="en-IN" sz="800" b="1">
              <a:latin typeface="Verdana" panose="020B0604030504040204" pitchFamily="34" charset="0"/>
              <a:ea typeface="Verdana" panose="020B0604030504040204" pitchFamily="34" charset="0"/>
            </a:rPr>
            <a:t>Monitoring &amp; Governance</a:t>
          </a:r>
        </a:p>
      </dgm:t>
    </dgm:pt>
    <dgm:pt modelId="{73D22104-9FB4-4C2A-8E55-7D00F2FFDCD1}" type="parTrans" cxnId="{29A339DF-081E-4A6B-9F5D-9BD1041D5F8C}">
      <dgm:prSet/>
      <dgm:spPr/>
      <dgm:t>
        <a:bodyPr/>
        <a:lstStyle/>
        <a:p>
          <a:endParaRPr lang="en-IN" sz="1000"/>
        </a:p>
      </dgm:t>
    </dgm:pt>
    <dgm:pt modelId="{969AB2CF-F0D3-463F-BC45-73DBBD6ACCEE}" type="sibTrans" cxnId="{29A339DF-081E-4A6B-9F5D-9BD1041D5F8C}">
      <dgm:prSet/>
      <dgm:spPr/>
      <dgm:t>
        <a:bodyPr/>
        <a:lstStyle/>
        <a:p>
          <a:endParaRPr lang="en-IN" sz="1000"/>
        </a:p>
      </dgm:t>
    </dgm:pt>
    <dgm:pt modelId="{8EACFB9F-086A-42B8-AD78-F4F068A8091D}">
      <dgm:prSet custT="1"/>
      <dgm:spPr/>
      <dgm:t>
        <a:bodyPr/>
        <a:lstStyle/>
        <a:p>
          <a:r>
            <a:rPr lang="en-IN" sz="800" b="1">
              <a:latin typeface="Verdana" panose="020B0604030504040204" pitchFamily="34" charset="0"/>
              <a:ea typeface="Verdana" panose="020B0604030504040204" pitchFamily="34" charset="0"/>
            </a:rPr>
            <a:t>Agent Offboarding</a:t>
          </a:r>
        </a:p>
      </dgm:t>
    </dgm:pt>
    <dgm:pt modelId="{CE4891C4-F75C-4B4B-9D3B-BDB0EA18F56A}" type="parTrans" cxnId="{0BBF70E8-E729-4FF7-B986-D5790204D570}">
      <dgm:prSet/>
      <dgm:spPr/>
      <dgm:t>
        <a:bodyPr/>
        <a:lstStyle/>
        <a:p>
          <a:endParaRPr lang="en-IN" sz="1000"/>
        </a:p>
      </dgm:t>
    </dgm:pt>
    <dgm:pt modelId="{34BC1277-A55A-4FE6-9900-E8C677A57BA3}" type="sibTrans" cxnId="{0BBF70E8-E729-4FF7-B986-D5790204D570}">
      <dgm:prSet/>
      <dgm:spPr/>
      <dgm:t>
        <a:bodyPr/>
        <a:lstStyle/>
        <a:p>
          <a:endParaRPr lang="en-IN" sz="1000"/>
        </a:p>
      </dgm:t>
    </dgm:pt>
    <dgm:pt modelId="{9EB2B78A-E7BA-4BDE-B4B5-D7DC45987551}" type="pres">
      <dgm:prSet presAssocID="{34046120-1918-401F-87E8-B3619112F355}" presName="Name0" presStyleCnt="0">
        <dgm:presLayoutVars>
          <dgm:chMax val="7"/>
          <dgm:chPref val="7"/>
          <dgm:dir/>
          <dgm:animLvl val="lvl"/>
        </dgm:presLayoutVars>
      </dgm:prSet>
      <dgm:spPr/>
    </dgm:pt>
    <dgm:pt modelId="{D0928E51-3F3D-41E0-9BC5-F0E91EDA0284}" type="pres">
      <dgm:prSet presAssocID="{0DC42D07-38DF-45BD-93D3-13C7A1094334}" presName="Accent1" presStyleCnt="0"/>
      <dgm:spPr/>
    </dgm:pt>
    <dgm:pt modelId="{D078A45D-16C6-4979-B298-B91C9C50D0B6}" type="pres">
      <dgm:prSet presAssocID="{0DC42D07-38DF-45BD-93D3-13C7A1094334}" presName="Accent" presStyleLbl="node1" presStyleIdx="0" presStyleCnt="5"/>
      <dgm:spPr/>
    </dgm:pt>
    <dgm:pt modelId="{A6C6D78E-518F-48C8-A2F5-364709593FD0}" type="pres">
      <dgm:prSet presAssocID="{0DC42D07-38DF-45BD-93D3-13C7A1094334}" presName="Parent1" presStyleLbl="revTx" presStyleIdx="0" presStyleCnt="5" custLinFactNeighborY="-8922">
        <dgm:presLayoutVars>
          <dgm:chMax val="1"/>
          <dgm:chPref val="1"/>
          <dgm:bulletEnabled val="1"/>
        </dgm:presLayoutVars>
      </dgm:prSet>
      <dgm:spPr/>
    </dgm:pt>
    <dgm:pt modelId="{F23A7D6E-370D-4F26-AE56-0A79962C37EE}" type="pres">
      <dgm:prSet presAssocID="{C705A2A5-4C95-431C-8381-E7DE3CE597B1}" presName="Accent2" presStyleCnt="0"/>
      <dgm:spPr/>
    </dgm:pt>
    <dgm:pt modelId="{39E57DCF-64BF-4F7F-993F-0C57180A1DB7}" type="pres">
      <dgm:prSet presAssocID="{C705A2A5-4C95-431C-8381-E7DE3CE597B1}" presName="Accent" presStyleLbl="node1" presStyleIdx="1" presStyleCnt="5"/>
      <dgm:spPr/>
    </dgm:pt>
    <dgm:pt modelId="{30BCDA8B-129E-439F-B2C4-E2CE5A7589A5}" type="pres">
      <dgm:prSet presAssocID="{C705A2A5-4C95-431C-8381-E7DE3CE597B1}" presName="Parent2" presStyleLbl="revTx" presStyleIdx="1" presStyleCnt="5" custScaleX="111260" custScaleY="110885" custLinFactNeighborX="6429" custLinFactNeighborY="1487">
        <dgm:presLayoutVars>
          <dgm:chMax val="1"/>
          <dgm:chPref val="1"/>
          <dgm:bulletEnabled val="1"/>
        </dgm:presLayoutVars>
      </dgm:prSet>
      <dgm:spPr/>
    </dgm:pt>
    <dgm:pt modelId="{EC5EEA35-3EF1-4395-AB46-4B8DA21CF056}" type="pres">
      <dgm:prSet presAssocID="{D70253B1-67DB-42EE-BF0F-43E37E3F9840}" presName="Accent3" presStyleCnt="0"/>
      <dgm:spPr/>
    </dgm:pt>
    <dgm:pt modelId="{3E289766-31D7-405B-B5C5-A11AC170D16B}" type="pres">
      <dgm:prSet presAssocID="{D70253B1-67DB-42EE-BF0F-43E37E3F9840}" presName="Accent" presStyleLbl="node1" presStyleIdx="2" presStyleCnt="5"/>
      <dgm:spPr/>
    </dgm:pt>
    <dgm:pt modelId="{DF4FF89B-747D-4C7B-8438-25DDA0C5617B}" type="pres">
      <dgm:prSet presAssocID="{D70253B1-67DB-42EE-BF0F-43E37E3F9840}" presName="Parent3" presStyleLbl="revTx" presStyleIdx="2" presStyleCnt="5">
        <dgm:presLayoutVars>
          <dgm:chMax val="1"/>
          <dgm:chPref val="1"/>
          <dgm:bulletEnabled val="1"/>
        </dgm:presLayoutVars>
      </dgm:prSet>
      <dgm:spPr/>
    </dgm:pt>
    <dgm:pt modelId="{61F0B82F-BE13-40D4-90C7-3CA0E94B94E9}" type="pres">
      <dgm:prSet presAssocID="{FF766FB2-E4BF-41DD-B7B8-42B56642B674}" presName="Accent4" presStyleCnt="0"/>
      <dgm:spPr/>
    </dgm:pt>
    <dgm:pt modelId="{FCD78690-E286-4E03-8311-0CDB6750B23E}" type="pres">
      <dgm:prSet presAssocID="{FF766FB2-E4BF-41DD-B7B8-42B56642B674}" presName="Accent" presStyleLbl="node1" presStyleIdx="3" presStyleCnt="5"/>
      <dgm:spPr/>
    </dgm:pt>
    <dgm:pt modelId="{8E3A4278-82C9-4AE9-81B6-A878CB0B6580}" type="pres">
      <dgm:prSet presAssocID="{FF766FB2-E4BF-41DD-B7B8-42B56642B674}" presName="Parent4" presStyleLbl="revTx" presStyleIdx="3" presStyleCnt="5" custScaleX="154033" custScaleY="113982" custLinFactNeighborX="8431" custLinFactNeighborY="1">
        <dgm:presLayoutVars>
          <dgm:chMax val="1"/>
          <dgm:chPref val="1"/>
          <dgm:bulletEnabled val="1"/>
        </dgm:presLayoutVars>
      </dgm:prSet>
      <dgm:spPr/>
    </dgm:pt>
    <dgm:pt modelId="{1960F3E3-D426-44AF-9784-3DDF44621813}" type="pres">
      <dgm:prSet presAssocID="{8EACFB9F-086A-42B8-AD78-F4F068A8091D}" presName="Accent5" presStyleCnt="0"/>
      <dgm:spPr/>
    </dgm:pt>
    <dgm:pt modelId="{91EDFBAA-9D79-4893-B03A-FBCC438E73A8}" type="pres">
      <dgm:prSet presAssocID="{8EACFB9F-086A-42B8-AD78-F4F068A8091D}" presName="Accent" presStyleLbl="node1" presStyleIdx="4" presStyleCnt="5"/>
      <dgm:spPr/>
    </dgm:pt>
    <dgm:pt modelId="{0CBD5861-B406-4171-9BCE-E0BAABF6380E}" type="pres">
      <dgm:prSet presAssocID="{8EACFB9F-086A-42B8-AD78-F4F068A8091D}" presName="Parent5" presStyleLbl="revTx" presStyleIdx="4" presStyleCnt="5">
        <dgm:presLayoutVars>
          <dgm:chMax val="1"/>
          <dgm:chPref val="1"/>
          <dgm:bulletEnabled val="1"/>
        </dgm:presLayoutVars>
      </dgm:prSet>
      <dgm:spPr/>
    </dgm:pt>
  </dgm:ptLst>
  <dgm:cxnLst>
    <dgm:cxn modelId="{EEA17113-406E-4957-B6FC-90885A5D2F89}" srcId="{34046120-1918-401F-87E8-B3619112F355}" destId="{D70253B1-67DB-42EE-BF0F-43E37E3F9840}" srcOrd="2" destOrd="0" parTransId="{1501ACB7-6656-4032-9C6D-382DAE3792F1}" sibTransId="{ABD79718-D7A1-4641-8972-425092B6CC68}"/>
    <dgm:cxn modelId="{56280E18-97D2-420A-87A7-0DB0D91DC274}" type="presOf" srcId="{C705A2A5-4C95-431C-8381-E7DE3CE597B1}" destId="{30BCDA8B-129E-439F-B2C4-E2CE5A7589A5}" srcOrd="0" destOrd="0" presId="urn:microsoft.com/office/officeart/2009/layout/CircleArrowProcess"/>
    <dgm:cxn modelId="{77D56F2F-1418-4E71-8550-165CBD4449DA}" srcId="{34046120-1918-401F-87E8-B3619112F355}" destId="{C705A2A5-4C95-431C-8381-E7DE3CE597B1}" srcOrd="1" destOrd="0" parTransId="{202D0302-6F80-4858-AC0F-A28937C62F22}" sibTransId="{AB74D97A-763A-4AD1-9BCC-CAE51B3B48B3}"/>
    <dgm:cxn modelId="{4D07D665-E1CA-44EE-B01D-EC163CBBE609}" type="presOf" srcId="{34046120-1918-401F-87E8-B3619112F355}" destId="{9EB2B78A-E7BA-4BDE-B4B5-D7DC45987551}" srcOrd="0" destOrd="0" presId="urn:microsoft.com/office/officeart/2009/layout/CircleArrowProcess"/>
    <dgm:cxn modelId="{6323C27E-2C1A-4D9F-B239-0D85E72C0552}" type="presOf" srcId="{8EACFB9F-086A-42B8-AD78-F4F068A8091D}" destId="{0CBD5861-B406-4171-9BCE-E0BAABF6380E}" srcOrd="0" destOrd="0" presId="urn:microsoft.com/office/officeart/2009/layout/CircleArrowProcess"/>
    <dgm:cxn modelId="{DABC0881-836F-4C35-95D4-34FFEE64468D}" type="presOf" srcId="{D70253B1-67DB-42EE-BF0F-43E37E3F9840}" destId="{DF4FF89B-747D-4C7B-8438-25DDA0C5617B}" srcOrd="0" destOrd="0" presId="urn:microsoft.com/office/officeart/2009/layout/CircleArrowProcess"/>
    <dgm:cxn modelId="{31E182A8-87EF-4A3D-AA6B-13CA5C7F560B}" srcId="{34046120-1918-401F-87E8-B3619112F355}" destId="{0DC42D07-38DF-45BD-93D3-13C7A1094334}" srcOrd="0" destOrd="0" parTransId="{D0E91592-9BE3-46B2-8C24-E17E3A7B8B88}" sibTransId="{CD83A4A0-308C-48E1-A04E-CC587EFAD395}"/>
    <dgm:cxn modelId="{04A242B6-2A3D-41CA-998E-8D8497C3E5D3}" type="presOf" srcId="{0DC42D07-38DF-45BD-93D3-13C7A1094334}" destId="{A6C6D78E-518F-48C8-A2F5-364709593FD0}" srcOrd="0" destOrd="0" presId="urn:microsoft.com/office/officeart/2009/layout/CircleArrowProcess"/>
    <dgm:cxn modelId="{29A339DF-081E-4A6B-9F5D-9BD1041D5F8C}" srcId="{34046120-1918-401F-87E8-B3619112F355}" destId="{FF766FB2-E4BF-41DD-B7B8-42B56642B674}" srcOrd="3" destOrd="0" parTransId="{73D22104-9FB4-4C2A-8E55-7D00F2FFDCD1}" sibTransId="{969AB2CF-F0D3-463F-BC45-73DBBD6ACCEE}"/>
    <dgm:cxn modelId="{0BBF70E8-E729-4FF7-B986-D5790204D570}" srcId="{34046120-1918-401F-87E8-B3619112F355}" destId="{8EACFB9F-086A-42B8-AD78-F4F068A8091D}" srcOrd="4" destOrd="0" parTransId="{CE4891C4-F75C-4B4B-9D3B-BDB0EA18F56A}" sibTransId="{34BC1277-A55A-4FE6-9900-E8C677A57BA3}"/>
    <dgm:cxn modelId="{8ED596EE-B7A1-4A28-9022-0F422BF5CF5C}" type="presOf" srcId="{FF766FB2-E4BF-41DD-B7B8-42B56642B674}" destId="{8E3A4278-82C9-4AE9-81B6-A878CB0B6580}" srcOrd="0" destOrd="0" presId="urn:microsoft.com/office/officeart/2009/layout/CircleArrowProcess"/>
    <dgm:cxn modelId="{AFB31C49-B28A-434D-B2D8-A0B1D3B8FB19}" type="presParOf" srcId="{9EB2B78A-E7BA-4BDE-B4B5-D7DC45987551}" destId="{D0928E51-3F3D-41E0-9BC5-F0E91EDA0284}" srcOrd="0" destOrd="0" presId="urn:microsoft.com/office/officeart/2009/layout/CircleArrowProcess"/>
    <dgm:cxn modelId="{DB2E458E-FB4C-4B02-92E0-DBA77F18DBBD}" type="presParOf" srcId="{D0928E51-3F3D-41E0-9BC5-F0E91EDA0284}" destId="{D078A45D-16C6-4979-B298-B91C9C50D0B6}" srcOrd="0" destOrd="0" presId="urn:microsoft.com/office/officeart/2009/layout/CircleArrowProcess"/>
    <dgm:cxn modelId="{117626ED-E63F-4405-B5E4-ADBC67393499}" type="presParOf" srcId="{9EB2B78A-E7BA-4BDE-B4B5-D7DC45987551}" destId="{A6C6D78E-518F-48C8-A2F5-364709593FD0}" srcOrd="1" destOrd="0" presId="urn:microsoft.com/office/officeart/2009/layout/CircleArrowProcess"/>
    <dgm:cxn modelId="{FBE24714-5947-42BD-B1A7-C06A849D17C5}" type="presParOf" srcId="{9EB2B78A-E7BA-4BDE-B4B5-D7DC45987551}" destId="{F23A7D6E-370D-4F26-AE56-0A79962C37EE}" srcOrd="2" destOrd="0" presId="urn:microsoft.com/office/officeart/2009/layout/CircleArrowProcess"/>
    <dgm:cxn modelId="{5BD1AF78-D69C-4B05-B58C-556628A79BE2}" type="presParOf" srcId="{F23A7D6E-370D-4F26-AE56-0A79962C37EE}" destId="{39E57DCF-64BF-4F7F-993F-0C57180A1DB7}" srcOrd="0" destOrd="0" presId="urn:microsoft.com/office/officeart/2009/layout/CircleArrowProcess"/>
    <dgm:cxn modelId="{51EAE57A-BE55-4C5A-AA6F-EF7C68336B43}" type="presParOf" srcId="{9EB2B78A-E7BA-4BDE-B4B5-D7DC45987551}" destId="{30BCDA8B-129E-439F-B2C4-E2CE5A7589A5}" srcOrd="3" destOrd="0" presId="urn:microsoft.com/office/officeart/2009/layout/CircleArrowProcess"/>
    <dgm:cxn modelId="{5B5D780E-2B77-4939-A7AE-FDE797A3AD33}" type="presParOf" srcId="{9EB2B78A-E7BA-4BDE-B4B5-D7DC45987551}" destId="{EC5EEA35-3EF1-4395-AB46-4B8DA21CF056}" srcOrd="4" destOrd="0" presId="urn:microsoft.com/office/officeart/2009/layout/CircleArrowProcess"/>
    <dgm:cxn modelId="{10F752E2-7D0B-4F62-BFF4-B1D27525DBA8}" type="presParOf" srcId="{EC5EEA35-3EF1-4395-AB46-4B8DA21CF056}" destId="{3E289766-31D7-405B-B5C5-A11AC170D16B}" srcOrd="0" destOrd="0" presId="urn:microsoft.com/office/officeart/2009/layout/CircleArrowProcess"/>
    <dgm:cxn modelId="{F0F387C0-8A2A-42E4-9DC1-EB02B5A49FFC}" type="presParOf" srcId="{9EB2B78A-E7BA-4BDE-B4B5-D7DC45987551}" destId="{DF4FF89B-747D-4C7B-8438-25DDA0C5617B}" srcOrd="5" destOrd="0" presId="urn:microsoft.com/office/officeart/2009/layout/CircleArrowProcess"/>
    <dgm:cxn modelId="{7518B672-1E93-48B0-A970-C55F2787255C}" type="presParOf" srcId="{9EB2B78A-E7BA-4BDE-B4B5-D7DC45987551}" destId="{61F0B82F-BE13-40D4-90C7-3CA0E94B94E9}" srcOrd="6" destOrd="0" presId="urn:microsoft.com/office/officeart/2009/layout/CircleArrowProcess"/>
    <dgm:cxn modelId="{4CC8C820-C880-46B5-B008-55351125F41C}" type="presParOf" srcId="{61F0B82F-BE13-40D4-90C7-3CA0E94B94E9}" destId="{FCD78690-E286-4E03-8311-0CDB6750B23E}" srcOrd="0" destOrd="0" presId="urn:microsoft.com/office/officeart/2009/layout/CircleArrowProcess"/>
    <dgm:cxn modelId="{5D88A8DE-DDEA-4D25-B4CF-A8B3E0677088}" type="presParOf" srcId="{9EB2B78A-E7BA-4BDE-B4B5-D7DC45987551}" destId="{8E3A4278-82C9-4AE9-81B6-A878CB0B6580}" srcOrd="7" destOrd="0" presId="urn:microsoft.com/office/officeart/2009/layout/CircleArrowProcess"/>
    <dgm:cxn modelId="{268F08EC-3059-48D0-8CD4-80559C0ED863}" type="presParOf" srcId="{9EB2B78A-E7BA-4BDE-B4B5-D7DC45987551}" destId="{1960F3E3-D426-44AF-9784-3DDF44621813}" srcOrd="8" destOrd="0" presId="urn:microsoft.com/office/officeart/2009/layout/CircleArrowProcess"/>
    <dgm:cxn modelId="{DF6AFC65-0CEA-497B-98F2-C50A997D73B3}" type="presParOf" srcId="{1960F3E3-D426-44AF-9784-3DDF44621813}" destId="{91EDFBAA-9D79-4893-B03A-FBCC438E73A8}" srcOrd="0" destOrd="0" presId="urn:microsoft.com/office/officeart/2009/layout/CircleArrowProcess"/>
    <dgm:cxn modelId="{D4411850-A97B-4083-BD1E-71461E64FA2A}" type="presParOf" srcId="{9EB2B78A-E7BA-4BDE-B4B5-D7DC45987551}" destId="{0CBD5861-B406-4171-9BCE-E0BAABF6380E}" srcOrd="9" destOrd="0" presId="urn:microsoft.com/office/officeart/2009/layout/CircleArrowProcess"/>
  </dgm:cxnLst>
  <dgm:bg/>
  <dgm:whole/>
  <dgm:extLst>
    <a:ext uri="http://schemas.microsoft.com/office/drawing/2008/diagram">
      <dsp:dataModelExt xmlns:dsp="http://schemas.microsoft.com/office/drawing/2008/diagram" relId="rId10"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8A0B0D12-A5D6-4403-B89C-77CA9DE9BA6B}" type="doc">
      <dgm:prSet loTypeId="urn:microsoft.com/office/officeart/2005/8/layout/hierarchy3" loCatId="list" qsTypeId="urn:microsoft.com/office/officeart/2005/8/quickstyle/simple1" qsCatId="simple" csTypeId="urn:microsoft.com/office/officeart/2005/8/colors/accent4_2" csCatId="accent4" phldr="1"/>
      <dgm:spPr/>
      <dgm:t>
        <a:bodyPr/>
        <a:lstStyle/>
        <a:p>
          <a:endParaRPr lang="en-IN"/>
        </a:p>
      </dgm:t>
    </dgm:pt>
    <dgm:pt modelId="{1ACD96AA-6EA7-43B8-8E17-2BFDD0827EA7}">
      <dgm:prSet custT="1"/>
      <dgm:spPr/>
      <dgm:t>
        <a:bodyPr/>
        <a:lstStyle/>
        <a:p>
          <a:r>
            <a:rPr lang="en-US" sz="1300" b="1"/>
            <a:t>Revenue Uplift Potential</a:t>
          </a:r>
          <a:endParaRPr lang="en-IN" sz="1300"/>
        </a:p>
      </dgm:t>
    </dgm:pt>
    <dgm:pt modelId="{6FA25FC4-70E2-4DCF-A47B-C07140B79411}" type="parTrans" cxnId="{938DFF15-0524-49A9-AB7C-032DB83885B2}">
      <dgm:prSet/>
      <dgm:spPr/>
      <dgm:t>
        <a:bodyPr/>
        <a:lstStyle/>
        <a:p>
          <a:endParaRPr lang="en-IN"/>
        </a:p>
      </dgm:t>
    </dgm:pt>
    <dgm:pt modelId="{28BAE78F-1E69-4527-8A9C-0BA55B77DDDF}" type="sibTrans" cxnId="{938DFF15-0524-49A9-AB7C-032DB83885B2}">
      <dgm:prSet/>
      <dgm:spPr/>
      <dgm:t>
        <a:bodyPr/>
        <a:lstStyle/>
        <a:p>
          <a:endParaRPr lang="en-IN"/>
        </a:p>
      </dgm:t>
    </dgm:pt>
    <dgm:pt modelId="{D4E99DE0-8016-4D01-BF3A-FE60A4C0218C}">
      <dgm:prSet custT="1"/>
      <dgm:spPr/>
      <dgm:t>
        <a:bodyPr/>
        <a:lstStyle/>
        <a:p>
          <a:r>
            <a:rPr lang="en-US" sz="900"/>
            <a:t>Projected revenue growth post-implementation</a:t>
          </a:r>
          <a:endParaRPr lang="en-IN" sz="900"/>
        </a:p>
      </dgm:t>
    </dgm:pt>
    <dgm:pt modelId="{1F6EC009-F767-4372-918B-926FDAB2A681}" type="parTrans" cxnId="{AE304BA9-7067-4346-8326-493FB68472D7}">
      <dgm:prSet/>
      <dgm:spPr/>
      <dgm:t>
        <a:bodyPr/>
        <a:lstStyle/>
        <a:p>
          <a:endParaRPr lang="en-IN" sz="900"/>
        </a:p>
      </dgm:t>
    </dgm:pt>
    <dgm:pt modelId="{6A9A4906-3C82-4CC5-AD03-A3C26905B250}" type="sibTrans" cxnId="{AE304BA9-7067-4346-8326-493FB68472D7}">
      <dgm:prSet/>
      <dgm:spPr/>
      <dgm:t>
        <a:bodyPr/>
        <a:lstStyle/>
        <a:p>
          <a:endParaRPr lang="en-IN"/>
        </a:p>
      </dgm:t>
    </dgm:pt>
    <dgm:pt modelId="{D7D03FEB-CBE4-49A2-B3DC-BF41E8D5D505}">
      <dgm:prSet custT="1"/>
      <dgm:spPr/>
      <dgm:t>
        <a:bodyPr/>
        <a:lstStyle/>
        <a:p>
          <a:r>
            <a:rPr lang="en-US" sz="900"/>
            <a:t>Percentage increase in revenue generated per new feature/service</a:t>
          </a:r>
          <a:endParaRPr lang="en-IN" sz="900"/>
        </a:p>
      </dgm:t>
    </dgm:pt>
    <dgm:pt modelId="{483E513E-134B-46D3-BB80-E965A223742E}" type="parTrans" cxnId="{54BE5C35-3D2A-403E-8006-70A8479A397C}">
      <dgm:prSet/>
      <dgm:spPr/>
      <dgm:t>
        <a:bodyPr/>
        <a:lstStyle/>
        <a:p>
          <a:endParaRPr lang="en-IN" sz="900"/>
        </a:p>
      </dgm:t>
    </dgm:pt>
    <dgm:pt modelId="{A61877B8-E528-4441-BA6F-21BC22F00752}" type="sibTrans" cxnId="{54BE5C35-3D2A-403E-8006-70A8479A397C}">
      <dgm:prSet/>
      <dgm:spPr/>
      <dgm:t>
        <a:bodyPr/>
        <a:lstStyle/>
        <a:p>
          <a:endParaRPr lang="en-IN"/>
        </a:p>
      </dgm:t>
    </dgm:pt>
    <dgm:pt modelId="{DA065981-CFF3-4414-A0BB-BEF815CFBAA8}">
      <dgm:prSet custT="1"/>
      <dgm:spPr/>
      <dgm:t>
        <a:bodyPr/>
        <a:lstStyle/>
        <a:p>
          <a:r>
            <a:rPr lang="en-US" sz="900"/>
            <a:t>Average revenue per user (ARPU) increase</a:t>
          </a:r>
          <a:endParaRPr lang="en-IN" sz="900"/>
        </a:p>
      </dgm:t>
    </dgm:pt>
    <dgm:pt modelId="{11BBD7A1-4D72-4B97-A993-92AD7B30738E}" type="parTrans" cxnId="{A74AA7BB-AFD0-4F2C-929A-7F2CA2CC4ECA}">
      <dgm:prSet/>
      <dgm:spPr/>
      <dgm:t>
        <a:bodyPr/>
        <a:lstStyle/>
        <a:p>
          <a:endParaRPr lang="en-IN" sz="900"/>
        </a:p>
      </dgm:t>
    </dgm:pt>
    <dgm:pt modelId="{D2E8619B-2E1B-4254-9138-802DC4F61AF7}" type="sibTrans" cxnId="{A74AA7BB-AFD0-4F2C-929A-7F2CA2CC4ECA}">
      <dgm:prSet/>
      <dgm:spPr/>
      <dgm:t>
        <a:bodyPr/>
        <a:lstStyle/>
        <a:p>
          <a:endParaRPr lang="en-IN"/>
        </a:p>
      </dgm:t>
    </dgm:pt>
    <dgm:pt modelId="{6A6471F9-FCA4-4295-8B6C-7ECE77299635}">
      <dgm:prSet custT="1"/>
      <dgm:spPr/>
      <dgm:t>
        <a:bodyPr/>
        <a:lstStyle/>
        <a:p>
          <a:r>
            <a:rPr lang="en-US" sz="900"/>
            <a:t>Incremental revenue attributed to solution adoption</a:t>
          </a:r>
          <a:endParaRPr lang="en-IN" sz="900"/>
        </a:p>
      </dgm:t>
    </dgm:pt>
    <dgm:pt modelId="{5F0EABE9-817B-412A-96C8-7BA9610004F4}" type="parTrans" cxnId="{014008FB-D118-4D41-B3D9-1FB35271F4EF}">
      <dgm:prSet/>
      <dgm:spPr/>
      <dgm:t>
        <a:bodyPr/>
        <a:lstStyle/>
        <a:p>
          <a:endParaRPr lang="en-IN" sz="900"/>
        </a:p>
      </dgm:t>
    </dgm:pt>
    <dgm:pt modelId="{B7D0A4AD-E223-4147-8585-04CCE49B1AD3}" type="sibTrans" cxnId="{014008FB-D118-4D41-B3D9-1FB35271F4EF}">
      <dgm:prSet/>
      <dgm:spPr/>
      <dgm:t>
        <a:bodyPr/>
        <a:lstStyle/>
        <a:p>
          <a:endParaRPr lang="en-IN"/>
        </a:p>
      </dgm:t>
    </dgm:pt>
    <dgm:pt modelId="{5DE1ECC0-1316-4094-9F29-3B42EBD04AEE}">
      <dgm:prSet custT="1"/>
      <dgm:spPr/>
      <dgm:t>
        <a:bodyPr/>
        <a:lstStyle/>
        <a:p>
          <a:r>
            <a:rPr lang="en-US" sz="1300" b="1"/>
            <a:t>Market Share Growth</a:t>
          </a:r>
          <a:endParaRPr lang="en-IN" sz="1300"/>
        </a:p>
      </dgm:t>
    </dgm:pt>
    <dgm:pt modelId="{C01E1B8C-5D74-4370-98FA-802E5ABB6736}" type="parTrans" cxnId="{39C4313F-26F7-4F1E-B7F6-CA71CA3CF85A}">
      <dgm:prSet/>
      <dgm:spPr/>
      <dgm:t>
        <a:bodyPr/>
        <a:lstStyle/>
        <a:p>
          <a:endParaRPr lang="en-IN"/>
        </a:p>
      </dgm:t>
    </dgm:pt>
    <dgm:pt modelId="{8FE76124-F1F6-4EB6-8A9D-F1837809A5BF}" type="sibTrans" cxnId="{39C4313F-26F7-4F1E-B7F6-CA71CA3CF85A}">
      <dgm:prSet/>
      <dgm:spPr/>
      <dgm:t>
        <a:bodyPr/>
        <a:lstStyle/>
        <a:p>
          <a:endParaRPr lang="en-IN"/>
        </a:p>
      </dgm:t>
    </dgm:pt>
    <dgm:pt modelId="{065195B7-816C-4AE4-9110-728B51A4DB61}">
      <dgm:prSet custT="1"/>
      <dgm:spPr/>
      <dgm:t>
        <a:bodyPr/>
        <a:lstStyle/>
        <a:p>
          <a:r>
            <a:rPr lang="en-US" sz="900"/>
            <a:t>Percentage change in client’s market share</a:t>
          </a:r>
          <a:endParaRPr lang="en-IN" sz="900"/>
        </a:p>
      </dgm:t>
    </dgm:pt>
    <dgm:pt modelId="{B806BC92-88B8-4E1B-B0A7-9D8C636ECE7E}" type="parTrans" cxnId="{60E293D0-5F5C-4B26-9651-7C0E8630B334}">
      <dgm:prSet/>
      <dgm:spPr/>
      <dgm:t>
        <a:bodyPr/>
        <a:lstStyle/>
        <a:p>
          <a:endParaRPr lang="en-IN" sz="900"/>
        </a:p>
      </dgm:t>
    </dgm:pt>
    <dgm:pt modelId="{E8DC5388-6D7F-4725-9A19-9CB93F25C50A}" type="sibTrans" cxnId="{60E293D0-5F5C-4B26-9651-7C0E8630B334}">
      <dgm:prSet/>
      <dgm:spPr/>
      <dgm:t>
        <a:bodyPr/>
        <a:lstStyle/>
        <a:p>
          <a:endParaRPr lang="en-IN"/>
        </a:p>
      </dgm:t>
    </dgm:pt>
    <dgm:pt modelId="{03E5BFDB-67EE-4100-9593-5BAD78A1C188}">
      <dgm:prSet custT="1"/>
      <dgm:spPr/>
      <dgm:t>
        <a:bodyPr/>
        <a:lstStyle/>
        <a:p>
          <a:r>
            <a:rPr lang="en-US" sz="900"/>
            <a:t>Increase in customer base size or segments served</a:t>
          </a:r>
          <a:endParaRPr lang="en-IN" sz="900"/>
        </a:p>
      </dgm:t>
    </dgm:pt>
    <dgm:pt modelId="{9DD8BC5E-89AB-4C7F-8DD0-722C2377ED82}" type="parTrans" cxnId="{01F68998-5275-425D-9236-28091A45E5F0}">
      <dgm:prSet/>
      <dgm:spPr/>
      <dgm:t>
        <a:bodyPr/>
        <a:lstStyle/>
        <a:p>
          <a:endParaRPr lang="en-IN" sz="900"/>
        </a:p>
      </dgm:t>
    </dgm:pt>
    <dgm:pt modelId="{342E344C-3B06-494C-8CF5-871AAEDD184D}" type="sibTrans" cxnId="{01F68998-5275-425D-9236-28091A45E5F0}">
      <dgm:prSet/>
      <dgm:spPr/>
      <dgm:t>
        <a:bodyPr/>
        <a:lstStyle/>
        <a:p>
          <a:endParaRPr lang="en-IN"/>
        </a:p>
      </dgm:t>
    </dgm:pt>
    <dgm:pt modelId="{BFDDB968-F796-429E-AD81-5D744B95FA41}">
      <dgm:prSet custT="1"/>
      <dgm:spPr/>
      <dgm:t>
        <a:bodyPr/>
        <a:lstStyle/>
        <a:p>
          <a:r>
            <a:rPr lang="en-US" sz="900"/>
            <a:t>Growth in share of client’s product/service compared to competitors</a:t>
          </a:r>
          <a:endParaRPr lang="en-IN" sz="900"/>
        </a:p>
      </dgm:t>
    </dgm:pt>
    <dgm:pt modelId="{11EA3B1A-951F-4C57-8466-7B3756D1C627}" type="parTrans" cxnId="{C996A990-2FFB-4543-9B01-03BFE718C57C}">
      <dgm:prSet/>
      <dgm:spPr/>
      <dgm:t>
        <a:bodyPr/>
        <a:lstStyle/>
        <a:p>
          <a:endParaRPr lang="en-IN" sz="900"/>
        </a:p>
      </dgm:t>
    </dgm:pt>
    <dgm:pt modelId="{AF234B66-87FA-4BF4-B9FF-2A5FB03B55F5}" type="sibTrans" cxnId="{C996A990-2FFB-4543-9B01-03BFE718C57C}">
      <dgm:prSet/>
      <dgm:spPr/>
      <dgm:t>
        <a:bodyPr/>
        <a:lstStyle/>
        <a:p>
          <a:endParaRPr lang="en-IN"/>
        </a:p>
      </dgm:t>
    </dgm:pt>
    <dgm:pt modelId="{526340E9-057B-4A09-81A4-9AABE99B514F}">
      <dgm:prSet custT="1"/>
      <dgm:spPr/>
      <dgm:t>
        <a:bodyPr/>
        <a:lstStyle/>
        <a:p>
          <a:r>
            <a:rPr lang="en-US" sz="1300" b="1"/>
            <a:t>Customer Acquisition Acceleration</a:t>
          </a:r>
          <a:endParaRPr lang="en-IN" sz="1300"/>
        </a:p>
      </dgm:t>
    </dgm:pt>
    <dgm:pt modelId="{4E7B32C7-1AE5-4160-B5A6-B8CD323DF1E5}" type="parTrans" cxnId="{E127DC4F-FAC7-42B6-937F-DC50BE157968}">
      <dgm:prSet/>
      <dgm:spPr/>
      <dgm:t>
        <a:bodyPr/>
        <a:lstStyle/>
        <a:p>
          <a:endParaRPr lang="en-IN"/>
        </a:p>
      </dgm:t>
    </dgm:pt>
    <dgm:pt modelId="{63E36B1A-EB4A-4224-A735-C3AEB940217A}" type="sibTrans" cxnId="{E127DC4F-FAC7-42B6-937F-DC50BE157968}">
      <dgm:prSet/>
      <dgm:spPr/>
      <dgm:t>
        <a:bodyPr/>
        <a:lstStyle/>
        <a:p>
          <a:endParaRPr lang="en-IN"/>
        </a:p>
      </dgm:t>
    </dgm:pt>
    <dgm:pt modelId="{A37F9E5B-5876-4AEB-8C6B-34994625F698}">
      <dgm:prSet custT="1"/>
      <dgm:spPr/>
      <dgm:t>
        <a:bodyPr/>
        <a:lstStyle/>
        <a:p>
          <a:r>
            <a:rPr lang="en-US" sz="900"/>
            <a:t>Time reduction in customer onboarding</a:t>
          </a:r>
          <a:endParaRPr lang="en-IN" sz="900"/>
        </a:p>
      </dgm:t>
    </dgm:pt>
    <dgm:pt modelId="{F3407E15-5C2B-4DB6-BBF8-7CB7E4FEE634}" type="parTrans" cxnId="{213939B3-FAA6-40F9-AAD1-DA5C8FDB738D}">
      <dgm:prSet/>
      <dgm:spPr/>
      <dgm:t>
        <a:bodyPr/>
        <a:lstStyle/>
        <a:p>
          <a:endParaRPr lang="en-IN" sz="900"/>
        </a:p>
      </dgm:t>
    </dgm:pt>
    <dgm:pt modelId="{5BFD446B-4111-4102-8F4B-BD7DC0C6B108}" type="sibTrans" cxnId="{213939B3-FAA6-40F9-AAD1-DA5C8FDB738D}">
      <dgm:prSet/>
      <dgm:spPr/>
      <dgm:t>
        <a:bodyPr/>
        <a:lstStyle/>
        <a:p>
          <a:endParaRPr lang="en-IN"/>
        </a:p>
      </dgm:t>
    </dgm:pt>
    <dgm:pt modelId="{381B776F-161E-485C-A948-877272437DE8}">
      <dgm:prSet custT="1"/>
      <dgm:spPr/>
      <dgm:t>
        <a:bodyPr/>
        <a:lstStyle/>
        <a:p>
          <a:r>
            <a:rPr lang="en-US" sz="900"/>
            <a:t>Percentage increase in new customer acquisition rate</a:t>
          </a:r>
          <a:endParaRPr lang="en-IN" sz="900"/>
        </a:p>
      </dgm:t>
    </dgm:pt>
    <dgm:pt modelId="{A732769B-7F5D-440E-BF18-BADAE4C7C1EF}" type="parTrans" cxnId="{1611BF6B-5C7F-42E8-956A-8A54267D591B}">
      <dgm:prSet/>
      <dgm:spPr/>
      <dgm:t>
        <a:bodyPr/>
        <a:lstStyle/>
        <a:p>
          <a:endParaRPr lang="en-IN" sz="900"/>
        </a:p>
      </dgm:t>
    </dgm:pt>
    <dgm:pt modelId="{67F2C63D-41A1-4D9E-8971-A2B4D3475924}" type="sibTrans" cxnId="{1611BF6B-5C7F-42E8-956A-8A54267D591B}">
      <dgm:prSet/>
      <dgm:spPr/>
      <dgm:t>
        <a:bodyPr/>
        <a:lstStyle/>
        <a:p>
          <a:endParaRPr lang="en-IN"/>
        </a:p>
      </dgm:t>
    </dgm:pt>
    <dgm:pt modelId="{32C54347-EE45-4DAE-BBBB-D4B339ABEA2B}">
      <dgm:prSet custT="1"/>
      <dgm:spPr/>
      <dgm:t>
        <a:bodyPr/>
        <a:lstStyle/>
        <a:p>
          <a:r>
            <a:rPr lang="en-US" sz="900"/>
            <a:t>Cost per acquisition (CPA) changes post-deployment</a:t>
          </a:r>
          <a:endParaRPr lang="en-IN" sz="900"/>
        </a:p>
      </dgm:t>
    </dgm:pt>
    <dgm:pt modelId="{23E8CBD2-44A1-4531-9FDC-DBEAA19E8690}" type="parTrans" cxnId="{959AB35C-F8A4-4571-8B1A-C2F376A8A291}">
      <dgm:prSet/>
      <dgm:spPr/>
      <dgm:t>
        <a:bodyPr/>
        <a:lstStyle/>
        <a:p>
          <a:endParaRPr lang="en-IN" sz="900"/>
        </a:p>
      </dgm:t>
    </dgm:pt>
    <dgm:pt modelId="{06D9FDAB-BF67-4832-A4E5-4735C3B67AF2}" type="sibTrans" cxnId="{959AB35C-F8A4-4571-8B1A-C2F376A8A291}">
      <dgm:prSet/>
      <dgm:spPr/>
      <dgm:t>
        <a:bodyPr/>
        <a:lstStyle/>
        <a:p>
          <a:endParaRPr lang="en-IN"/>
        </a:p>
      </dgm:t>
    </dgm:pt>
    <dgm:pt modelId="{8A019A81-644F-4278-8C34-28AF545C60E4}">
      <dgm:prSet custT="1"/>
      <dgm:spPr/>
      <dgm:t>
        <a:bodyPr/>
        <a:lstStyle/>
        <a:p>
          <a:r>
            <a:rPr lang="en-US" sz="900"/>
            <a:t>Increase in lead conversion rate or sales cycle speed</a:t>
          </a:r>
          <a:endParaRPr lang="en-IN" sz="900"/>
        </a:p>
      </dgm:t>
    </dgm:pt>
    <dgm:pt modelId="{EE960325-DB28-442A-B32B-6F6AEAED4507}" type="parTrans" cxnId="{D8981478-A101-47F1-9851-A6781C522574}">
      <dgm:prSet/>
      <dgm:spPr/>
      <dgm:t>
        <a:bodyPr/>
        <a:lstStyle/>
        <a:p>
          <a:endParaRPr lang="en-IN" sz="900"/>
        </a:p>
      </dgm:t>
    </dgm:pt>
    <dgm:pt modelId="{DFEAAB78-BB96-4598-A5F1-90EBEEA15F84}" type="sibTrans" cxnId="{D8981478-A101-47F1-9851-A6781C522574}">
      <dgm:prSet/>
      <dgm:spPr/>
      <dgm:t>
        <a:bodyPr/>
        <a:lstStyle/>
        <a:p>
          <a:endParaRPr lang="en-IN"/>
        </a:p>
      </dgm:t>
    </dgm:pt>
    <dgm:pt modelId="{5AB66F91-C60D-4481-95E7-BECACB72541B}">
      <dgm:prSet custT="1"/>
      <dgm:spPr/>
      <dgm:t>
        <a:bodyPr/>
        <a:lstStyle/>
        <a:p>
          <a:r>
            <a:rPr lang="en-US" sz="1300" b="1"/>
            <a:t>Customer Retention &amp; Loyalty</a:t>
          </a:r>
          <a:endParaRPr lang="en-IN" sz="1300"/>
        </a:p>
      </dgm:t>
    </dgm:pt>
    <dgm:pt modelId="{C10C13EC-A582-4F2E-9A2C-D82ADDAACE4A}" type="parTrans" cxnId="{8FF81469-318E-4116-B6B5-552562B783CF}">
      <dgm:prSet/>
      <dgm:spPr/>
      <dgm:t>
        <a:bodyPr/>
        <a:lstStyle/>
        <a:p>
          <a:endParaRPr lang="en-IN"/>
        </a:p>
      </dgm:t>
    </dgm:pt>
    <dgm:pt modelId="{4D6733F5-129F-46E5-B9DE-4E70E8135A9E}" type="sibTrans" cxnId="{8FF81469-318E-4116-B6B5-552562B783CF}">
      <dgm:prSet/>
      <dgm:spPr/>
      <dgm:t>
        <a:bodyPr/>
        <a:lstStyle/>
        <a:p>
          <a:endParaRPr lang="en-IN"/>
        </a:p>
      </dgm:t>
    </dgm:pt>
    <dgm:pt modelId="{906B917A-3161-4CF9-9F48-4197B26C03A6}">
      <dgm:prSet custT="1"/>
      <dgm:spPr/>
      <dgm:t>
        <a:bodyPr/>
        <a:lstStyle/>
        <a:p>
          <a:r>
            <a:rPr lang="en-US" sz="900"/>
            <a:t>Customer lifetime value (CLTV) improvement</a:t>
          </a:r>
          <a:endParaRPr lang="en-IN" sz="900"/>
        </a:p>
      </dgm:t>
    </dgm:pt>
    <dgm:pt modelId="{116D12D8-5B86-4DB0-B346-0AC7B015DEFC}" type="parTrans" cxnId="{86E4F604-2A0C-467E-BB51-8F7F1DC87787}">
      <dgm:prSet/>
      <dgm:spPr/>
      <dgm:t>
        <a:bodyPr/>
        <a:lstStyle/>
        <a:p>
          <a:endParaRPr lang="en-IN" sz="900"/>
        </a:p>
      </dgm:t>
    </dgm:pt>
    <dgm:pt modelId="{F65FA253-F7AF-41FD-9531-586F992E0F52}" type="sibTrans" cxnId="{86E4F604-2A0C-467E-BB51-8F7F1DC87787}">
      <dgm:prSet/>
      <dgm:spPr/>
      <dgm:t>
        <a:bodyPr/>
        <a:lstStyle/>
        <a:p>
          <a:endParaRPr lang="en-IN"/>
        </a:p>
      </dgm:t>
    </dgm:pt>
    <dgm:pt modelId="{48699E84-1F14-4940-895F-1906B850FA7B}">
      <dgm:prSet custT="1"/>
      <dgm:spPr/>
      <dgm:t>
        <a:bodyPr/>
        <a:lstStyle/>
        <a:p>
          <a:r>
            <a:rPr lang="en-US" sz="900"/>
            <a:t>Reduction in churn rate post-implementation</a:t>
          </a:r>
          <a:endParaRPr lang="en-IN" sz="900"/>
        </a:p>
      </dgm:t>
    </dgm:pt>
    <dgm:pt modelId="{5A6B94A4-70DC-4DF2-B03B-691331917213}" type="parTrans" cxnId="{2531F6DA-A566-407B-8999-E139EBEA5031}">
      <dgm:prSet/>
      <dgm:spPr/>
      <dgm:t>
        <a:bodyPr/>
        <a:lstStyle/>
        <a:p>
          <a:endParaRPr lang="en-IN" sz="900"/>
        </a:p>
      </dgm:t>
    </dgm:pt>
    <dgm:pt modelId="{4D11209B-1222-4FBA-972F-498642224C04}" type="sibTrans" cxnId="{2531F6DA-A566-407B-8999-E139EBEA5031}">
      <dgm:prSet/>
      <dgm:spPr/>
      <dgm:t>
        <a:bodyPr/>
        <a:lstStyle/>
        <a:p>
          <a:endParaRPr lang="en-IN"/>
        </a:p>
      </dgm:t>
    </dgm:pt>
    <dgm:pt modelId="{183EADF8-FCB8-4E50-929C-C1013FA0F27B}">
      <dgm:prSet custT="1"/>
      <dgm:spPr/>
      <dgm:t>
        <a:bodyPr/>
        <a:lstStyle/>
        <a:p>
          <a:r>
            <a:rPr lang="en-US" sz="900"/>
            <a:t>Frequency of repeat transactions or contract renewals</a:t>
          </a:r>
          <a:endParaRPr lang="en-IN" sz="900"/>
        </a:p>
      </dgm:t>
    </dgm:pt>
    <dgm:pt modelId="{9DDF1CFF-98D3-49EB-8C4D-123A84A4C927}" type="parTrans" cxnId="{A408A1C5-FEB0-4D87-8433-91D8B8AD0807}">
      <dgm:prSet/>
      <dgm:spPr/>
      <dgm:t>
        <a:bodyPr/>
        <a:lstStyle/>
        <a:p>
          <a:endParaRPr lang="en-IN" sz="900"/>
        </a:p>
      </dgm:t>
    </dgm:pt>
    <dgm:pt modelId="{3634B79C-E4BB-4B9E-9745-706F8D9613BD}" type="sibTrans" cxnId="{A408A1C5-FEB0-4D87-8433-91D8B8AD0807}">
      <dgm:prSet/>
      <dgm:spPr/>
      <dgm:t>
        <a:bodyPr/>
        <a:lstStyle/>
        <a:p>
          <a:endParaRPr lang="en-IN"/>
        </a:p>
      </dgm:t>
    </dgm:pt>
    <dgm:pt modelId="{99FE3369-2EE3-4320-A1BE-9D6F9539F75D}">
      <dgm:prSet custT="1"/>
      <dgm:spPr/>
      <dgm:t>
        <a:bodyPr/>
        <a:lstStyle/>
        <a:p>
          <a:r>
            <a:rPr lang="en-US" sz="900"/>
            <a:t>Increase in Net Promoter Score (NPS) and customer loyalty indices</a:t>
          </a:r>
          <a:endParaRPr lang="en-IN" sz="900"/>
        </a:p>
      </dgm:t>
    </dgm:pt>
    <dgm:pt modelId="{FEE5ECFE-BA73-4D59-AFAB-C3F39C298F5B}" type="parTrans" cxnId="{D7372454-BA96-4A9D-A479-2946C64C3CE6}">
      <dgm:prSet/>
      <dgm:spPr/>
      <dgm:t>
        <a:bodyPr/>
        <a:lstStyle/>
        <a:p>
          <a:endParaRPr lang="en-IN" sz="900"/>
        </a:p>
      </dgm:t>
    </dgm:pt>
    <dgm:pt modelId="{C542CD92-A52B-4DD3-9B1E-9314F81B8152}" type="sibTrans" cxnId="{D7372454-BA96-4A9D-A479-2946C64C3CE6}">
      <dgm:prSet/>
      <dgm:spPr/>
      <dgm:t>
        <a:bodyPr/>
        <a:lstStyle/>
        <a:p>
          <a:endParaRPr lang="en-IN"/>
        </a:p>
      </dgm:t>
    </dgm:pt>
    <dgm:pt modelId="{E76A19DE-4F5F-4B84-B703-48C6DAC8A3C1}">
      <dgm:prSet custT="1"/>
      <dgm:spPr/>
      <dgm:t>
        <a:bodyPr/>
        <a:lstStyle/>
        <a:p>
          <a:r>
            <a:rPr lang="en-US" sz="1300" b="1"/>
            <a:t>Expansion into New Markets or Segments</a:t>
          </a:r>
          <a:endParaRPr lang="en-IN" sz="1300"/>
        </a:p>
      </dgm:t>
    </dgm:pt>
    <dgm:pt modelId="{93982F65-57F1-468D-A58B-49D822F4926F}" type="parTrans" cxnId="{CE4A3D45-F94C-48F8-9F5C-5DC93DC2AF24}">
      <dgm:prSet/>
      <dgm:spPr/>
      <dgm:t>
        <a:bodyPr/>
        <a:lstStyle/>
        <a:p>
          <a:endParaRPr lang="en-IN"/>
        </a:p>
      </dgm:t>
    </dgm:pt>
    <dgm:pt modelId="{DC187A78-4067-418C-B1FE-A76290D5E7A3}" type="sibTrans" cxnId="{CE4A3D45-F94C-48F8-9F5C-5DC93DC2AF24}">
      <dgm:prSet/>
      <dgm:spPr/>
      <dgm:t>
        <a:bodyPr/>
        <a:lstStyle/>
        <a:p>
          <a:endParaRPr lang="en-IN"/>
        </a:p>
      </dgm:t>
    </dgm:pt>
    <dgm:pt modelId="{CE6848AB-3B22-4B85-9967-F5FBEDEFBC00}">
      <dgm:prSet custT="1"/>
      <dgm:spPr/>
      <dgm:t>
        <a:bodyPr/>
        <a:lstStyle/>
        <a:p>
          <a:r>
            <a:rPr lang="en-US" sz="900"/>
            <a:t>Time to enter a new market using solution-enabled capabilities</a:t>
          </a:r>
          <a:endParaRPr lang="en-IN" sz="900"/>
        </a:p>
      </dgm:t>
    </dgm:pt>
    <dgm:pt modelId="{DCE36C13-FE2F-4738-8D9B-37A86995E07E}" type="parTrans" cxnId="{B905D219-E0F1-4BFB-BA4F-B59569687E00}">
      <dgm:prSet/>
      <dgm:spPr/>
      <dgm:t>
        <a:bodyPr/>
        <a:lstStyle/>
        <a:p>
          <a:endParaRPr lang="en-IN" sz="900"/>
        </a:p>
      </dgm:t>
    </dgm:pt>
    <dgm:pt modelId="{0CB87BAE-6AB9-4DAA-9ED8-742F344D37B0}" type="sibTrans" cxnId="{B905D219-E0F1-4BFB-BA4F-B59569687E00}">
      <dgm:prSet/>
      <dgm:spPr/>
      <dgm:t>
        <a:bodyPr/>
        <a:lstStyle/>
        <a:p>
          <a:endParaRPr lang="en-IN"/>
        </a:p>
      </dgm:t>
    </dgm:pt>
    <dgm:pt modelId="{76113ED6-5C37-49B0-A27E-852E9152EF12}">
      <dgm:prSet custT="1"/>
      <dgm:spPr/>
      <dgm:t>
        <a:bodyPr/>
        <a:lstStyle/>
        <a:p>
          <a:r>
            <a:rPr lang="en-US" sz="900"/>
            <a:t>Percentage of revenue from new markets or customer segments</a:t>
          </a:r>
          <a:endParaRPr lang="en-IN" sz="900"/>
        </a:p>
      </dgm:t>
    </dgm:pt>
    <dgm:pt modelId="{0264743F-616B-427D-9AE4-B0D0DDCF8D77}" type="parTrans" cxnId="{2721B30A-189B-4F2F-BF39-A73E2047608F}">
      <dgm:prSet/>
      <dgm:spPr/>
      <dgm:t>
        <a:bodyPr/>
        <a:lstStyle/>
        <a:p>
          <a:endParaRPr lang="en-IN" sz="900"/>
        </a:p>
      </dgm:t>
    </dgm:pt>
    <dgm:pt modelId="{44B69AC2-2D6D-442F-82F4-35D94ED83154}" type="sibTrans" cxnId="{2721B30A-189B-4F2F-BF39-A73E2047608F}">
      <dgm:prSet/>
      <dgm:spPr/>
      <dgm:t>
        <a:bodyPr/>
        <a:lstStyle/>
        <a:p>
          <a:endParaRPr lang="en-IN"/>
        </a:p>
      </dgm:t>
    </dgm:pt>
    <dgm:pt modelId="{0D120BE7-4819-434B-AEB5-53AE04C67E77}">
      <dgm:prSet custT="1"/>
      <dgm:spPr/>
      <dgm:t>
        <a:bodyPr/>
        <a:lstStyle/>
        <a:p>
          <a:r>
            <a:rPr lang="en-US" sz="900"/>
            <a:t>Increase in service adaptability to diverse markets</a:t>
          </a:r>
          <a:endParaRPr lang="en-IN" sz="900"/>
        </a:p>
      </dgm:t>
    </dgm:pt>
    <dgm:pt modelId="{4C639E6A-0A39-4728-9C9E-2BDD49592F41}" type="parTrans" cxnId="{4C9398D9-3033-412E-983E-A5A29983DD77}">
      <dgm:prSet/>
      <dgm:spPr/>
      <dgm:t>
        <a:bodyPr/>
        <a:lstStyle/>
        <a:p>
          <a:endParaRPr lang="en-IN" sz="900"/>
        </a:p>
      </dgm:t>
    </dgm:pt>
    <dgm:pt modelId="{C58DE38B-7256-4555-8ABB-FCA9C82B305B}" type="sibTrans" cxnId="{4C9398D9-3033-412E-983E-A5A29983DD77}">
      <dgm:prSet/>
      <dgm:spPr/>
      <dgm:t>
        <a:bodyPr/>
        <a:lstStyle/>
        <a:p>
          <a:endParaRPr lang="en-IN"/>
        </a:p>
      </dgm:t>
    </dgm:pt>
    <dgm:pt modelId="{A5F66E51-1375-48E7-878E-1B14BB0889DE}">
      <dgm:prSet custT="1"/>
      <dgm:spPr/>
      <dgm:t>
        <a:bodyPr/>
        <a:lstStyle/>
        <a:p>
          <a:r>
            <a:rPr lang="en-US" sz="1300" b="1"/>
            <a:t>Cross-Selling and Upselling Opportunities</a:t>
          </a:r>
          <a:endParaRPr lang="en-IN" sz="1300"/>
        </a:p>
      </dgm:t>
    </dgm:pt>
    <dgm:pt modelId="{7EC51189-FDBB-4A03-9057-5C42E6194EC5}" type="parTrans" cxnId="{81A3B536-2496-457C-BA2B-7B081247F0DF}">
      <dgm:prSet/>
      <dgm:spPr/>
      <dgm:t>
        <a:bodyPr/>
        <a:lstStyle/>
        <a:p>
          <a:endParaRPr lang="en-IN"/>
        </a:p>
      </dgm:t>
    </dgm:pt>
    <dgm:pt modelId="{F0FBDB4C-5AA4-49FC-8CD5-5461D8E54864}" type="sibTrans" cxnId="{81A3B536-2496-457C-BA2B-7B081247F0DF}">
      <dgm:prSet/>
      <dgm:spPr/>
      <dgm:t>
        <a:bodyPr/>
        <a:lstStyle/>
        <a:p>
          <a:endParaRPr lang="en-IN"/>
        </a:p>
      </dgm:t>
    </dgm:pt>
    <dgm:pt modelId="{EF17E5E2-1E53-4395-9A68-963B742FA89B}">
      <dgm:prSet custT="1"/>
      <dgm:spPr/>
      <dgm:t>
        <a:bodyPr/>
        <a:lstStyle/>
        <a:p>
          <a:r>
            <a:rPr lang="en-US" sz="900"/>
            <a:t>Revenue from cross-selling or upselling</a:t>
          </a:r>
          <a:endParaRPr lang="en-IN" sz="900"/>
        </a:p>
      </dgm:t>
    </dgm:pt>
    <dgm:pt modelId="{DD423EBE-A78C-4FD6-BF4F-4EDBB49E5CD0}" type="parTrans" cxnId="{96BA5569-03EF-4A12-936F-E0196A2CBE64}">
      <dgm:prSet/>
      <dgm:spPr/>
      <dgm:t>
        <a:bodyPr/>
        <a:lstStyle/>
        <a:p>
          <a:endParaRPr lang="en-IN" sz="900"/>
        </a:p>
      </dgm:t>
    </dgm:pt>
    <dgm:pt modelId="{5FA92A0C-5BA5-48A5-8D96-F51819B5F15C}" type="sibTrans" cxnId="{96BA5569-03EF-4A12-936F-E0196A2CBE64}">
      <dgm:prSet/>
      <dgm:spPr/>
      <dgm:t>
        <a:bodyPr/>
        <a:lstStyle/>
        <a:p>
          <a:endParaRPr lang="en-IN"/>
        </a:p>
      </dgm:t>
    </dgm:pt>
    <dgm:pt modelId="{8EA184EB-F46C-4EF6-B934-5CDF75FB6C1C}">
      <dgm:prSet custT="1"/>
      <dgm:spPr/>
      <dgm:t>
        <a:bodyPr/>
        <a:lstStyle/>
        <a:p>
          <a:r>
            <a:rPr lang="en-US" sz="900"/>
            <a:t>Increase in average order value per transaction</a:t>
          </a:r>
          <a:endParaRPr lang="en-IN" sz="900"/>
        </a:p>
      </dgm:t>
    </dgm:pt>
    <dgm:pt modelId="{9B7BFB46-CC56-4256-A7AE-3C6F02B51463}" type="parTrans" cxnId="{B1169D85-BCF5-4FE2-A6AC-0FF0BF5D43F3}">
      <dgm:prSet/>
      <dgm:spPr/>
      <dgm:t>
        <a:bodyPr/>
        <a:lstStyle/>
        <a:p>
          <a:endParaRPr lang="en-IN" sz="900"/>
        </a:p>
      </dgm:t>
    </dgm:pt>
    <dgm:pt modelId="{AE2D5A75-41CB-40A6-8602-C467B8F86360}" type="sibTrans" cxnId="{B1169D85-BCF5-4FE2-A6AC-0FF0BF5D43F3}">
      <dgm:prSet/>
      <dgm:spPr/>
      <dgm:t>
        <a:bodyPr/>
        <a:lstStyle/>
        <a:p>
          <a:endParaRPr lang="en-IN"/>
        </a:p>
      </dgm:t>
    </dgm:pt>
    <dgm:pt modelId="{6A55CB97-6990-41EF-95BD-4DAD27849A52}">
      <dgm:prSet custT="1"/>
      <dgm:spPr/>
      <dgm:t>
        <a:bodyPr/>
        <a:lstStyle/>
        <a:p>
          <a:r>
            <a:rPr lang="en-US" sz="900"/>
            <a:t>Growth in attach rates (add-ons or complementary offerings)</a:t>
          </a:r>
          <a:endParaRPr lang="en-IN" sz="900"/>
        </a:p>
      </dgm:t>
    </dgm:pt>
    <dgm:pt modelId="{720F3AAF-9B24-4CA2-A80C-A001B27CEBAC}" type="parTrans" cxnId="{48CBEDE3-CDDE-4C44-8C85-0B01AA3CD359}">
      <dgm:prSet/>
      <dgm:spPr/>
      <dgm:t>
        <a:bodyPr/>
        <a:lstStyle/>
        <a:p>
          <a:endParaRPr lang="en-IN" sz="900"/>
        </a:p>
      </dgm:t>
    </dgm:pt>
    <dgm:pt modelId="{27C380E8-DA74-45A6-ADB6-F683925DC106}" type="sibTrans" cxnId="{48CBEDE3-CDDE-4C44-8C85-0B01AA3CD359}">
      <dgm:prSet/>
      <dgm:spPr/>
      <dgm:t>
        <a:bodyPr/>
        <a:lstStyle/>
        <a:p>
          <a:endParaRPr lang="en-IN"/>
        </a:p>
      </dgm:t>
    </dgm:pt>
    <dgm:pt modelId="{3B31787C-0326-43C6-A889-AE12EBF6F8EA}">
      <dgm:prSet custT="1"/>
      <dgm:spPr/>
      <dgm:t>
        <a:bodyPr/>
        <a:lstStyle/>
        <a:p>
          <a:r>
            <a:rPr lang="en-US" sz="1300" b="1"/>
            <a:t>Enhanced Customer Experience Metrics</a:t>
          </a:r>
          <a:endParaRPr lang="en-IN" sz="1300"/>
        </a:p>
      </dgm:t>
    </dgm:pt>
    <dgm:pt modelId="{E9F58A4F-1FA6-43C6-A85D-5708E615C943}" type="parTrans" cxnId="{A4F161C0-0FD6-44D2-B63E-9EDAF795F739}">
      <dgm:prSet/>
      <dgm:spPr/>
      <dgm:t>
        <a:bodyPr/>
        <a:lstStyle/>
        <a:p>
          <a:endParaRPr lang="en-IN"/>
        </a:p>
      </dgm:t>
    </dgm:pt>
    <dgm:pt modelId="{DC2E7CCD-C64F-4622-AE9B-2BB5F2CFFBEB}" type="sibTrans" cxnId="{A4F161C0-0FD6-44D2-B63E-9EDAF795F739}">
      <dgm:prSet/>
      <dgm:spPr/>
      <dgm:t>
        <a:bodyPr/>
        <a:lstStyle/>
        <a:p>
          <a:endParaRPr lang="en-IN"/>
        </a:p>
      </dgm:t>
    </dgm:pt>
    <dgm:pt modelId="{140E0191-4645-4B8F-AA5B-1B922A03F62B}">
      <dgm:prSet custT="1"/>
      <dgm:spPr/>
      <dgm:t>
        <a:bodyPr/>
        <a:lstStyle/>
        <a:p>
          <a:r>
            <a:rPr lang="en-US" sz="900"/>
            <a:t>Improvements in customer satisfaction (CSAT) or experience scores</a:t>
          </a:r>
          <a:endParaRPr lang="en-IN" sz="900"/>
        </a:p>
      </dgm:t>
    </dgm:pt>
    <dgm:pt modelId="{4763D737-C8AE-4D42-9206-16AC2F65130C}" type="parTrans" cxnId="{7E0FA834-E692-45F2-9D3B-3F8EA2B8170F}">
      <dgm:prSet/>
      <dgm:spPr/>
      <dgm:t>
        <a:bodyPr/>
        <a:lstStyle/>
        <a:p>
          <a:endParaRPr lang="en-IN" sz="900"/>
        </a:p>
      </dgm:t>
    </dgm:pt>
    <dgm:pt modelId="{5728EF57-3673-4706-BE1B-9D559A1A23C9}" type="sibTrans" cxnId="{7E0FA834-E692-45F2-9D3B-3F8EA2B8170F}">
      <dgm:prSet/>
      <dgm:spPr/>
      <dgm:t>
        <a:bodyPr/>
        <a:lstStyle/>
        <a:p>
          <a:endParaRPr lang="en-IN"/>
        </a:p>
      </dgm:t>
    </dgm:pt>
    <dgm:pt modelId="{DBD6623B-D4A2-4172-8845-228CCBA35BE1}">
      <dgm:prSet custT="1"/>
      <dgm:spPr/>
      <dgm:t>
        <a:bodyPr/>
        <a:lstStyle/>
        <a:p>
          <a:r>
            <a:rPr lang="en-US" sz="900"/>
            <a:t>Average response time for customer support (faster response due to solution)</a:t>
          </a:r>
          <a:endParaRPr lang="en-IN" sz="900"/>
        </a:p>
      </dgm:t>
    </dgm:pt>
    <dgm:pt modelId="{6F9C3063-DBFD-4ABA-AFF3-B467F47923DF}" type="parTrans" cxnId="{C440D6BC-24AC-4BB6-B9A2-2A9EDE9173BC}">
      <dgm:prSet/>
      <dgm:spPr/>
      <dgm:t>
        <a:bodyPr/>
        <a:lstStyle/>
        <a:p>
          <a:endParaRPr lang="en-IN" sz="900"/>
        </a:p>
      </dgm:t>
    </dgm:pt>
    <dgm:pt modelId="{3D51B777-8225-4731-8A7B-FD116C6B0509}" type="sibTrans" cxnId="{C440D6BC-24AC-4BB6-B9A2-2A9EDE9173BC}">
      <dgm:prSet/>
      <dgm:spPr/>
      <dgm:t>
        <a:bodyPr/>
        <a:lstStyle/>
        <a:p>
          <a:endParaRPr lang="en-IN"/>
        </a:p>
      </dgm:t>
    </dgm:pt>
    <dgm:pt modelId="{99233E2B-03BE-4ADC-BBB5-23B6ED2E0BE4}">
      <dgm:prSet custT="1"/>
      <dgm:spPr/>
      <dgm:t>
        <a:bodyPr/>
        <a:lstStyle/>
        <a:p>
          <a:r>
            <a:rPr lang="en-US" sz="900"/>
            <a:t>Reduction in user complaints or issue tickets</a:t>
          </a:r>
          <a:endParaRPr lang="en-IN" sz="900"/>
        </a:p>
      </dgm:t>
    </dgm:pt>
    <dgm:pt modelId="{E6EC5C10-7EA0-4E52-86D1-97E4B1F8906A}" type="parTrans" cxnId="{700F5640-C77C-4F5C-A496-1369F1FD1A36}">
      <dgm:prSet/>
      <dgm:spPr/>
      <dgm:t>
        <a:bodyPr/>
        <a:lstStyle/>
        <a:p>
          <a:endParaRPr lang="en-IN" sz="900"/>
        </a:p>
      </dgm:t>
    </dgm:pt>
    <dgm:pt modelId="{8621F794-E3CE-4A88-A472-22653C09230C}" type="sibTrans" cxnId="{700F5640-C77C-4F5C-A496-1369F1FD1A36}">
      <dgm:prSet/>
      <dgm:spPr/>
      <dgm:t>
        <a:bodyPr/>
        <a:lstStyle/>
        <a:p>
          <a:endParaRPr lang="en-IN"/>
        </a:p>
      </dgm:t>
    </dgm:pt>
    <dgm:pt modelId="{E380B61D-7A06-4B25-BE05-997A3B5AFBD8}" type="pres">
      <dgm:prSet presAssocID="{8A0B0D12-A5D6-4403-B89C-77CA9DE9BA6B}" presName="diagram" presStyleCnt="0">
        <dgm:presLayoutVars>
          <dgm:chPref val="1"/>
          <dgm:dir/>
          <dgm:animOne val="branch"/>
          <dgm:animLvl val="lvl"/>
          <dgm:resizeHandles/>
        </dgm:presLayoutVars>
      </dgm:prSet>
      <dgm:spPr/>
    </dgm:pt>
    <dgm:pt modelId="{690F760F-1646-4335-A196-DB95C4F44862}" type="pres">
      <dgm:prSet presAssocID="{1ACD96AA-6EA7-43B8-8E17-2BFDD0827EA7}" presName="root" presStyleCnt="0"/>
      <dgm:spPr/>
    </dgm:pt>
    <dgm:pt modelId="{2385A70A-68FD-468C-B2BA-65CFD1F8E33B}" type="pres">
      <dgm:prSet presAssocID="{1ACD96AA-6EA7-43B8-8E17-2BFDD0827EA7}" presName="rootComposite" presStyleCnt="0"/>
      <dgm:spPr/>
    </dgm:pt>
    <dgm:pt modelId="{6F656236-B508-4609-814E-6125853C5856}" type="pres">
      <dgm:prSet presAssocID="{1ACD96AA-6EA7-43B8-8E17-2BFDD0827EA7}" presName="rootText" presStyleLbl="node1" presStyleIdx="0" presStyleCnt="7" custScaleY="133897"/>
      <dgm:spPr/>
    </dgm:pt>
    <dgm:pt modelId="{0576E3C9-87E2-4B6C-9A92-461CF79726F2}" type="pres">
      <dgm:prSet presAssocID="{1ACD96AA-6EA7-43B8-8E17-2BFDD0827EA7}" presName="rootConnector" presStyleLbl="node1" presStyleIdx="0" presStyleCnt="7"/>
      <dgm:spPr/>
    </dgm:pt>
    <dgm:pt modelId="{AE834478-B497-444D-BEFC-5AEA948F3C6A}" type="pres">
      <dgm:prSet presAssocID="{1ACD96AA-6EA7-43B8-8E17-2BFDD0827EA7}" presName="childShape" presStyleCnt="0"/>
      <dgm:spPr/>
    </dgm:pt>
    <dgm:pt modelId="{295AC3A1-23D7-45CB-8F2B-36B1A6839B2C}" type="pres">
      <dgm:prSet presAssocID="{1F6EC009-F767-4372-918B-926FDAB2A681}" presName="Name13" presStyleLbl="parChTrans1D2" presStyleIdx="0" presStyleCnt="24"/>
      <dgm:spPr/>
    </dgm:pt>
    <dgm:pt modelId="{29FFF2E9-8FFF-4E00-AC3E-FAB70E815F18}" type="pres">
      <dgm:prSet presAssocID="{D4E99DE0-8016-4D01-BF3A-FE60A4C0218C}" presName="childText" presStyleLbl="bgAcc1" presStyleIdx="0" presStyleCnt="24">
        <dgm:presLayoutVars>
          <dgm:bulletEnabled val="1"/>
        </dgm:presLayoutVars>
      </dgm:prSet>
      <dgm:spPr/>
    </dgm:pt>
    <dgm:pt modelId="{F35C2C7B-9FA0-48A3-BA12-C05C6DB956C4}" type="pres">
      <dgm:prSet presAssocID="{483E513E-134B-46D3-BB80-E965A223742E}" presName="Name13" presStyleLbl="parChTrans1D2" presStyleIdx="1" presStyleCnt="24"/>
      <dgm:spPr/>
    </dgm:pt>
    <dgm:pt modelId="{78D48617-D512-41C1-ABE0-2AF58CECFB3F}" type="pres">
      <dgm:prSet presAssocID="{D7D03FEB-CBE4-49A2-B3DC-BF41E8D5D505}" presName="childText" presStyleLbl="bgAcc1" presStyleIdx="1" presStyleCnt="24" custScaleY="134526">
        <dgm:presLayoutVars>
          <dgm:bulletEnabled val="1"/>
        </dgm:presLayoutVars>
      </dgm:prSet>
      <dgm:spPr/>
    </dgm:pt>
    <dgm:pt modelId="{FB40FA29-EC55-411E-9EC3-6E3D507C9716}" type="pres">
      <dgm:prSet presAssocID="{11BBD7A1-4D72-4B97-A993-92AD7B30738E}" presName="Name13" presStyleLbl="parChTrans1D2" presStyleIdx="2" presStyleCnt="24"/>
      <dgm:spPr/>
    </dgm:pt>
    <dgm:pt modelId="{A7DB1BD1-BB42-4DB3-BCFD-A7ADCCC9C9A9}" type="pres">
      <dgm:prSet presAssocID="{DA065981-CFF3-4414-A0BB-BEF815CFBAA8}" presName="childText" presStyleLbl="bgAcc1" presStyleIdx="2" presStyleCnt="24">
        <dgm:presLayoutVars>
          <dgm:bulletEnabled val="1"/>
        </dgm:presLayoutVars>
      </dgm:prSet>
      <dgm:spPr/>
    </dgm:pt>
    <dgm:pt modelId="{E69EF82C-1638-4E46-9A24-44F6DE3D81DF}" type="pres">
      <dgm:prSet presAssocID="{5F0EABE9-817B-412A-96C8-7BA9610004F4}" presName="Name13" presStyleLbl="parChTrans1D2" presStyleIdx="3" presStyleCnt="24"/>
      <dgm:spPr/>
    </dgm:pt>
    <dgm:pt modelId="{18303AFE-CA82-4BE5-B360-B6B86B5A5CB3}" type="pres">
      <dgm:prSet presAssocID="{6A6471F9-FCA4-4295-8B6C-7ECE77299635}" presName="childText" presStyleLbl="bgAcc1" presStyleIdx="3" presStyleCnt="24">
        <dgm:presLayoutVars>
          <dgm:bulletEnabled val="1"/>
        </dgm:presLayoutVars>
      </dgm:prSet>
      <dgm:spPr/>
    </dgm:pt>
    <dgm:pt modelId="{8D6F5DCC-49B3-43F6-ABE6-60754072843B}" type="pres">
      <dgm:prSet presAssocID="{5DE1ECC0-1316-4094-9F29-3B42EBD04AEE}" presName="root" presStyleCnt="0"/>
      <dgm:spPr/>
    </dgm:pt>
    <dgm:pt modelId="{E7CE220E-4511-4C48-80B8-8DA3F0AA25E3}" type="pres">
      <dgm:prSet presAssocID="{5DE1ECC0-1316-4094-9F29-3B42EBD04AEE}" presName="rootComposite" presStyleCnt="0"/>
      <dgm:spPr/>
    </dgm:pt>
    <dgm:pt modelId="{72194F28-CAA3-488B-A86C-F764FA00B2F4}" type="pres">
      <dgm:prSet presAssocID="{5DE1ECC0-1316-4094-9F29-3B42EBD04AEE}" presName="rootText" presStyleLbl="node1" presStyleIdx="1" presStyleCnt="7" custScaleY="128182"/>
      <dgm:spPr/>
    </dgm:pt>
    <dgm:pt modelId="{AD5AE7E5-13FF-405D-B46A-2DF045E81D4A}" type="pres">
      <dgm:prSet presAssocID="{5DE1ECC0-1316-4094-9F29-3B42EBD04AEE}" presName="rootConnector" presStyleLbl="node1" presStyleIdx="1" presStyleCnt="7"/>
      <dgm:spPr/>
    </dgm:pt>
    <dgm:pt modelId="{5A312E84-9557-4FD8-9DDC-AF632E22E613}" type="pres">
      <dgm:prSet presAssocID="{5DE1ECC0-1316-4094-9F29-3B42EBD04AEE}" presName="childShape" presStyleCnt="0"/>
      <dgm:spPr/>
    </dgm:pt>
    <dgm:pt modelId="{A4074018-4089-4FE3-B004-2C4C41D4C3BA}" type="pres">
      <dgm:prSet presAssocID="{B806BC92-88B8-4E1B-B0A7-9D8C636ECE7E}" presName="Name13" presStyleLbl="parChTrans1D2" presStyleIdx="4" presStyleCnt="24"/>
      <dgm:spPr/>
    </dgm:pt>
    <dgm:pt modelId="{6C7FBECC-D05F-45FD-A5DC-58817BFD55D3}" type="pres">
      <dgm:prSet presAssocID="{065195B7-816C-4AE4-9110-728B51A4DB61}" presName="childText" presStyleLbl="bgAcc1" presStyleIdx="4" presStyleCnt="24">
        <dgm:presLayoutVars>
          <dgm:bulletEnabled val="1"/>
        </dgm:presLayoutVars>
      </dgm:prSet>
      <dgm:spPr/>
    </dgm:pt>
    <dgm:pt modelId="{2A5DBD40-F407-4015-86F4-731CF8CCA664}" type="pres">
      <dgm:prSet presAssocID="{9DD8BC5E-89AB-4C7F-8DD0-722C2377ED82}" presName="Name13" presStyleLbl="parChTrans1D2" presStyleIdx="5" presStyleCnt="24"/>
      <dgm:spPr/>
    </dgm:pt>
    <dgm:pt modelId="{3347AE4A-B1F5-4E92-B3E0-3A5BABAA3402}" type="pres">
      <dgm:prSet presAssocID="{03E5BFDB-67EE-4100-9593-5BAD78A1C188}" presName="childText" presStyleLbl="bgAcc1" presStyleIdx="5" presStyleCnt="24">
        <dgm:presLayoutVars>
          <dgm:bulletEnabled val="1"/>
        </dgm:presLayoutVars>
      </dgm:prSet>
      <dgm:spPr/>
    </dgm:pt>
    <dgm:pt modelId="{1781325D-DC0F-4B92-B54A-E8127B54F46A}" type="pres">
      <dgm:prSet presAssocID="{11EA3B1A-951F-4C57-8466-7B3756D1C627}" presName="Name13" presStyleLbl="parChTrans1D2" presStyleIdx="6" presStyleCnt="24"/>
      <dgm:spPr/>
    </dgm:pt>
    <dgm:pt modelId="{ACAD2B83-3090-483A-A61A-CDC544AB589D}" type="pres">
      <dgm:prSet presAssocID="{BFDDB968-F796-429E-AD81-5D744B95FA41}" presName="childText" presStyleLbl="bgAcc1" presStyleIdx="6" presStyleCnt="24">
        <dgm:presLayoutVars>
          <dgm:bulletEnabled val="1"/>
        </dgm:presLayoutVars>
      </dgm:prSet>
      <dgm:spPr/>
    </dgm:pt>
    <dgm:pt modelId="{F415C2F1-E641-4D35-9F72-942E05E79FA5}" type="pres">
      <dgm:prSet presAssocID="{526340E9-057B-4A09-81A4-9AABE99B514F}" presName="root" presStyleCnt="0"/>
      <dgm:spPr/>
    </dgm:pt>
    <dgm:pt modelId="{8A78F931-D8F9-4F43-95C3-F3CFF89F3739}" type="pres">
      <dgm:prSet presAssocID="{526340E9-057B-4A09-81A4-9AABE99B514F}" presName="rootComposite" presStyleCnt="0"/>
      <dgm:spPr/>
    </dgm:pt>
    <dgm:pt modelId="{5DC26075-1B84-42A3-834C-E1467A26F91E}" type="pres">
      <dgm:prSet presAssocID="{526340E9-057B-4A09-81A4-9AABE99B514F}" presName="rootText" presStyleLbl="node1" presStyleIdx="2" presStyleCnt="7" custScaleY="133897"/>
      <dgm:spPr/>
    </dgm:pt>
    <dgm:pt modelId="{29225DF0-2D90-4AE4-B867-BEB7B263E3B0}" type="pres">
      <dgm:prSet presAssocID="{526340E9-057B-4A09-81A4-9AABE99B514F}" presName="rootConnector" presStyleLbl="node1" presStyleIdx="2" presStyleCnt="7"/>
      <dgm:spPr/>
    </dgm:pt>
    <dgm:pt modelId="{4BA45CD0-6211-4BA8-9214-F12FC24F4718}" type="pres">
      <dgm:prSet presAssocID="{526340E9-057B-4A09-81A4-9AABE99B514F}" presName="childShape" presStyleCnt="0"/>
      <dgm:spPr/>
    </dgm:pt>
    <dgm:pt modelId="{76A83C13-9228-4D89-91F7-D90ED6481E54}" type="pres">
      <dgm:prSet presAssocID="{F3407E15-5C2B-4DB6-BBF8-7CB7E4FEE634}" presName="Name13" presStyleLbl="parChTrans1D2" presStyleIdx="7" presStyleCnt="24"/>
      <dgm:spPr/>
    </dgm:pt>
    <dgm:pt modelId="{7EEBBA6B-444B-4004-981A-CF5B353419BC}" type="pres">
      <dgm:prSet presAssocID="{A37F9E5B-5876-4AEB-8C6B-34994625F698}" presName="childText" presStyleLbl="bgAcc1" presStyleIdx="7" presStyleCnt="24">
        <dgm:presLayoutVars>
          <dgm:bulletEnabled val="1"/>
        </dgm:presLayoutVars>
      </dgm:prSet>
      <dgm:spPr/>
    </dgm:pt>
    <dgm:pt modelId="{3DDCDB0A-6D1B-485E-AA83-A742B44CD4F7}" type="pres">
      <dgm:prSet presAssocID="{A732769B-7F5D-440E-BF18-BADAE4C7C1EF}" presName="Name13" presStyleLbl="parChTrans1D2" presStyleIdx="8" presStyleCnt="24"/>
      <dgm:spPr/>
    </dgm:pt>
    <dgm:pt modelId="{D1E8F437-F543-43B8-8154-BBDB4A28822A}" type="pres">
      <dgm:prSet presAssocID="{381B776F-161E-485C-A948-877272437DE8}" presName="childText" presStyleLbl="bgAcc1" presStyleIdx="8" presStyleCnt="24">
        <dgm:presLayoutVars>
          <dgm:bulletEnabled val="1"/>
        </dgm:presLayoutVars>
      </dgm:prSet>
      <dgm:spPr/>
    </dgm:pt>
    <dgm:pt modelId="{238F5E9B-E285-4334-877B-8CC4D05D7645}" type="pres">
      <dgm:prSet presAssocID="{23E8CBD2-44A1-4531-9FDC-DBEAA19E8690}" presName="Name13" presStyleLbl="parChTrans1D2" presStyleIdx="9" presStyleCnt="24"/>
      <dgm:spPr/>
    </dgm:pt>
    <dgm:pt modelId="{28857CA9-5471-45B0-99E5-A9122F378BFF}" type="pres">
      <dgm:prSet presAssocID="{32C54347-EE45-4DAE-BBBB-D4B339ABEA2B}" presName="childText" presStyleLbl="bgAcc1" presStyleIdx="9" presStyleCnt="24">
        <dgm:presLayoutVars>
          <dgm:bulletEnabled val="1"/>
        </dgm:presLayoutVars>
      </dgm:prSet>
      <dgm:spPr/>
    </dgm:pt>
    <dgm:pt modelId="{E289EF03-9AD2-45EB-B23E-8E72C271B520}" type="pres">
      <dgm:prSet presAssocID="{EE960325-DB28-442A-B32B-6F6AEAED4507}" presName="Name13" presStyleLbl="parChTrans1D2" presStyleIdx="10" presStyleCnt="24"/>
      <dgm:spPr/>
    </dgm:pt>
    <dgm:pt modelId="{B3591306-1E16-43B6-925C-1526683F7F13}" type="pres">
      <dgm:prSet presAssocID="{8A019A81-644F-4278-8C34-28AF545C60E4}" presName="childText" presStyleLbl="bgAcc1" presStyleIdx="10" presStyleCnt="24">
        <dgm:presLayoutVars>
          <dgm:bulletEnabled val="1"/>
        </dgm:presLayoutVars>
      </dgm:prSet>
      <dgm:spPr/>
    </dgm:pt>
    <dgm:pt modelId="{469C6745-1E42-45FF-BF27-AC697700B5D8}" type="pres">
      <dgm:prSet presAssocID="{5AB66F91-C60D-4481-95E7-BECACB72541B}" presName="root" presStyleCnt="0"/>
      <dgm:spPr/>
    </dgm:pt>
    <dgm:pt modelId="{FFB3EA3B-65A0-4B66-843F-4AB62467DC89}" type="pres">
      <dgm:prSet presAssocID="{5AB66F91-C60D-4481-95E7-BECACB72541B}" presName="rootComposite" presStyleCnt="0"/>
      <dgm:spPr/>
    </dgm:pt>
    <dgm:pt modelId="{0B4C0F04-3CBD-4F6A-A0F2-A015858ABD8D}" type="pres">
      <dgm:prSet presAssocID="{5AB66F91-C60D-4481-95E7-BECACB72541B}" presName="rootText" presStyleLbl="node1" presStyleIdx="3" presStyleCnt="7" custScaleY="133897"/>
      <dgm:spPr/>
    </dgm:pt>
    <dgm:pt modelId="{340FF7DD-11EB-427A-8EFA-0462B71B87F3}" type="pres">
      <dgm:prSet presAssocID="{5AB66F91-C60D-4481-95E7-BECACB72541B}" presName="rootConnector" presStyleLbl="node1" presStyleIdx="3" presStyleCnt="7"/>
      <dgm:spPr/>
    </dgm:pt>
    <dgm:pt modelId="{114463F4-2533-4477-9BBD-4AE318A9B895}" type="pres">
      <dgm:prSet presAssocID="{5AB66F91-C60D-4481-95E7-BECACB72541B}" presName="childShape" presStyleCnt="0"/>
      <dgm:spPr/>
    </dgm:pt>
    <dgm:pt modelId="{FFB6CC68-6C70-4727-B15E-5DDD7FF3804E}" type="pres">
      <dgm:prSet presAssocID="{116D12D8-5B86-4DB0-B346-0AC7B015DEFC}" presName="Name13" presStyleLbl="parChTrans1D2" presStyleIdx="11" presStyleCnt="24"/>
      <dgm:spPr/>
    </dgm:pt>
    <dgm:pt modelId="{6E1230CF-42BB-4A34-A6CD-23BE1243D964}" type="pres">
      <dgm:prSet presAssocID="{906B917A-3161-4CF9-9F48-4197B26C03A6}" presName="childText" presStyleLbl="bgAcc1" presStyleIdx="11" presStyleCnt="24">
        <dgm:presLayoutVars>
          <dgm:bulletEnabled val="1"/>
        </dgm:presLayoutVars>
      </dgm:prSet>
      <dgm:spPr/>
    </dgm:pt>
    <dgm:pt modelId="{E2BC6F3F-F56E-4ABC-8DEB-D2AB6F659569}" type="pres">
      <dgm:prSet presAssocID="{5A6B94A4-70DC-4DF2-B03B-691331917213}" presName="Name13" presStyleLbl="parChTrans1D2" presStyleIdx="12" presStyleCnt="24"/>
      <dgm:spPr/>
    </dgm:pt>
    <dgm:pt modelId="{8DA3DEF4-DAF7-4430-B9A9-BC3747FF31DC}" type="pres">
      <dgm:prSet presAssocID="{48699E84-1F14-4940-895F-1906B850FA7B}" presName="childText" presStyleLbl="bgAcc1" presStyleIdx="12" presStyleCnt="24">
        <dgm:presLayoutVars>
          <dgm:bulletEnabled val="1"/>
        </dgm:presLayoutVars>
      </dgm:prSet>
      <dgm:spPr/>
    </dgm:pt>
    <dgm:pt modelId="{DD14F936-3E1D-45C7-B2B4-854964EAF021}" type="pres">
      <dgm:prSet presAssocID="{9DDF1CFF-98D3-49EB-8C4D-123A84A4C927}" presName="Name13" presStyleLbl="parChTrans1D2" presStyleIdx="13" presStyleCnt="24"/>
      <dgm:spPr/>
    </dgm:pt>
    <dgm:pt modelId="{8C1AF650-C4DD-482B-843F-9525F5E4A898}" type="pres">
      <dgm:prSet presAssocID="{183EADF8-FCB8-4E50-929C-C1013FA0F27B}" presName="childText" presStyleLbl="bgAcc1" presStyleIdx="13" presStyleCnt="24">
        <dgm:presLayoutVars>
          <dgm:bulletEnabled val="1"/>
        </dgm:presLayoutVars>
      </dgm:prSet>
      <dgm:spPr/>
    </dgm:pt>
    <dgm:pt modelId="{2C375B6E-638F-483E-9A3D-C30A874F4893}" type="pres">
      <dgm:prSet presAssocID="{FEE5ECFE-BA73-4D59-AFAB-C3F39C298F5B}" presName="Name13" presStyleLbl="parChTrans1D2" presStyleIdx="14" presStyleCnt="24"/>
      <dgm:spPr/>
    </dgm:pt>
    <dgm:pt modelId="{685763E4-D355-4ECF-8846-534CF2B1CAF6}" type="pres">
      <dgm:prSet presAssocID="{99FE3369-2EE3-4320-A1BE-9D6F9539F75D}" presName="childText" presStyleLbl="bgAcc1" presStyleIdx="14" presStyleCnt="24" custScaleY="140485">
        <dgm:presLayoutVars>
          <dgm:bulletEnabled val="1"/>
        </dgm:presLayoutVars>
      </dgm:prSet>
      <dgm:spPr/>
    </dgm:pt>
    <dgm:pt modelId="{2B36E087-1CE5-42F2-BB61-96E1A0653D1C}" type="pres">
      <dgm:prSet presAssocID="{E76A19DE-4F5F-4B84-B703-48C6DAC8A3C1}" presName="root" presStyleCnt="0"/>
      <dgm:spPr/>
    </dgm:pt>
    <dgm:pt modelId="{8062BFCC-3D5C-497E-8BE9-F0749BE825D9}" type="pres">
      <dgm:prSet presAssocID="{E76A19DE-4F5F-4B84-B703-48C6DAC8A3C1}" presName="rootComposite" presStyleCnt="0"/>
      <dgm:spPr/>
    </dgm:pt>
    <dgm:pt modelId="{3E5627C2-274C-4498-ACF1-543EAC962193}" type="pres">
      <dgm:prSet presAssocID="{E76A19DE-4F5F-4B84-B703-48C6DAC8A3C1}" presName="rootText" presStyleLbl="node1" presStyleIdx="4" presStyleCnt="7" custScaleY="133897"/>
      <dgm:spPr/>
    </dgm:pt>
    <dgm:pt modelId="{F8B344C8-B76C-486E-84BF-78293E650C6A}" type="pres">
      <dgm:prSet presAssocID="{E76A19DE-4F5F-4B84-B703-48C6DAC8A3C1}" presName="rootConnector" presStyleLbl="node1" presStyleIdx="4" presStyleCnt="7"/>
      <dgm:spPr/>
    </dgm:pt>
    <dgm:pt modelId="{15A4D6A6-B571-4066-92CD-9AC3728D1517}" type="pres">
      <dgm:prSet presAssocID="{E76A19DE-4F5F-4B84-B703-48C6DAC8A3C1}" presName="childShape" presStyleCnt="0"/>
      <dgm:spPr/>
    </dgm:pt>
    <dgm:pt modelId="{066E2AE6-30DD-4C40-B51F-E14BB78D49D0}" type="pres">
      <dgm:prSet presAssocID="{DCE36C13-FE2F-4738-8D9B-37A86995E07E}" presName="Name13" presStyleLbl="parChTrans1D2" presStyleIdx="15" presStyleCnt="24"/>
      <dgm:spPr/>
    </dgm:pt>
    <dgm:pt modelId="{9CDA8F0C-818A-4B7F-826F-41994C0B49FF}" type="pres">
      <dgm:prSet presAssocID="{CE6848AB-3B22-4B85-9967-F5FBEDEFBC00}" presName="childText" presStyleLbl="bgAcc1" presStyleIdx="15" presStyleCnt="24">
        <dgm:presLayoutVars>
          <dgm:bulletEnabled val="1"/>
        </dgm:presLayoutVars>
      </dgm:prSet>
      <dgm:spPr/>
    </dgm:pt>
    <dgm:pt modelId="{98531277-B564-4281-BC22-B021EA733D08}" type="pres">
      <dgm:prSet presAssocID="{0264743F-616B-427D-9AE4-B0D0DDCF8D77}" presName="Name13" presStyleLbl="parChTrans1D2" presStyleIdx="16" presStyleCnt="24"/>
      <dgm:spPr/>
    </dgm:pt>
    <dgm:pt modelId="{494CC604-2DC7-4F71-9633-FEA0CB653849}" type="pres">
      <dgm:prSet presAssocID="{76113ED6-5C37-49B0-A27E-852E9152EF12}" presName="childText" presStyleLbl="bgAcc1" presStyleIdx="16" presStyleCnt="24">
        <dgm:presLayoutVars>
          <dgm:bulletEnabled val="1"/>
        </dgm:presLayoutVars>
      </dgm:prSet>
      <dgm:spPr/>
    </dgm:pt>
    <dgm:pt modelId="{28A7C0B8-1FAA-483A-880F-888E16BAB261}" type="pres">
      <dgm:prSet presAssocID="{4C639E6A-0A39-4728-9C9E-2BDD49592F41}" presName="Name13" presStyleLbl="parChTrans1D2" presStyleIdx="17" presStyleCnt="24"/>
      <dgm:spPr/>
    </dgm:pt>
    <dgm:pt modelId="{54E0D9FE-9E06-4DB9-89ED-6FD1160B5FC0}" type="pres">
      <dgm:prSet presAssocID="{0D120BE7-4819-434B-AEB5-53AE04C67E77}" presName="childText" presStyleLbl="bgAcc1" presStyleIdx="17" presStyleCnt="24">
        <dgm:presLayoutVars>
          <dgm:bulletEnabled val="1"/>
        </dgm:presLayoutVars>
      </dgm:prSet>
      <dgm:spPr/>
    </dgm:pt>
    <dgm:pt modelId="{FCA232EA-98B1-4455-B107-0DAC0C3EF31A}" type="pres">
      <dgm:prSet presAssocID="{A5F66E51-1375-48E7-878E-1B14BB0889DE}" presName="root" presStyleCnt="0"/>
      <dgm:spPr/>
    </dgm:pt>
    <dgm:pt modelId="{8B2C1CA6-E4F2-4D66-BF17-04C6B4AACFAE}" type="pres">
      <dgm:prSet presAssocID="{A5F66E51-1375-48E7-878E-1B14BB0889DE}" presName="rootComposite" presStyleCnt="0"/>
      <dgm:spPr/>
    </dgm:pt>
    <dgm:pt modelId="{57A13360-41FA-4C96-AA82-4F6D0A4EB47D}" type="pres">
      <dgm:prSet presAssocID="{A5F66E51-1375-48E7-878E-1B14BB0889DE}" presName="rootText" presStyleLbl="node1" presStyleIdx="5" presStyleCnt="7" custScaleY="133897"/>
      <dgm:spPr/>
    </dgm:pt>
    <dgm:pt modelId="{C00EE9B9-4ACE-40E7-BEF4-8474ECAF288B}" type="pres">
      <dgm:prSet presAssocID="{A5F66E51-1375-48E7-878E-1B14BB0889DE}" presName="rootConnector" presStyleLbl="node1" presStyleIdx="5" presStyleCnt="7"/>
      <dgm:spPr/>
    </dgm:pt>
    <dgm:pt modelId="{EDD9EEAB-3AF2-4769-B511-8B80B49031EB}" type="pres">
      <dgm:prSet presAssocID="{A5F66E51-1375-48E7-878E-1B14BB0889DE}" presName="childShape" presStyleCnt="0"/>
      <dgm:spPr/>
    </dgm:pt>
    <dgm:pt modelId="{323CD33B-6DCD-4BCA-AEAB-EE6E93AE870A}" type="pres">
      <dgm:prSet presAssocID="{DD423EBE-A78C-4FD6-BF4F-4EDBB49E5CD0}" presName="Name13" presStyleLbl="parChTrans1D2" presStyleIdx="18" presStyleCnt="24"/>
      <dgm:spPr/>
    </dgm:pt>
    <dgm:pt modelId="{BC4CE323-42A7-463F-9CD5-AA1878D41333}" type="pres">
      <dgm:prSet presAssocID="{EF17E5E2-1E53-4395-9A68-963B742FA89B}" presName="childText" presStyleLbl="bgAcc1" presStyleIdx="18" presStyleCnt="24" custScaleX="100300">
        <dgm:presLayoutVars>
          <dgm:bulletEnabled val="1"/>
        </dgm:presLayoutVars>
      </dgm:prSet>
      <dgm:spPr/>
    </dgm:pt>
    <dgm:pt modelId="{2A9779F9-8CBA-492F-A14B-1C5B6CF0702B}" type="pres">
      <dgm:prSet presAssocID="{9B7BFB46-CC56-4256-A7AE-3C6F02B51463}" presName="Name13" presStyleLbl="parChTrans1D2" presStyleIdx="19" presStyleCnt="24"/>
      <dgm:spPr/>
    </dgm:pt>
    <dgm:pt modelId="{15DEE1E1-B5A3-43B9-B56B-1130C7315135}" type="pres">
      <dgm:prSet presAssocID="{8EA184EB-F46C-4EF6-B934-5CDF75FB6C1C}" presName="childText" presStyleLbl="bgAcc1" presStyleIdx="19" presStyleCnt="24">
        <dgm:presLayoutVars>
          <dgm:bulletEnabled val="1"/>
        </dgm:presLayoutVars>
      </dgm:prSet>
      <dgm:spPr/>
    </dgm:pt>
    <dgm:pt modelId="{826A075F-632C-476A-83E6-B267491D855B}" type="pres">
      <dgm:prSet presAssocID="{720F3AAF-9B24-4CA2-A80C-A001B27CEBAC}" presName="Name13" presStyleLbl="parChTrans1D2" presStyleIdx="20" presStyleCnt="24"/>
      <dgm:spPr/>
    </dgm:pt>
    <dgm:pt modelId="{5DA5A674-B391-427B-A064-43EA9EE2F08F}" type="pres">
      <dgm:prSet presAssocID="{6A55CB97-6990-41EF-95BD-4DAD27849A52}" presName="childText" presStyleLbl="bgAcc1" presStyleIdx="20" presStyleCnt="24">
        <dgm:presLayoutVars>
          <dgm:bulletEnabled val="1"/>
        </dgm:presLayoutVars>
      </dgm:prSet>
      <dgm:spPr/>
    </dgm:pt>
    <dgm:pt modelId="{ABF33BCF-5F0C-42C3-9F18-98DA5761C706}" type="pres">
      <dgm:prSet presAssocID="{3B31787C-0326-43C6-A889-AE12EBF6F8EA}" presName="root" presStyleCnt="0"/>
      <dgm:spPr/>
    </dgm:pt>
    <dgm:pt modelId="{43E69A4E-1F93-4C0A-8A8C-8819D08FF861}" type="pres">
      <dgm:prSet presAssocID="{3B31787C-0326-43C6-A889-AE12EBF6F8EA}" presName="rootComposite" presStyleCnt="0"/>
      <dgm:spPr/>
    </dgm:pt>
    <dgm:pt modelId="{71340BDC-48AD-488A-BC0D-C2023075B556}" type="pres">
      <dgm:prSet presAssocID="{3B31787C-0326-43C6-A889-AE12EBF6F8EA}" presName="rootText" presStyleLbl="node1" presStyleIdx="6" presStyleCnt="7" custScaleY="133897"/>
      <dgm:spPr/>
    </dgm:pt>
    <dgm:pt modelId="{DD792E90-1C37-4B98-A5F8-65F6DE34DCE7}" type="pres">
      <dgm:prSet presAssocID="{3B31787C-0326-43C6-A889-AE12EBF6F8EA}" presName="rootConnector" presStyleLbl="node1" presStyleIdx="6" presStyleCnt="7"/>
      <dgm:spPr/>
    </dgm:pt>
    <dgm:pt modelId="{71164510-DD9A-47F8-BD35-62C69819C19A}" type="pres">
      <dgm:prSet presAssocID="{3B31787C-0326-43C6-A889-AE12EBF6F8EA}" presName="childShape" presStyleCnt="0"/>
      <dgm:spPr/>
    </dgm:pt>
    <dgm:pt modelId="{0DDA472B-AD56-4DFB-ABB7-1AC33065E0EC}" type="pres">
      <dgm:prSet presAssocID="{4763D737-C8AE-4D42-9206-16AC2F65130C}" presName="Name13" presStyleLbl="parChTrans1D2" presStyleIdx="21" presStyleCnt="24"/>
      <dgm:spPr/>
    </dgm:pt>
    <dgm:pt modelId="{348B54B6-F9A4-46DC-9266-2B88E5944DCB}" type="pres">
      <dgm:prSet presAssocID="{140E0191-4645-4B8F-AA5B-1B922A03F62B}" presName="childText" presStyleLbl="bgAcc1" presStyleIdx="21" presStyleCnt="24" custScaleY="157746">
        <dgm:presLayoutVars>
          <dgm:bulletEnabled val="1"/>
        </dgm:presLayoutVars>
      </dgm:prSet>
      <dgm:spPr/>
    </dgm:pt>
    <dgm:pt modelId="{DE407A36-5EF2-4D15-A82E-997898AF3A04}" type="pres">
      <dgm:prSet presAssocID="{6F9C3063-DBFD-4ABA-AFF3-B467F47923DF}" presName="Name13" presStyleLbl="parChTrans1D2" presStyleIdx="22" presStyleCnt="24"/>
      <dgm:spPr/>
    </dgm:pt>
    <dgm:pt modelId="{976045A8-5B3C-4B3E-8B50-B2C5D9F776A7}" type="pres">
      <dgm:prSet presAssocID="{DBD6623B-D4A2-4172-8845-228CCBA35BE1}" presName="childText" presStyleLbl="bgAcc1" presStyleIdx="22" presStyleCnt="24" custScaleY="145569">
        <dgm:presLayoutVars>
          <dgm:bulletEnabled val="1"/>
        </dgm:presLayoutVars>
      </dgm:prSet>
      <dgm:spPr/>
    </dgm:pt>
    <dgm:pt modelId="{E6E4E0D3-8590-4109-A0CF-20886D72A930}" type="pres">
      <dgm:prSet presAssocID="{E6EC5C10-7EA0-4E52-86D1-97E4B1F8906A}" presName="Name13" presStyleLbl="parChTrans1D2" presStyleIdx="23" presStyleCnt="24"/>
      <dgm:spPr/>
    </dgm:pt>
    <dgm:pt modelId="{670B36A5-8454-46E1-84E2-13A3AE911459}" type="pres">
      <dgm:prSet presAssocID="{99233E2B-03BE-4ADC-BBB5-23B6ED2E0BE4}" presName="childText" presStyleLbl="bgAcc1" presStyleIdx="23" presStyleCnt="24">
        <dgm:presLayoutVars>
          <dgm:bulletEnabled val="1"/>
        </dgm:presLayoutVars>
      </dgm:prSet>
      <dgm:spPr/>
    </dgm:pt>
  </dgm:ptLst>
  <dgm:cxnLst>
    <dgm:cxn modelId="{53A80A00-930E-41DC-9A5A-60DFE1ABE92B}" type="presOf" srcId="{9DD8BC5E-89AB-4C7F-8DD0-722C2377ED82}" destId="{2A5DBD40-F407-4015-86F4-731CF8CCA664}" srcOrd="0" destOrd="0" presId="urn:microsoft.com/office/officeart/2005/8/layout/hierarchy3"/>
    <dgm:cxn modelId="{90DFB400-3DCA-434D-9E83-8854D652A1CD}" type="presOf" srcId="{B806BC92-88B8-4E1B-B0A7-9D8C636ECE7E}" destId="{A4074018-4089-4FE3-B004-2C4C41D4C3BA}" srcOrd="0" destOrd="0" presId="urn:microsoft.com/office/officeart/2005/8/layout/hierarchy3"/>
    <dgm:cxn modelId="{909F1003-AD81-4519-93B7-7DFF3CA55C9D}" type="presOf" srcId="{8EA184EB-F46C-4EF6-B934-5CDF75FB6C1C}" destId="{15DEE1E1-B5A3-43B9-B56B-1130C7315135}" srcOrd="0" destOrd="0" presId="urn:microsoft.com/office/officeart/2005/8/layout/hierarchy3"/>
    <dgm:cxn modelId="{86E4F604-2A0C-467E-BB51-8F7F1DC87787}" srcId="{5AB66F91-C60D-4481-95E7-BECACB72541B}" destId="{906B917A-3161-4CF9-9F48-4197B26C03A6}" srcOrd="0" destOrd="0" parTransId="{116D12D8-5B86-4DB0-B346-0AC7B015DEFC}" sibTransId="{F65FA253-F7AF-41FD-9531-586F992E0F52}"/>
    <dgm:cxn modelId="{DD52C108-3800-46A0-9A14-9BAB05500F01}" type="presOf" srcId="{D4E99DE0-8016-4D01-BF3A-FE60A4C0218C}" destId="{29FFF2E9-8FFF-4E00-AC3E-FAB70E815F18}" srcOrd="0" destOrd="0" presId="urn:microsoft.com/office/officeart/2005/8/layout/hierarchy3"/>
    <dgm:cxn modelId="{927B0C09-AF36-4318-BD3C-35EAEACB7E9F}" type="presOf" srcId="{483E513E-134B-46D3-BB80-E965A223742E}" destId="{F35C2C7B-9FA0-48A3-BA12-C05C6DB956C4}" srcOrd="0" destOrd="0" presId="urn:microsoft.com/office/officeart/2005/8/layout/hierarchy3"/>
    <dgm:cxn modelId="{2721B30A-189B-4F2F-BF39-A73E2047608F}" srcId="{E76A19DE-4F5F-4B84-B703-48C6DAC8A3C1}" destId="{76113ED6-5C37-49B0-A27E-852E9152EF12}" srcOrd="1" destOrd="0" parTransId="{0264743F-616B-427D-9AE4-B0D0DDCF8D77}" sibTransId="{44B69AC2-2D6D-442F-82F4-35D94ED83154}"/>
    <dgm:cxn modelId="{56198615-6D49-4E59-9B68-128067374982}" type="presOf" srcId="{DD423EBE-A78C-4FD6-BF4F-4EDBB49E5CD0}" destId="{323CD33B-6DCD-4BCA-AEAB-EE6E93AE870A}" srcOrd="0" destOrd="0" presId="urn:microsoft.com/office/officeart/2005/8/layout/hierarchy3"/>
    <dgm:cxn modelId="{938DFF15-0524-49A9-AB7C-032DB83885B2}" srcId="{8A0B0D12-A5D6-4403-B89C-77CA9DE9BA6B}" destId="{1ACD96AA-6EA7-43B8-8E17-2BFDD0827EA7}" srcOrd="0" destOrd="0" parTransId="{6FA25FC4-70E2-4DCF-A47B-C07140B79411}" sibTransId="{28BAE78F-1E69-4527-8A9C-0BA55B77DDDF}"/>
    <dgm:cxn modelId="{876F0F16-B36B-4FC7-B38A-3CDFDCCE7423}" type="presOf" srcId="{CE6848AB-3B22-4B85-9967-F5FBEDEFBC00}" destId="{9CDA8F0C-818A-4B7F-826F-41994C0B49FF}" srcOrd="0" destOrd="0" presId="urn:microsoft.com/office/officeart/2005/8/layout/hierarchy3"/>
    <dgm:cxn modelId="{7ACB1C19-334E-4FFA-B5CE-C8C7FB8FA2A5}" type="presOf" srcId="{5DE1ECC0-1316-4094-9F29-3B42EBD04AEE}" destId="{72194F28-CAA3-488B-A86C-F764FA00B2F4}" srcOrd="0" destOrd="0" presId="urn:microsoft.com/office/officeart/2005/8/layout/hierarchy3"/>
    <dgm:cxn modelId="{B905D219-E0F1-4BFB-BA4F-B59569687E00}" srcId="{E76A19DE-4F5F-4B84-B703-48C6DAC8A3C1}" destId="{CE6848AB-3B22-4B85-9967-F5FBEDEFBC00}" srcOrd="0" destOrd="0" parTransId="{DCE36C13-FE2F-4738-8D9B-37A86995E07E}" sibTransId="{0CB87BAE-6AB9-4DAA-9ED8-742F344D37B0}"/>
    <dgm:cxn modelId="{955AFF1A-A6CC-47A7-830D-350D3B7DD403}" type="presOf" srcId="{5DE1ECC0-1316-4094-9F29-3B42EBD04AEE}" destId="{AD5AE7E5-13FF-405D-B46A-2DF045E81D4A}" srcOrd="1" destOrd="0" presId="urn:microsoft.com/office/officeart/2005/8/layout/hierarchy3"/>
    <dgm:cxn modelId="{B55BB21E-81C9-4A83-839D-498ACD18C8D8}" type="presOf" srcId="{A37F9E5B-5876-4AEB-8C6B-34994625F698}" destId="{7EEBBA6B-444B-4004-981A-CF5B353419BC}" srcOrd="0" destOrd="0" presId="urn:microsoft.com/office/officeart/2005/8/layout/hierarchy3"/>
    <dgm:cxn modelId="{885E9F2A-E7AC-4AD1-B37A-6ABDE6A498EB}" type="presOf" srcId="{A732769B-7F5D-440E-BF18-BADAE4C7C1EF}" destId="{3DDCDB0A-6D1B-485E-AA83-A742B44CD4F7}" srcOrd="0" destOrd="0" presId="urn:microsoft.com/office/officeart/2005/8/layout/hierarchy3"/>
    <dgm:cxn modelId="{7E0FA834-E692-45F2-9D3B-3F8EA2B8170F}" srcId="{3B31787C-0326-43C6-A889-AE12EBF6F8EA}" destId="{140E0191-4645-4B8F-AA5B-1B922A03F62B}" srcOrd="0" destOrd="0" parTransId="{4763D737-C8AE-4D42-9206-16AC2F65130C}" sibTransId="{5728EF57-3673-4706-BE1B-9D559A1A23C9}"/>
    <dgm:cxn modelId="{54BE5C35-3D2A-403E-8006-70A8479A397C}" srcId="{1ACD96AA-6EA7-43B8-8E17-2BFDD0827EA7}" destId="{D7D03FEB-CBE4-49A2-B3DC-BF41E8D5D505}" srcOrd="1" destOrd="0" parTransId="{483E513E-134B-46D3-BB80-E965A223742E}" sibTransId="{A61877B8-E528-4441-BA6F-21BC22F00752}"/>
    <dgm:cxn modelId="{D1486135-01E0-4EA6-90B4-A5A3DF0FE854}" type="presOf" srcId="{0D120BE7-4819-434B-AEB5-53AE04C67E77}" destId="{54E0D9FE-9E06-4DB9-89ED-6FD1160B5FC0}" srcOrd="0" destOrd="0" presId="urn:microsoft.com/office/officeart/2005/8/layout/hierarchy3"/>
    <dgm:cxn modelId="{81A3B536-2496-457C-BA2B-7B081247F0DF}" srcId="{8A0B0D12-A5D6-4403-B89C-77CA9DE9BA6B}" destId="{A5F66E51-1375-48E7-878E-1B14BB0889DE}" srcOrd="5" destOrd="0" parTransId="{7EC51189-FDBB-4A03-9057-5C42E6194EC5}" sibTransId="{F0FBDB4C-5AA4-49FC-8CD5-5461D8E54864}"/>
    <dgm:cxn modelId="{39C4313F-26F7-4F1E-B7F6-CA71CA3CF85A}" srcId="{8A0B0D12-A5D6-4403-B89C-77CA9DE9BA6B}" destId="{5DE1ECC0-1316-4094-9F29-3B42EBD04AEE}" srcOrd="1" destOrd="0" parTransId="{C01E1B8C-5D74-4370-98FA-802E5ABB6736}" sibTransId="{8FE76124-F1F6-4EB6-8A9D-F1837809A5BF}"/>
    <dgm:cxn modelId="{700F5640-C77C-4F5C-A496-1369F1FD1A36}" srcId="{3B31787C-0326-43C6-A889-AE12EBF6F8EA}" destId="{99233E2B-03BE-4ADC-BBB5-23B6ED2E0BE4}" srcOrd="2" destOrd="0" parTransId="{E6EC5C10-7EA0-4E52-86D1-97E4B1F8906A}" sibTransId="{8621F794-E3CE-4A88-A472-22653C09230C}"/>
    <dgm:cxn modelId="{959AB35C-F8A4-4571-8B1A-C2F376A8A291}" srcId="{526340E9-057B-4A09-81A4-9AABE99B514F}" destId="{32C54347-EE45-4DAE-BBBB-D4B339ABEA2B}" srcOrd="2" destOrd="0" parTransId="{23E8CBD2-44A1-4531-9FDC-DBEAA19E8690}" sibTransId="{06D9FDAB-BF67-4832-A4E5-4735C3B67AF2}"/>
    <dgm:cxn modelId="{8044885E-D480-45D8-99BE-FACAA3A8B7CE}" type="presOf" srcId="{32C54347-EE45-4DAE-BBBB-D4B339ABEA2B}" destId="{28857CA9-5471-45B0-99E5-A9122F378BFF}" srcOrd="0" destOrd="0" presId="urn:microsoft.com/office/officeart/2005/8/layout/hierarchy3"/>
    <dgm:cxn modelId="{0BB26744-1F86-460B-A00D-DD13E721E832}" type="presOf" srcId="{8A019A81-644F-4278-8C34-28AF545C60E4}" destId="{B3591306-1E16-43B6-925C-1526683F7F13}" srcOrd="0" destOrd="0" presId="urn:microsoft.com/office/officeart/2005/8/layout/hierarchy3"/>
    <dgm:cxn modelId="{CE4A3D45-F94C-48F8-9F5C-5DC93DC2AF24}" srcId="{8A0B0D12-A5D6-4403-B89C-77CA9DE9BA6B}" destId="{E76A19DE-4F5F-4B84-B703-48C6DAC8A3C1}" srcOrd="4" destOrd="0" parTransId="{93982F65-57F1-468D-A58B-49D822F4926F}" sibTransId="{DC187A78-4067-418C-B1FE-A76290D5E7A3}"/>
    <dgm:cxn modelId="{643C0E66-77FC-4197-BC8B-B61CFF18FFCC}" type="presOf" srcId="{11BBD7A1-4D72-4B97-A993-92AD7B30738E}" destId="{FB40FA29-EC55-411E-9EC3-6E3D507C9716}" srcOrd="0" destOrd="0" presId="urn:microsoft.com/office/officeart/2005/8/layout/hierarchy3"/>
    <dgm:cxn modelId="{B9683A66-B839-444F-A351-929E16D80572}" type="presOf" srcId="{381B776F-161E-485C-A948-877272437DE8}" destId="{D1E8F437-F543-43B8-8154-BBDB4A28822A}" srcOrd="0" destOrd="0" presId="urn:microsoft.com/office/officeart/2005/8/layout/hierarchy3"/>
    <dgm:cxn modelId="{102D3868-8B07-4F63-8FF8-352E46D4CAD7}" type="presOf" srcId="{99FE3369-2EE3-4320-A1BE-9D6F9539F75D}" destId="{685763E4-D355-4ECF-8846-534CF2B1CAF6}" srcOrd="0" destOrd="0" presId="urn:microsoft.com/office/officeart/2005/8/layout/hierarchy3"/>
    <dgm:cxn modelId="{E0149048-338E-47CB-B8A3-303BDFC78C1A}" type="presOf" srcId="{9DDF1CFF-98D3-49EB-8C4D-123A84A4C927}" destId="{DD14F936-3E1D-45C7-B2B4-854964EAF021}" srcOrd="0" destOrd="0" presId="urn:microsoft.com/office/officeart/2005/8/layout/hierarchy3"/>
    <dgm:cxn modelId="{8FF81469-318E-4116-B6B5-552562B783CF}" srcId="{8A0B0D12-A5D6-4403-B89C-77CA9DE9BA6B}" destId="{5AB66F91-C60D-4481-95E7-BECACB72541B}" srcOrd="3" destOrd="0" parTransId="{C10C13EC-A582-4F2E-9A2C-D82ADDAACE4A}" sibTransId="{4D6733F5-129F-46E5-B9DE-4E70E8135A9E}"/>
    <dgm:cxn modelId="{98B72C69-66B7-4D01-9EAB-68D0F7D8D024}" type="presOf" srcId="{EF17E5E2-1E53-4395-9A68-963B742FA89B}" destId="{BC4CE323-42A7-463F-9CD5-AA1878D41333}" srcOrd="0" destOrd="0" presId="urn:microsoft.com/office/officeart/2005/8/layout/hierarchy3"/>
    <dgm:cxn modelId="{21E06969-A3AC-413C-819D-674B6655B489}" type="presOf" srcId="{1F6EC009-F767-4372-918B-926FDAB2A681}" destId="{295AC3A1-23D7-45CB-8F2B-36B1A6839B2C}" srcOrd="0" destOrd="0" presId="urn:microsoft.com/office/officeart/2005/8/layout/hierarchy3"/>
    <dgm:cxn modelId="{96BA5569-03EF-4A12-936F-E0196A2CBE64}" srcId="{A5F66E51-1375-48E7-878E-1B14BB0889DE}" destId="{EF17E5E2-1E53-4395-9A68-963B742FA89B}" srcOrd="0" destOrd="0" parTransId="{DD423EBE-A78C-4FD6-BF4F-4EDBB49E5CD0}" sibTransId="{5FA92A0C-5BA5-48A5-8D96-F51819B5F15C}"/>
    <dgm:cxn modelId="{9421CC4A-F94D-4604-B471-B36CF68E2019}" type="presOf" srcId="{DA065981-CFF3-4414-A0BB-BEF815CFBAA8}" destId="{A7DB1BD1-BB42-4DB3-BCFD-A7ADCCC9C9A9}" srcOrd="0" destOrd="0" presId="urn:microsoft.com/office/officeart/2005/8/layout/hierarchy3"/>
    <dgm:cxn modelId="{97B8186B-356A-40C1-B90F-DAD9C494DBEA}" type="presOf" srcId="{EE960325-DB28-442A-B32B-6F6AEAED4507}" destId="{E289EF03-9AD2-45EB-B23E-8E72C271B520}" srcOrd="0" destOrd="0" presId="urn:microsoft.com/office/officeart/2005/8/layout/hierarchy3"/>
    <dgm:cxn modelId="{9BE0554B-B0A4-40F7-A3A7-4ED103009D6F}" type="presOf" srcId="{5F0EABE9-817B-412A-96C8-7BA9610004F4}" destId="{E69EF82C-1638-4E46-9A24-44F6DE3D81DF}" srcOrd="0" destOrd="0" presId="urn:microsoft.com/office/officeart/2005/8/layout/hierarchy3"/>
    <dgm:cxn modelId="{7C318E4B-0678-42D4-908A-B545F38D6FF4}" type="presOf" srcId="{11EA3B1A-951F-4C57-8466-7B3756D1C627}" destId="{1781325D-DC0F-4B92-B54A-E8127B54F46A}" srcOrd="0" destOrd="0" presId="urn:microsoft.com/office/officeart/2005/8/layout/hierarchy3"/>
    <dgm:cxn modelId="{1611BF6B-5C7F-42E8-956A-8A54267D591B}" srcId="{526340E9-057B-4A09-81A4-9AABE99B514F}" destId="{381B776F-161E-485C-A948-877272437DE8}" srcOrd="1" destOrd="0" parTransId="{A732769B-7F5D-440E-BF18-BADAE4C7C1EF}" sibTransId="{67F2C63D-41A1-4D9E-8971-A2B4D3475924}"/>
    <dgm:cxn modelId="{CAF3C76B-6932-463B-A309-C08B4299A596}" type="presOf" srcId="{DCE36C13-FE2F-4738-8D9B-37A86995E07E}" destId="{066E2AE6-30DD-4C40-B51F-E14BB78D49D0}" srcOrd="0" destOrd="0" presId="urn:microsoft.com/office/officeart/2005/8/layout/hierarchy3"/>
    <dgm:cxn modelId="{D745334E-140A-47EA-8238-C948A495584C}" type="presOf" srcId="{6A55CB97-6990-41EF-95BD-4DAD27849A52}" destId="{5DA5A674-B391-427B-A064-43EA9EE2F08F}" srcOrd="0" destOrd="0" presId="urn:microsoft.com/office/officeart/2005/8/layout/hierarchy3"/>
    <dgm:cxn modelId="{611C486E-0AB3-40D1-B94F-757F0CED4162}" type="presOf" srcId="{720F3AAF-9B24-4CA2-A80C-A001B27CEBAC}" destId="{826A075F-632C-476A-83E6-B267491D855B}" srcOrd="0" destOrd="0" presId="urn:microsoft.com/office/officeart/2005/8/layout/hierarchy3"/>
    <dgm:cxn modelId="{E127DC4F-FAC7-42B6-937F-DC50BE157968}" srcId="{8A0B0D12-A5D6-4403-B89C-77CA9DE9BA6B}" destId="{526340E9-057B-4A09-81A4-9AABE99B514F}" srcOrd="2" destOrd="0" parTransId="{4E7B32C7-1AE5-4160-B5A6-B8CD323DF1E5}" sibTransId="{63E36B1A-EB4A-4224-A735-C3AEB940217A}"/>
    <dgm:cxn modelId="{7C47AA71-0F91-4B0D-BF07-39085C7B8487}" type="presOf" srcId="{116D12D8-5B86-4DB0-B346-0AC7B015DEFC}" destId="{FFB6CC68-6C70-4727-B15E-5DDD7FF3804E}" srcOrd="0" destOrd="0" presId="urn:microsoft.com/office/officeart/2005/8/layout/hierarchy3"/>
    <dgm:cxn modelId="{6754E151-D8BE-4A1C-AB68-87D3D7E6B368}" type="presOf" srcId="{D7D03FEB-CBE4-49A2-B3DC-BF41E8D5D505}" destId="{78D48617-D512-41C1-ABE0-2AF58CECFB3F}" srcOrd="0" destOrd="0" presId="urn:microsoft.com/office/officeart/2005/8/layout/hierarchy3"/>
    <dgm:cxn modelId="{6BD84773-135C-439D-AC69-9EF13D3AC9F9}" type="presOf" srcId="{76113ED6-5C37-49B0-A27E-852E9152EF12}" destId="{494CC604-2DC7-4F71-9633-FEA0CB653849}" srcOrd="0" destOrd="0" presId="urn:microsoft.com/office/officeart/2005/8/layout/hierarchy3"/>
    <dgm:cxn modelId="{0385F053-8B04-41B5-8DFE-9BBA41A46A6D}" type="presOf" srcId="{E76A19DE-4F5F-4B84-B703-48C6DAC8A3C1}" destId="{3E5627C2-274C-4498-ACF1-543EAC962193}" srcOrd="0" destOrd="0" presId="urn:microsoft.com/office/officeart/2005/8/layout/hierarchy3"/>
    <dgm:cxn modelId="{D7372454-BA96-4A9D-A479-2946C64C3CE6}" srcId="{5AB66F91-C60D-4481-95E7-BECACB72541B}" destId="{99FE3369-2EE3-4320-A1BE-9D6F9539F75D}" srcOrd="3" destOrd="0" parTransId="{FEE5ECFE-BA73-4D59-AFAB-C3F39C298F5B}" sibTransId="{C542CD92-A52B-4DD3-9B1E-9314F81B8152}"/>
    <dgm:cxn modelId="{161B3575-B94E-4370-B38C-1C53965909EA}" type="presOf" srcId="{5AB66F91-C60D-4481-95E7-BECACB72541B}" destId="{340FF7DD-11EB-427A-8EFA-0462B71B87F3}" srcOrd="1" destOrd="0" presId="urn:microsoft.com/office/officeart/2005/8/layout/hierarchy3"/>
    <dgm:cxn modelId="{D8981478-A101-47F1-9851-A6781C522574}" srcId="{526340E9-057B-4A09-81A4-9AABE99B514F}" destId="{8A019A81-644F-4278-8C34-28AF545C60E4}" srcOrd="3" destOrd="0" parTransId="{EE960325-DB28-442A-B32B-6F6AEAED4507}" sibTransId="{DFEAAB78-BB96-4598-A5F1-90EBEEA15F84}"/>
    <dgm:cxn modelId="{FE920C7D-229A-4B60-9363-50116539224C}" type="presOf" srcId="{0264743F-616B-427D-9AE4-B0D0DDCF8D77}" destId="{98531277-B564-4281-BC22-B021EA733D08}" srcOrd="0" destOrd="0" presId="urn:microsoft.com/office/officeart/2005/8/layout/hierarchy3"/>
    <dgm:cxn modelId="{8D57877F-68CF-4DA7-ABC8-27718DBA3D24}" type="presOf" srcId="{906B917A-3161-4CF9-9F48-4197B26C03A6}" destId="{6E1230CF-42BB-4A34-A6CD-23BE1243D964}" srcOrd="0" destOrd="0" presId="urn:microsoft.com/office/officeart/2005/8/layout/hierarchy3"/>
    <dgm:cxn modelId="{CBD72F81-9246-45DF-B750-B8818D9A048B}" type="presOf" srcId="{F3407E15-5C2B-4DB6-BBF8-7CB7E4FEE634}" destId="{76A83C13-9228-4D89-91F7-D90ED6481E54}" srcOrd="0" destOrd="0" presId="urn:microsoft.com/office/officeart/2005/8/layout/hierarchy3"/>
    <dgm:cxn modelId="{14D41583-34FD-47A8-9467-B582BBD3735D}" type="presOf" srcId="{FEE5ECFE-BA73-4D59-AFAB-C3F39C298F5B}" destId="{2C375B6E-638F-483E-9A3D-C30A874F4893}" srcOrd="0" destOrd="0" presId="urn:microsoft.com/office/officeart/2005/8/layout/hierarchy3"/>
    <dgm:cxn modelId="{B1169D85-BCF5-4FE2-A6AC-0FF0BF5D43F3}" srcId="{A5F66E51-1375-48E7-878E-1B14BB0889DE}" destId="{8EA184EB-F46C-4EF6-B934-5CDF75FB6C1C}" srcOrd="1" destOrd="0" parTransId="{9B7BFB46-CC56-4256-A7AE-3C6F02B51463}" sibTransId="{AE2D5A75-41CB-40A6-8602-C467B8F86360}"/>
    <dgm:cxn modelId="{14C68A86-7473-4AD3-A27A-1049FD6B959D}" type="presOf" srcId="{526340E9-057B-4A09-81A4-9AABE99B514F}" destId="{29225DF0-2D90-4AE4-B867-BEB7B263E3B0}" srcOrd="1" destOrd="0" presId="urn:microsoft.com/office/officeart/2005/8/layout/hierarchy3"/>
    <dgm:cxn modelId="{BE234E89-21C1-450E-8916-924F41F709DA}" type="presOf" srcId="{A5F66E51-1375-48E7-878E-1B14BB0889DE}" destId="{C00EE9B9-4ACE-40E7-BEF4-8474ECAF288B}" srcOrd="1" destOrd="0" presId="urn:microsoft.com/office/officeart/2005/8/layout/hierarchy3"/>
    <dgm:cxn modelId="{C996A990-2FFB-4543-9B01-03BFE718C57C}" srcId="{5DE1ECC0-1316-4094-9F29-3B42EBD04AEE}" destId="{BFDDB968-F796-429E-AD81-5D744B95FA41}" srcOrd="2" destOrd="0" parTransId="{11EA3B1A-951F-4C57-8466-7B3756D1C627}" sibTransId="{AF234B66-87FA-4BF4-B9FF-2A5FB03B55F5}"/>
    <dgm:cxn modelId="{797DED91-EB31-4E4A-A880-CEC05B317B72}" type="presOf" srcId="{E76A19DE-4F5F-4B84-B703-48C6DAC8A3C1}" destId="{F8B344C8-B76C-486E-84BF-78293E650C6A}" srcOrd="1" destOrd="0" presId="urn:microsoft.com/office/officeart/2005/8/layout/hierarchy3"/>
    <dgm:cxn modelId="{01F68998-5275-425D-9236-28091A45E5F0}" srcId="{5DE1ECC0-1316-4094-9F29-3B42EBD04AEE}" destId="{03E5BFDB-67EE-4100-9593-5BAD78A1C188}" srcOrd="1" destOrd="0" parTransId="{9DD8BC5E-89AB-4C7F-8DD0-722C2377ED82}" sibTransId="{342E344C-3B06-494C-8CF5-871AAEDD184D}"/>
    <dgm:cxn modelId="{14B4DC9E-09AA-4610-A63C-252DDD20FD16}" type="presOf" srcId="{3B31787C-0326-43C6-A889-AE12EBF6F8EA}" destId="{71340BDC-48AD-488A-BC0D-C2023075B556}" srcOrd="0" destOrd="0" presId="urn:microsoft.com/office/officeart/2005/8/layout/hierarchy3"/>
    <dgm:cxn modelId="{BA92E99F-A1EB-4A6C-84AE-66D90859ADC2}" type="presOf" srcId="{4C639E6A-0A39-4728-9C9E-2BDD49592F41}" destId="{28A7C0B8-1FAA-483A-880F-888E16BAB261}" srcOrd="0" destOrd="0" presId="urn:microsoft.com/office/officeart/2005/8/layout/hierarchy3"/>
    <dgm:cxn modelId="{1D357DA1-53B0-4BCB-B345-30766A8DB2B1}" type="presOf" srcId="{BFDDB968-F796-429E-AD81-5D744B95FA41}" destId="{ACAD2B83-3090-483A-A61A-CDC544AB589D}" srcOrd="0" destOrd="0" presId="urn:microsoft.com/office/officeart/2005/8/layout/hierarchy3"/>
    <dgm:cxn modelId="{3782FBA2-0A8A-47DE-831E-6973C40CCBE5}" type="presOf" srcId="{A5F66E51-1375-48E7-878E-1B14BB0889DE}" destId="{57A13360-41FA-4C96-AA82-4F6D0A4EB47D}" srcOrd="0" destOrd="0" presId="urn:microsoft.com/office/officeart/2005/8/layout/hierarchy3"/>
    <dgm:cxn modelId="{1FB3BEA8-4E61-41CA-BC25-A784CB46FB35}" type="presOf" srcId="{5AB66F91-C60D-4481-95E7-BECACB72541B}" destId="{0B4C0F04-3CBD-4F6A-A0F2-A015858ABD8D}" srcOrd="0" destOrd="0" presId="urn:microsoft.com/office/officeart/2005/8/layout/hierarchy3"/>
    <dgm:cxn modelId="{AE304BA9-7067-4346-8326-493FB68472D7}" srcId="{1ACD96AA-6EA7-43B8-8E17-2BFDD0827EA7}" destId="{D4E99DE0-8016-4D01-BF3A-FE60A4C0218C}" srcOrd="0" destOrd="0" parTransId="{1F6EC009-F767-4372-918B-926FDAB2A681}" sibTransId="{6A9A4906-3C82-4CC5-AD03-A3C26905B250}"/>
    <dgm:cxn modelId="{DA6CFEAE-34D1-42CF-8BBB-E6447BB51C8B}" type="presOf" srcId="{4763D737-C8AE-4D42-9206-16AC2F65130C}" destId="{0DDA472B-AD56-4DFB-ABB7-1AC33065E0EC}" srcOrd="0" destOrd="0" presId="urn:microsoft.com/office/officeart/2005/8/layout/hierarchy3"/>
    <dgm:cxn modelId="{213939B3-FAA6-40F9-AAD1-DA5C8FDB738D}" srcId="{526340E9-057B-4A09-81A4-9AABE99B514F}" destId="{A37F9E5B-5876-4AEB-8C6B-34994625F698}" srcOrd="0" destOrd="0" parTransId="{F3407E15-5C2B-4DB6-BBF8-7CB7E4FEE634}" sibTransId="{5BFD446B-4111-4102-8F4B-BD7DC0C6B108}"/>
    <dgm:cxn modelId="{FCDC1CB4-E262-4D08-B7C4-B07F82C94826}" type="presOf" srcId="{03E5BFDB-67EE-4100-9593-5BAD78A1C188}" destId="{3347AE4A-B1F5-4E92-B3E0-3A5BABAA3402}" srcOrd="0" destOrd="0" presId="urn:microsoft.com/office/officeart/2005/8/layout/hierarchy3"/>
    <dgm:cxn modelId="{A74AA7BB-AFD0-4F2C-929A-7F2CA2CC4ECA}" srcId="{1ACD96AA-6EA7-43B8-8E17-2BFDD0827EA7}" destId="{DA065981-CFF3-4414-A0BB-BEF815CFBAA8}" srcOrd="2" destOrd="0" parTransId="{11BBD7A1-4D72-4B97-A993-92AD7B30738E}" sibTransId="{D2E8619B-2E1B-4254-9138-802DC4F61AF7}"/>
    <dgm:cxn modelId="{15EE8CBC-D5A9-4847-9AB1-4A3BB4728BBB}" type="presOf" srcId="{526340E9-057B-4A09-81A4-9AABE99B514F}" destId="{5DC26075-1B84-42A3-834C-E1467A26F91E}" srcOrd="0" destOrd="0" presId="urn:microsoft.com/office/officeart/2005/8/layout/hierarchy3"/>
    <dgm:cxn modelId="{C440D6BC-24AC-4BB6-B9A2-2A9EDE9173BC}" srcId="{3B31787C-0326-43C6-A889-AE12EBF6F8EA}" destId="{DBD6623B-D4A2-4172-8845-228CCBA35BE1}" srcOrd="1" destOrd="0" parTransId="{6F9C3063-DBFD-4ABA-AFF3-B467F47923DF}" sibTransId="{3D51B777-8225-4731-8A7B-FD116C6B0509}"/>
    <dgm:cxn modelId="{A4F161C0-0FD6-44D2-B63E-9EDAF795F739}" srcId="{8A0B0D12-A5D6-4403-B89C-77CA9DE9BA6B}" destId="{3B31787C-0326-43C6-A889-AE12EBF6F8EA}" srcOrd="6" destOrd="0" parTransId="{E9F58A4F-1FA6-43C6-A85D-5708E615C943}" sibTransId="{DC2E7CCD-C64F-4622-AE9B-2BB5F2CFFBEB}"/>
    <dgm:cxn modelId="{BB154FC0-DF05-44A5-9159-DAD521F7858F}" type="presOf" srcId="{183EADF8-FCB8-4E50-929C-C1013FA0F27B}" destId="{8C1AF650-C4DD-482B-843F-9525F5E4A898}" srcOrd="0" destOrd="0" presId="urn:microsoft.com/office/officeart/2005/8/layout/hierarchy3"/>
    <dgm:cxn modelId="{A408A1C5-FEB0-4D87-8433-91D8B8AD0807}" srcId="{5AB66F91-C60D-4481-95E7-BECACB72541B}" destId="{183EADF8-FCB8-4E50-929C-C1013FA0F27B}" srcOrd="2" destOrd="0" parTransId="{9DDF1CFF-98D3-49EB-8C4D-123A84A4C927}" sibTransId="{3634B79C-E4BB-4B9E-9745-706F8D9613BD}"/>
    <dgm:cxn modelId="{FFE213CD-496E-4597-B3F3-9B2815562D80}" type="presOf" srcId="{48699E84-1F14-4940-895F-1906B850FA7B}" destId="{8DA3DEF4-DAF7-4430-B9A9-BC3747FF31DC}" srcOrd="0" destOrd="0" presId="urn:microsoft.com/office/officeart/2005/8/layout/hierarchy3"/>
    <dgm:cxn modelId="{27372ACF-6B30-4F10-8BCD-1881BD2C8D36}" type="presOf" srcId="{3B31787C-0326-43C6-A889-AE12EBF6F8EA}" destId="{DD792E90-1C37-4B98-A5F8-65F6DE34DCE7}" srcOrd="1" destOrd="0" presId="urn:microsoft.com/office/officeart/2005/8/layout/hierarchy3"/>
    <dgm:cxn modelId="{197B66D0-A3DD-4DBA-8453-97911DFD3916}" type="presOf" srcId="{8A0B0D12-A5D6-4403-B89C-77CA9DE9BA6B}" destId="{E380B61D-7A06-4B25-BE05-997A3B5AFBD8}" srcOrd="0" destOrd="0" presId="urn:microsoft.com/office/officeart/2005/8/layout/hierarchy3"/>
    <dgm:cxn modelId="{60E293D0-5F5C-4B26-9651-7C0E8630B334}" srcId="{5DE1ECC0-1316-4094-9F29-3B42EBD04AEE}" destId="{065195B7-816C-4AE4-9110-728B51A4DB61}" srcOrd="0" destOrd="0" parTransId="{B806BC92-88B8-4E1B-B0A7-9D8C636ECE7E}" sibTransId="{E8DC5388-6D7F-4725-9A19-9CB93F25C50A}"/>
    <dgm:cxn modelId="{4E6CFFD6-0901-40EA-84D9-0E1D944B4341}" type="presOf" srcId="{E6EC5C10-7EA0-4E52-86D1-97E4B1F8906A}" destId="{E6E4E0D3-8590-4109-A0CF-20886D72A930}" srcOrd="0" destOrd="0" presId="urn:microsoft.com/office/officeart/2005/8/layout/hierarchy3"/>
    <dgm:cxn modelId="{37AD9AD8-CEF5-4A19-94C9-4ED10BAA27FD}" type="presOf" srcId="{6A6471F9-FCA4-4295-8B6C-7ECE77299635}" destId="{18303AFE-CA82-4BE5-B360-B6B86B5A5CB3}" srcOrd="0" destOrd="0" presId="urn:microsoft.com/office/officeart/2005/8/layout/hierarchy3"/>
    <dgm:cxn modelId="{EF3E66D9-CE9B-4200-8BCD-77061E8FF234}" type="presOf" srcId="{6F9C3063-DBFD-4ABA-AFF3-B467F47923DF}" destId="{DE407A36-5EF2-4D15-A82E-997898AF3A04}" srcOrd="0" destOrd="0" presId="urn:microsoft.com/office/officeart/2005/8/layout/hierarchy3"/>
    <dgm:cxn modelId="{4C9398D9-3033-412E-983E-A5A29983DD77}" srcId="{E76A19DE-4F5F-4B84-B703-48C6DAC8A3C1}" destId="{0D120BE7-4819-434B-AEB5-53AE04C67E77}" srcOrd="2" destOrd="0" parTransId="{4C639E6A-0A39-4728-9C9E-2BDD49592F41}" sibTransId="{C58DE38B-7256-4555-8ABB-FCA9C82B305B}"/>
    <dgm:cxn modelId="{FAA1B0D9-D35C-4F63-B993-95C19CC21965}" type="presOf" srcId="{1ACD96AA-6EA7-43B8-8E17-2BFDD0827EA7}" destId="{6F656236-B508-4609-814E-6125853C5856}" srcOrd="0" destOrd="0" presId="urn:microsoft.com/office/officeart/2005/8/layout/hierarchy3"/>
    <dgm:cxn modelId="{D9E50DDA-ED92-4F04-8540-E0BB6C007FCA}" type="presOf" srcId="{9B7BFB46-CC56-4256-A7AE-3C6F02B51463}" destId="{2A9779F9-8CBA-492F-A14B-1C5B6CF0702B}" srcOrd="0" destOrd="0" presId="urn:microsoft.com/office/officeart/2005/8/layout/hierarchy3"/>
    <dgm:cxn modelId="{2531F6DA-A566-407B-8999-E139EBEA5031}" srcId="{5AB66F91-C60D-4481-95E7-BECACB72541B}" destId="{48699E84-1F14-4940-895F-1906B850FA7B}" srcOrd="1" destOrd="0" parTransId="{5A6B94A4-70DC-4DF2-B03B-691331917213}" sibTransId="{4D11209B-1222-4FBA-972F-498642224C04}"/>
    <dgm:cxn modelId="{474BFFDC-76F1-45FB-929C-0F62A22F348F}" type="presOf" srcId="{1ACD96AA-6EA7-43B8-8E17-2BFDD0827EA7}" destId="{0576E3C9-87E2-4B6C-9A92-461CF79726F2}" srcOrd="1" destOrd="0" presId="urn:microsoft.com/office/officeart/2005/8/layout/hierarchy3"/>
    <dgm:cxn modelId="{689B40E0-D3C1-4E89-993F-56F98DAB9E49}" type="presOf" srcId="{DBD6623B-D4A2-4172-8845-228CCBA35BE1}" destId="{976045A8-5B3C-4B3E-8B50-B2C5D9F776A7}" srcOrd="0" destOrd="0" presId="urn:microsoft.com/office/officeart/2005/8/layout/hierarchy3"/>
    <dgm:cxn modelId="{48CBEDE3-CDDE-4C44-8C85-0B01AA3CD359}" srcId="{A5F66E51-1375-48E7-878E-1B14BB0889DE}" destId="{6A55CB97-6990-41EF-95BD-4DAD27849A52}" srcOrd="2" destOrd="0" parTransId="{720F3AAF-9B24-4CA2-A80C-A001B27CEBAC}" sibTransId="{27C380E8-DA74-45A6-ADB6-F683925DC106}"/>
    <dgm:cxn modelId="{182BBBEA-5CE5-4003-B635-22EEB449A344}" type="presOf" srcId="{5A6B94A4-70DC-4DF2-B03B-691331917213}" destId="{E2BC6F3F-F56E-4ABC-8DEB-D2AB6F659569}" srcOrd="0" destOrd="0" presId="urn:microsoft.com/office/officeart/2005/8/layout/hierarchy3"/>
    <dgm:cxn modelId="{24E7AAEF-C9D0-43BD-8EB4-176B92DF11B2}" type="presOf" srcId="{99233E2B-03BE-4ADC-BBB5-23B6ED2E0BE4}" destId="{670B36A5-8454-46E1-84E2-13A3AE911459}" srcOrd="0" destOrd="0" presId="urn:microsoft.com/office/officeart/2005/8/layout/hierarchy3"/>
    <dgm:cxn modelId="{11F135F0-3E08-4B65-9C74-A9F218131ECF}" type="presOf" srcId="{065195B7-816C-4AE4-9110-728B51A4DB61}" destId="{6C7FBECC-D05F-45FD-A5DC-58817BFD55D3}" srcOrd="0" destOrd="0" presId="urn:microsoft.com/office/officeart/2005/8/layout/hierarchy3"/>
    <dgm:cxn modelId="{D30029F2-BBF8-471F-BF8B-E39592BE47DA}" type="presOf" srcId="{140E0191-4645-4B8F-AA5B-1B922A03F62B}" destId="{348B54B6-F9A4-46DC-9266-2B88E5944DCB}" srcOrd="0" destOrd="0" presId="urn:microsoft.com/office/officeart/2005/8/layout/hierarchy3"/>
    <dgm:cxn modelId="{549F50F7-9682-49F4-B215-29362DF37151}" type="presOf" srcId="{23E8CBD2-44A1-4531-9FDC-DBEAA19E8690}" destId="{238F5E9B-E285-4334-877B-8CC4D05D7645}" srcOrd="0" destOrd="0" presId="urn:microsoft.com/office/officeart/2005/8/layout/hierarchy3"/>
    <dgm:cxn modelId="{014008FB-D118-4D41-B3D9-1FB35271F4EF}" srcId="{1ACD96AA-6EA7-43B8-8E17-2BFDD0827EA7}" destId="{6A6471F9-FCA4-4295-8B6C-7ECE77299635}" srcOrd="3" destOrd="0" parTransId="{5F0EABE9-817B-412A-96C8-7BA9610004F4}" sibTransId="{B7D0A4AD-E223-4147-8585-04CCE49B1AD3}"/>
    <dgm:cxn modelId="{57F05758-201A-459C-B78A-03A127E38FBA}" type="presParOf" srcId="{E380B61D-7A06-4B25-BE05-997A3B5AFBD8}" destId="{690F760F-1646-4335-A196-DB95C4F44862}" srcOrd="0" destOrd="0" presId="urn:microsoft.com/office/officeart/2005/8/layout/hierarchy3"/>
    <dgm:cxn modelId="{B7C5A7A7-6B86-4DB6-8BC7-FC9181A002E3}" type="presParOf" srcId="{690F760F-1646-4335-A196-DB95C4F44862}" destId="{2385A70A-68FD-468C-B2BA-65CFD1F8E33B}" srcOrd="0" destOrd="0" presId="urn:microsoft.com/office/officeart/2005/8/layout/hierarchy3"/>
    <dgm:cxn modelId="{35C0E906-94AF-4B50-82C6-9C90FAED347A}" type="presParOf" srcId="{2385A70A-68FD-468C-B2BA-65CFD1F8E33B}" destId="{6F656236-B508-4609-814E-6125853C5856}" srcOrd="0" destOrd="0" presId="urn:microsoft.com/office/officeart/2005/8/layout/hierarchy3"/>
    <dgm:cxn modelId="{6CADB0DA-FB05-4B65-B1AB-3D97152E8162}" type="presParOf" srcId="{2385A70A-68FD-468C-B2BA-65CFD1F8E33B}" destId="{0576E3C9-87E2-4B6C-9A92-461CF79726F2}" srcOrd="1" destOrd="0" presId="urn:microsoft.com/office/officeart/2005/8/layout/hierarchy3"/>
    <dgm:cxn modelId="{E808FB02-D5BC-4A3D-B1A3-1B83B5F0EA8F}" type="presParOf" srcId="{690F760F-1646-4335-A196-DB95C4F44862}" destId="{AE834478-B497-444D-BEFC-5AEA948F3C6A}" srcOrd="1" destOrd="0" presId="urn:microsoft.com/office/officeart/2005/8/layout/hierarchy3"/>
    <dgm:cxn modelId="{F5AC3EC3-87CB-472B-9CA2-C071255A60F6}" type="presParOf" srcId="{AE834478-B497-444D-BEFC-5AEA948F3C6A}" destId="{295AC3A1-23D7-45CB-8F2B-36B1A6839B2C}" srcOrd="0" destOrd="0" presId="urn:microsoft.com/office/officeart/2005/8/layout/hierarchy3"/>
    <dgm:cxn modelId="{4E8C39D7-E1B0-4B99-B8C5-03868F36C622}" type="presParOf" srcId="{AE834478-B497-444D-BEFC-5AEA948F3C6A}" destId="{29FFF2E9-8FFF-4E00-AC3E-FAB70E815F18}" srcOrd="1" destOrd="0" presId="urn:microsoft.com/office/officeart/2005/8/layout/hierarchy3"/>
    <dgm:cxn modelId="{BDA81B4A-1EC2-4E35-82ED-DBEA26E23C6C}" type="presParOf" srcId="{AE834478-B497-444D-BEFC-5AEA948F3C6A}" destId="{F35C2C7B-9FA0-48A3-BA12-C05C6DB956C4}" srcOrd="2" destOrd="0" presId="urn:microsoft.com/office/officeart/2005/8/layout/hierarchy3"/>
    <dgm:cxn modelId="{4ED2D0D4-AF47-46DC-A890-ABDCD6877F38}" type="presParOf" srcId="{AE834478-B497-444D-BEFC-5AEA948F3C6A}" destId="{78D48617-D512-41C1-ABE0-2AF58CECFB3F}" srcOrd="3" destOrd="0" presId="urn:microsoft.com/office/officeart/2005/8/layout/hierarchy3"/>
    <dgm:cxn modelId="{A6B499F5-EDD6-4C0F-BECC-C41F1437795C}" type="presParOf" srcId="{AE834478-B497-444D-BEFC-5AEA948F3C6A}" destId="{FB40FA29-EC55-411E-9EC3-6E3D507C9716}" srcOrd="4" destOrd="0" presId="urn:microsoft.com/office/officeart/2005/8/layout/hierarchy3"/>
    <dgm:cxn modelId="{9E8D78E3-DA4C-4631-93CD-165F3C6E7C33}" type="presParOf" srcId="{AE834478-B497-444D-BEFC-5AEA948F3C6A}" destId="{A7DB1BD1-BB42-4DB3-BCFD-A7ADCCC9C9A9}" srcOrd="5" destOrd="0" presId="urn:microsoft.com/office/officeart/2005/8/layout/hierarchy3"/>
    <dgm:cxn modelId="{EFE228CC-C334-46D0-BF11-DB6508FF4C4A}" type="presParOf" srcId="{AE834478-B497-444D-BEFC-5AEA948F3C6A}" destId="{E69EF82C-1638-4E46-9A24-44F6DE3D81DF}" srcOrd="6" destOrd="0" presId="urn:microsoft.com/office/officeart/2005/8/layout/hierarchy3"/>
    <dgm:cxn modelId="{11189C6A-9FD0-4B95-BB43-5811A2F92241}" type="presParOf" srcId="{AE834478-B497-444D-BEFC-5AEA948F3C6A}" destId="{18303AFE-CA82-4BE5-B360-B6B86B5A5CB3}" srcOrd="7" destOrd="0" presId="urn:microsoft.com/office/officeart/2005/8/layout/hierarchy3"/>
    <dgm:cxn modelId="{28A1F849-D7C3-409F-AC47-2C83B22A5F31}" type="presParOf" srcId="{E380B61D-7A06-4B25-BE05-997A3B5AFBD8}" destId="{8D6F5DCC-49B3-43F6-ABE6-60754072843B}" srcOrd="1" destOrd="0" presId="urn:microsoft.com/office/officeart/2005/8/layout/hierarchy3"/>
    <dgm:cxn modelId="{DC1B3AF5-1A4F-49BD-858C-F96D4E563925}" type="presParOf" srcId="{8D6F5DCC-49B3-43F6-ABE6-60754072843B}" destId="{E7CE220E-4511-4C48-80B8-8DA3F0AA25E3}" srcOrd="0" destOrd="0" presId="urn:microsoft.com/office/officeart/2005/8/layout/hierarchy3"/>
    <dgm:cxn modelId="{E707AE93-8595-4490-B2AF-571C5C15514C}" type="presParOf" srcId="{E7CE220E-4511-4C48-80B8-8DA3F0AA25E3}" destId="{72194F28-CAA3-488B-A86C-F764FA00B2F4}" srcOrd="0" destOrd="0" presId="urn:microsoft.com/office/officeart/2005/8/layout/hierarchy3"/>
    <dgm:cxn modelId="{0CE60BD9-9B1E-4A61-96A1-6F3B31CCCA84}" type="presParOf" srcId="{E7CE220E-4511-4C48-80B8-8DA3F0AA25E3}" destId="{AD5AE7E5-13FF-405D-B46A-2DF045E81D4A}" srcOrd="1" destOrd="0" presId="urn:microsoft.com/office/officeart/2005/8/layout/hierarchy3"/>
    <dgm:cxn modelId="{3EC07DEE-3BFD-48E0-8602-36E60B79328C}" type="presParOf" srcId="{8D6F5DCC-49B3-43F6-ABE6-60754072843B}" destId="{5A312E84-9557-4FD8-9DDC-AF632E22E613}" srcOrd="1" destOrd="0" presId="urn:microsoft.com/office/officeart/2005/8/layout/hierarchy3"/>
    <dgm:cxn modelId="{00244F18-1EE0-46B0-8780-C693E7AA0653}" type="presParOf" srcId="{5A312E84-9557-4FD8-9DDC-AF632E22E613}" destId="{A4074018-4089-4FE3-B004-2C4C41D4C3BA}" srcOrd="0" destOrd="0" presId="urn:microsoft.com/office/officeart/2005/8/layout/hierarchy3"/>
    <dgm:cxn modelId="{3C6D0550-239F-4AA6-A93C-9B0D3F550383}" type="presParOf" srcId="{5A312E84-9557-4FD8-9DDC-AF632E22E613}" destId="{6C7FBECC-D05F-45FD-A5DC-58817BFD55D3}" srcOrd="1" destOrd="0" presId="urn:microsoft.com/office/officeart/2005/8/layout/hierarchy3"/>
    <dgm:cxn modelId="{5CBF0D14-7ED5-422A-87F2-68BD6D506C04}" type="presParOf" srcId="{5A312E84-9557-4FD8-9DDC-AF632E22E613}" destId="{2A5DBD40-F407-4015-86F4-731CF8CCA664}" srcOrd="2" destOrd="0" presId="urn:microsoft.com/office/officeart/2005/8/layout/hierarchy3"/>
    <dgm:cxn modelId="{267043AE-40B2-40B0-937A-4B7CA543F0C9}" type="presParOf" srcId="{5A312E84-9557-4FD8-9DDC-AF632E22E613}" destId="{3347AE4A-B1F5-4E92-B3E0-3A5BABAA3402}" srcOrd="3" destOrd="0" presId="urn:microsoft.com/office/officeart/2005/8/layout/hierarchy3"/>
    <dgm:cxn modelId="{6BBAEDD7-8865-460E-A379-0C0A4DDC0A76}" type="presParOf" srcId="{5A312E84-9557-4FD8-9DDC-AF632E22E613}" destId="{1781325D-DC0F-4B92-B54A-E8127B54F46A}" srcOrd="4" destOrd="0" presId="urn:microsoft.com/office/officeart/2005/8/layout/hierarchy3"/>
    <dgm:cxn modelId="{F87DD4C1-4B3B-4A8D-AA27-457F5A9BA411}" type="presParOf" srcId="{5A312E84-9557-4FD8-9DDC-AF632E22E613}" destId="{ACAD2B83-3090-483A-A61A-CDC544AB589D}" srcOrd="5" destOrd="0" presId="urn:microsoft.com/office/officeart/2005/8/layout/hierarchy3"/>
    <dgm:cxn modelId="{9D515E24-40D9-4286-AB93-308C3A1E0C84}" type="presParOf" srcId="{E380B61D-7A06-4B25-BE05-997A3B5AFBD8}" destId="{F415C2F1-E641-4D35-9F72-942E05E79FA5}" srcOrd="2" destOrd="0" presId="urn:microsoft.com/office/officeart/2005/8/layout/hierarchy3"/>
    <dgm:cxn modelId="{924E7213-D7BD-4D8D-B988-05EEA3A6031A}" type="presParOf" srcId="{F415C2F1-E641-4D35-9F72-942E05E79FA5}" destId="{8A78F931-D8F9-4F43-95C3-F3CFF89F3739}" srcOrd="0" destOrd="0" presId="urn:microsoft.com/office/officeart/2005/8/layout/hierarchy3"/>
    <dgm:cxn modelId="{EA3C1DFA-5C46-4C5E-B435-9B92B27DDCC5}" type="presParOf" srcId="{8A78F931-D8F9-4F43-95C3-F3CFF89F3739}" destId="{5DC26075-1B84-42A3-834C-E1467A26F91E}" srcOrd="0" destOrd="0" presId="urn:microsoft.com/office/officeart/2005/8/layout/hierarchy3"/>
    <dgm:cxn modelId="{FE437CF2-ECD8-4067-920C-371A23A4448A}" type="presParOf" srcId="{8A78F931-D8F9-4F43-95C3-F3CFF89F3739}" destId="{29225DF0-2D90-4AE4-B867-BEB7B263E3B0}" srcOrd="1" destOrd="0" presId="urn:microsoft.com/office/officeart/2005/8/layout/hierarchy3"/>
    <dgm:cxn modelId="{D3FFC3BE-046A-413E-B2EF-FB8630CD00B1}" type="presParOf" srcId="{F415C2F1-E641-4D35-9F72-942E05E79FA5}" destId="{4BA45CD0-6211-4BA8-9214-F12FC24F4718}" srcOrd="1" destOrd="0" presId="urn:microsoft.com/office/officeart/2005/8/layout/hierarchy3"/>
    <dgm:cxn modelId="{76D159C6-8BAE-45F8-8994-7521737411E6}" type="presParOf" srcId="{4BA45CD0-6211-4BA8-9214-F12FC24F4718}" destId="{76A83C13-9228-4D89-91F7-D90ED6481E54}" srcOrd="0" destOrd="0" presId="urn:microsoft.com/office/officeart/2005/8/layout/hierarchy3"/>
    <dgm:cxn modelId="{D88C6849-E4C7-4AE7-A061-177C68BA40A4}" type="presParOf" srcId="{4BA45CD0-6211-4BA8-9214-F12FC24F4718}" destId="{7EEBBA6B-444B-4004-981A-CF5B353419BC}" srcOrd="1" destOrd="0" presId="urn:microsoft.com/office/officeart/2005/8/layout/hierarchy3"/>
    <dgm:cxn modelId="{E64F724F-A7AF-4370-8AB5-7BCD6411A858}" type="presParOf" srcId="{4BA45CD0-6211-4BA8-9214-F12FC24F4718}" destId="{3DDCDB0A-6D1B-485E-AA83-A742B44CD4F7}" srcOrd="2" destOrd="0" presId="urn:microsoft.com/office/officeart/2005/8/layout/hierarchy3"/>
    <dgm:cxn modelId="{8017B318-6055-4A91-B3AA-039E4E7C2EDD}" type="presParOf" srcId="{4BA45CD0-6211-4BA8-9214-F12FC24F4718}" destId="{D1E8F437-F543-43B8-8154-BBDB4A28822A}" srcOrd="3" destOrd="0" presId="urn:microsoft.com/office/officeart/2005/8/layout/hierarchy3"/>
    <dgm:cxn modelId="{B6E4B2A2-2BE6-4975-86A0-2749FD83C72A}" type="presParOf" srcId="{4BA45CD0-6211-4BA8-9214-F12FC24F4718}" destId="{238F5E9B-E285-4334-877B-8CC4D05D7645}" srcOrd="4" destOrd="0" presId="urn:microsoft.com/office/officeart/2005/8/layout/hierarchy3"/>
    <dgm:cxn modelId="{3626C956-F731-4EF9-B84F-2394AF715929}" type="presParOf" srcId="{4BA45CD0-6211-4BA8-9214-F12FC24F4718}" destId="{28857CA9-5471-45B0-99E5-A9122F378BFF}" srcOrd="5" destOrd="0" presId="urn:microsoft.com/office/officeart/2005/8/layout/hierarchy3"/>
    <dgm:cxn modelId="{BEF069F0-3687-4A52-9DD3-B26AECAB5ABF}" type="presParOf" srcId="{4BA45CD0-6211-4BA8-9214-F12FC24F4718}" destId="{E289EF03-9AD2-45EB-B23E-8E72C271B520}" srcOrd="6" destOrd="0" presId="urn:microsoft.com/office/officeart/2005/8/layout/hierarchy3"/>
    <dgm:cxn modelId="{3A4CF91A-DE35-495B-A2FD-A5EC19D82F8D}" type="presParOf" srcId="{4BA45CD0-6211-4BA8-9214-F12FC24F4718}" destId="{B3591306-1E16-43B6-925C-1526683F7F13}" srcOrd="7" destOrd="0" presId="urn:microsoft.com/office/officeart/2005/8/layout/hierarchy3"/>
    <dgm:cxn modelId="{7299DEFA-54AD-4059-97DC-64FD0E0B2D39}" type="presParOf" srcId="{E380B61D-7A06-4B25-BE05-997A3B5AFBD8}" destId="{469C6745-1E42-45FF-BF27-AC697700B5D8}" srcOrd="3" destOrd="0" presId="urn:microsoft.com/office/officeart/2005/8/layout/hierarchy3"/>
    <dgm:cxn modelId="{3F8EDFA2-2A52-4739-9539-4F72BBFE805E}" type="presParOf" srcId="{469C6745-1E42-45FF-BF27-AC697700B5D8}" destId="{FFB3EA3B-65A0-4B66-843F-4AB62467DC89}" srcOrd="0" destOrd="0" presId="urn:microsoft.com/office/officeart/2005/8/layout/hierarchy3"/>
    <dgm:cxn modelId="{2B498EF7-6D81-465E-A52D-DC43FF5B4376}" type="presParOf" srcId="{FFB3EA3B-65A0-4B66-843F-4AB62467DC89}" destId="{0B4C0F04-3CBD-4F6A-A0F2-A015858ABD8D}" srcOrd="0" destOrd="0" presId="urn:microsoft.com/office/officeart/2005/8/layout/hierarchy3"/>
    <dgm:cxn modelId="{EC8588DB-8CFD-4F3A-B550-EC1ECC041DDB}" type="presParOf" srcId="{FFB3EA3B-65A0-4B66-843F-4AB62467DC89}" destId="{340FF7DD-11EB-427A-8EFA-0462B71B87F3}" srcOrd="1" destOrd="0" presId="urn:microsoft.com/office/officeart/2005/8/layout/hierarchy3"/>
    <dgm:cxn modelId="{9C998048-66C9-4292-986B-A146798C9E45}" type="presParOf" srcId="{469C6745-1E42-45FF-BF27-AC697700B5D8}" destId="{114463F4-2533-4477-9BBD-4AE318A9B895}" srcOrd="1" destOrd="0" presId="urn:microsoft.com/office/officeart/2005/8/layout/hierarchy3"/>
    <dgm:cxn modelId="{FA2FF659-63FF-44F6-8439-85A9AA7FB350}" type="presParOf" srcId="{114463F4-2533-4477-9BBD-4AE318A9B895}" destId="{FFB6CC68-6C70-4727-B15E-5DDD7FF3804E}" srcOrd="0" destOrd="0" presId="urn:microsoft.com/office/officeart/2005/8/layout/hierarchy3"/>
    <dgm:cxn modelId="{49813D13-14CA-47CB-ADA3-8CE7D67D942E}" type="presParOf" srcId="{114463F4-2533-4477-9BBD-4AE318A9B895}" destId="{6E1230CF-42BB-4A34-A6CD-23BE1243D964}" srcOrd="1" destOrd="0" presId="urn:microsoft.com/office/officeart/2005/8/layout/hierarchy3"/>
    <dgm:cxn modelId="{733E542A-7181-47D4-8012-8904043BCB60}" type="presParOf" srcId="{114463F4-2533-4477-9BBD-4AE318A9B895}" destId="{E2BC6F3F-F56E-4ABC-8DEB-D2AB6F659569}" srcOrd="2" destOrd="0" presId="urn:microsoft.com/office/officeart/2005/8/layout/hierarchy3"/>
    <dgm:cxn modelId="{D9DDA1F1-3BAA-4343-8881-2AA270CBAD14}" type="presParOf" srcId="{114463F4-2533-4477-9BBD-4AE318A9B895}" destId="{8DA3DEF4-DAF7-4430-B9A9-BC3747FF31DC}" srcOrd="3" destOrd="0" presId="urn:microsoft.com/office/officeart/2005/8/layout/hierarchy3"/>
    <dgm:cxn modelId="{3B58C313-AE3F-4C7D-8018-A9F44F564789}" type="presParOf" srcId="{114463F4-2533-4477-9BBD-4AE318A9B895}" destId="{DD14F936-3E1D-45C7-B2B4-854964EAF021}" srcOrd="4" destOrd="0" presId="urn:microsoft.com/office/officeart/2005/8/layout/hierarchy3"/>
    <dgm:cxn modelId="{6B1E4523-7BD2-4140-A099-68B8DDF2481A}" type="presParOf" srcId="{114463F4-2533-4477-9BBD-4AE318A9B895}" destId="{8C1AF650-C4DD-482B-843F-9525F5E4A898}" srcOrd="5" destOrd="0" presId="urn:microsoft.com/office/officeart/2005/8/layout/hierarchy3"/>
    <dgm:cxn modelId="{53F60E4D-67AD-451B-BE5B-72FA57C1654A}" type="presParOf" srcId="{114463F4-2533-4477-9BBD-4AE318A9B895}" destId="{2C375B6E-638F-483E-9A3D-C30A874F4893}" srcOrd="6" destOrd="0" presId="urn:microsoft.com/office/officeart/2005/8/layout/hierarchy3"/>
    <dgm:cxn modelId="{1B76B55F-06C7-4E1E-B0A2-A74DBB375E9F}" type="presParOf" srcId="{114463F4-2533-4477-9BBD-4AE318A9B895}" destId="{685763E4-D355-4ECF-8846-534CF2B1CAF6}" srcOrd="7" destOrd="0" presId="urn:microsoft.com/office/officeart/2005/8/layout/hierarchy3"/>
    <dgm:cxn modelId="{7BEE616C-3343-4504-B2EB-F8E3113B5066}" type="presParOf" srcId="{E380B61D-7A06-4B25-BE05-997A3B5AFBD8}" destId="{2B36E087-1CE5-42F2-BB61-96E1A0653D1C}" srcOrd="4" destOrd="0" presId="urn:microsoft.com/office/officeart/2005/8/layout/hierarchy3"/>
    <dgm:cxn modelId="{2C18AE55-9492-4BBF-94B1-D42B07B45EE9}" type="presParOf" srcId="{2B36E087-1CE5-42F2-BB61-96E1A0653D1C}" destId="{8062BFCC-3D5C-497E-8BE9-F0749BE825D9}" srcOrd="0" destOrd="0" presId="urn:microsoft.com/office/officeart/2005/8/layout/hierarchy3"/>
    <dgm:cxn modelId="{277E91CE-B31C-4F4C-A6C5-97A593D113DD}" type="presParOf" srcId="{8062BFCC-3D5C-497E-8BE9-F0749BE825D9}" destId="{3E5627C2-274C-4498-ACF1-543EAC962193}" srcOrd="0" destOrd="0" presId="urn:microsoft.com/office/officeart/2005/8/layout/hierarchy3"/>
    <dgm:cxn modelId="{164E7D19-359B-4778-9B64-34FB00E20CA8}" type="presParOf" srcId="{8062BFCC-3D5C-497E-8BE9-F0749BE825D9}" destId="{F8B344C8-B76C-486E-84BF-78293E650C6A}" srcOrd="1" destOrd="0" presId="urn:microsoft.com/office/officeart/2005/8/layout/hierarchy3"/>
    <dgm:cxn modelId="{0C6E4C5A-AAFC-4612-AE11-9B886E8CE55C}" type="presParOf" srcId="{2B36E087-1CE5-42F2-BB61-96E1A0653D1C}" destId="{15A4D6A6-B571-4066-92CD-9AC3728D1517}" srcOrd="1" destOrd="0" presId="urn:microsoft.com/office/officeart/2005/8/layout/hierarchy3"/>
    <dgm:cxn modelId="{E05E1E49-ACF1-4B52-BB46-B8E083F88BAD}" type="presParOf" srcId="{15A4D6A6-B571-4066-92CD-9AC3728D1517}" destId="{066E2AE6-30DD-4C40-B51F-E14BB78D49D0}" srcOrd="0" destOrd="0" presId="urn:microsoft.com/office/officeart/2005/8/layout/hierarchy3"/>
    <dgm:cxn modelId="{1FD20E92-E2B2-477B-B2F6-99CC40060B7E}" type="presParOf" srcId="{15A4D6A6-B571-4066-92CD-9AC3728D1517}" destId="{9CDA8F0C-818A-4B7F-826F-41994C0B49FF}" srcOrd="1" destOrd="0" presId="urn:microsoft.com/office/officeart/2005/8/layout/hierarchy3"/>
    <dgm:cxn modelId="{4BF59ED6-F021-478C-9674-3BDEFDBBFE0C}" type="presParOf" srcId="{15A4D6A6-B571-4066-92CD-9AC3728D1517}" destId="{98531277-B564-4281-BC22-B021EA733D08}" srcOrd="2" destOrd="0" presId="urn:microsoft.com/office/officeart/2005/8/layout/hierarchy3"/>
    <dgm:cxn modelId="{76E6B51E-52EC-469D-B984-207EEA46FA1A}" type="presParOf" srcId="{15A4D6A6-B571-4066-92CD-9AC3728D1517}" destId="{494CC604-2DC7-4F71-9633-FEA0CB653849}" srcOrd="3" destOrd="0" presId="urn:microsoft.com/office/officeart/2005/8/layout/hierarchy3"/>
    <dgm:cxn modelId="{5F75B708-1C46-4B54-9AE7-0BF1A8244DC8}" type="presParOf" srcId="{15A4D6A6-B571-4066-92CD-9AC3728D1517}" destId="{28A7C0B8-1FAA-483A-880F-888E16BAB261}" srcOrd="4" destOrd="0" presId="urn:microsoft.com/office/officeart/2005/8/layout/hierarchy3"/>
    <dgm:cxn modelId="{1C0E4E08-9C93-4551-B6A8-8F38A90A3EB0}" type="presParOf" srcId="{15A4D6A6-B571-4066-92CD-9AC3728D1517}" destId="{54E0D9FE-9E06-4DB9-89ED-6FD1160B5FC0}" srcOrd="5" destOrd="0" presId="urn:microsoft.com/office/officeart/2005/8/layout/hierarchy3"/>
    <dgm:cxn modelId="{00D8E890-8EBB-4211-9CDD-2BA560E5AEF2}" type="presParOf" srcId="{E380B61D-7A06-4B25-BE05-997A3B5AFBD8}" destId="{FCA232EA-98B1-4455-B107-0DAC0C3EF31A}" srcOrd="5" destOrd="0" presId="urn:microsoft.com/office/officeart/2005/8/layout/hierarchy3"/>
    <dgm:cxn modelId="{2F3B1113-7C4C-4040-AF90-6F8B81E5FD16}" type="presParOf" srcId="{FCA232EA-98B1-4455-B107-0DAC0C3EF31A}" destId="{8B2C1CA6-E4F2-4D66-BF17-04C6B4AACFAE}" srcOrd="0" destOrd="0" presId="urn:microsoft.com/office/officeart/2005/8/layout/hierarchy3"/>
    <dgm:cxn modelId="{D125A6CA-06F0-4D80-B478-12C68316C7D2}" type="presParOf" srcId="{8B2C1CA6-E4F2-4D66-BF17-04C6B4AACFAE}" destId="{57A13360-41FA-4C96-AA82-4F6D0A4EB47D}" srcOrd="0" destOrd="0" presId="urn:microsoft.com/office/officeart/2005/8/layout/hierarchy3"/>
    <dgm:cxn modelId="{64021C08-07CC-4C1B-9209-72532284B062}" type="presParOf" srcId="{8B2C1CA6-E4F2-4D66-BF17-04C6B4AACFAE}" destId="{C00EE9B9-4ACE-40E7-BEF4-8474ECAF288B}" srcOrd="1" destOrd="0" presId="urn:microsoft.com/office/officeart/2005/8/layout/hierarchy3"/>
    <dgm:cxn modelId="{FAF23107-0794-4A8F-91F6-3E1F2243AC25}" type="presParOf" srcId="{FCA232EA-98B1-4455-B107-0DAC0C3EF31A}" destId="{EDD9EEAB-3AF2-4769-B511-8B80B49031EB}" srcOrd="1" destOrd="0" presId="urn:microsoft.com/office/officeart/2005/8/layout/hierarchy3"/>
    <dgm:cxn modelId="{BACAEE71-5EE4-41CA-B467-4C52EB940872}" type="presParOf" srcId="{EDD9EEAB-3AF2-4769-B511-8B80B49031EB}" destId="{323CD33B-6DCD-4BCA-AEAB-EE6E93AE870A}" srcOrd="0" destOrd="0" presId="urn:microsoft.com/office/officeart/2005/8/layout/hierarchy3"/>
    <dgm:cxn modelId="{332CF0AF-306E-4DF2-BC70-68D3F3086082}" type="presParOf" srcId="{EDD9EEAB-3AF2-4769-B511-8B80B49031EB}" destId="{BC4CE323-42A7-463F-9CD5-AA1878D41333}" srcOrd="1" destOrd="0" presId="urn:microsoft.com/office/officeart/2005/8/layout/hierarchy3"/>
    <dgm:cxn modelId="{F94ABAD7-5413-432A-922D-EDAA4CA18022}" type="presParOf" srcId="{EDD9EEAB-3AF2-4769-B511-8B80B49031EB}" destId="{2A9779F9-8CBA-492F-A14B-1C5B6CF0702B}" srcOrd="2" destOrd="0" presId="urn:microsoft.com/office/officeart/2005/8/layout/hierarchy3"/>
    <dgm:cxn modelId="{D8FD4895-2F14-4CD5-8752-AF28DD565519}" type="presParOf" srcId="{EDD9EEAB-3AF2-4769-B511-8B80B49031EB}" destId="{15DEE1E1-B5A3-43B9-B56B-1130C7315135}" srcOrd="3" destOrd="0" presId="urn:microsoft.com/office/officeart/2005/8/layout/hierarchy3"/>
    <dgm:cxn modelId="{F82D9F49-BCAE-45DA-A05B-92A446E73838}" type="presParOf" srcId="{EDD9EEAB-3AF2-4769-B511-8B80B49031EB}" destId="{826A075F-632C-476A-83E6-B267491D855B}" srcOrd="4" destOrd="0" presId="urn:microsoft.com/office/officeart/2005/8/layout/hierarchy3"/>
    <dgm:cxn modelId="{E5AAAC21-39D3-463C-AFAA-A8420E5F2766}" type="presParOf" srcId="{EDD9EEAB-3AF2-4769-B511-8B80B49031EB}" destId="{5DA5A674-B391-427B-A064-43EA9EE2F08F}" srcOrd="5" destOrd="0" presId="urn:microsoft.com/office/officeart/2005/8/layout/hierarchy3"/>
    <dgm:cxn modelId="{90177C18-4157-4FF8-870A-78529EEA0AC6}" type="presParOf" srcId="{E380B61D-7A06-4B25-BE05-997A3B5AFBD8}" destId="{ABF33BCF-5F0C-42C3-9F18-98DA5761C706}" srcOrd="6" destOrd="0" presId="urn:microsoft.com/office/officeart/2005/8/layout/hierarchy3"/>
    <dgm:cxn modelId="{9661D24D-2137-44BB-BEE6-A600EB8B5166}" type="presParOf" srcId="{ABF33BCF-5F0C-42C3-9F18-98DA5761C706}" destId="{43E69A4E-1F93-4C0A-8A8C-8819D08FF861}" srcOrd="0" destOrd="0" presId="urn:microsoft.com/office/officeart/2005/8/layout/hierarchy3"/>
    <dgm:cxn modelId="{0882E0B3-7631-477E-A6D0-4EADA8F7292B}" type="presParOf" srcId="{43E69A4E-1F93-4C0A-8A8C-8819D08FF861}" destId="{71340BDC-48AD-488A-BC0D-C2023075B556}" srcOrd="0" destOrd="0" presId="urn:microsoft.com/office/officeart/2005/8/layout/hierarchy3"/>
    <dgm:cxn modelId="{8A885E44-173E-4677-968F-F4F7B378739B}" type="presParOf" srcId="{43E69A4E-1F93-4C0A-8A8C-8819D08FF861}" destId="{DD792E90-1C37-4B98-A5F8-65F6DE34DCE7}" srcOrd="1" destOrd="0" presId="urn:microsoft.com/office/officeart/2005/8/layout/hierarchy3"/>
    <dgm:cxn modelId="{FA160239-84A2-4996-A5E0-2FAE1AB8CF85}" type="presParOf" srcId="{ABF33BCF-5F0C-42C3-9F18-98DA5761C706}" destId="{71164510-DD9A-47F8-BD35-62C69819C19A}" srcOrd="1" destOrd="0" presId="urn:microsoft.com/office/officeart/2005/8/layout/hierarchy3"/>
    <dgm:cxn modelId="{500F59A2-656C-4766-A677-A3F489473F33}" type="presParOf" srcId="{71164510-DD9A-47F8-BD35-62C69819C19A}" destId="{0DDA472B-AD56-4DFB-ABB7-1AC33065E0EC}" srcOrd="0" destOrd="0" presId="urn:microsoft.com/office/officeart/2005/8/layout/hierarchy3"/>
    <dgm:cxn modelId="{FD1333C0-F926-4D27-99CB-95A6AD8A17D1}" type="presParOf" srcId="{71164510-DD9A-47F8-BD35-62C69819C19A}" destId="{348B54B6-F9A4-46DC-9266-2B88E5944DCB}" srcOrd="1" destOrd="0" presId="urn:microsoft.com/office/officeart/2005/8/layout/hierarchy3"/>
    <dgm:cxn modelId="{6870E65B-98C6-4343-A837-E421CC1F16B6}" type="presParOf" srcId="{71164510-DD9A-47F8-BD35-62C69819C19A}" destId="{DE407A36-5EF2-4D15-A82E-997898AF3A04}" srcOrd="2" destOrd="0" presId="urn:microsoft.com/office/officeart/2005/8/layout/hierarchy3"/>
    <dgm:cxn modelId="{FB2703A8-7EEA-48C5-A861-2063C89D8A7D}" type="presParOf" srcId="{71164510-DD9A-47F8-BD35-62C69819C19A}" destId="{976045A8-5B3C-4B3E-8B50-B2C5D9F776A7}" srcOrd="3" destOrd="0" presId="urn:microsoft.com/office/officeart/2005/8/layout/hierarchy3"/>
    <dgm:cxn modelId="{B761C0DD-9B8A-43E4-8B68-70D1804237C2}" type="presParOf" srcId="{71164510-DD9A-47F8-BD35-62C69819C19A}" destId="{E6E4E0D3-8590-4109-A0CF-20886D72A930}" srcOrd="4" destOrd="0" presId="urn:microsoft.com/office/officeart/2005/8/layout/hierarchy3"/>
    <dgm:cxn modelId="{3A915BE3-B3D7-4480-94E9-C903FB6190D8}" type="presParOf" srcId="{71164510-DD9A-47F8-BD35-62C69819C19A}" destId="{670B36A5-8454-46E1-84E2-13A3AE911459}" srcOrd="5"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78A45D-16C6-4979-B298-B91C9C50D0B6}">
      <dsp:nvSpPr>
        <dsp:cNvPr id="0" name=""/>
        <dsp:cNvSpPr/>
      </dsp:nvSpPr>
      <dsp:spPr>
        <a:xfrm>
          <a:off x="1087295" y="0"/>
          <a:ext cx="1344249" cy="1344317"/>
        </a:xfrm>
        <a:prstGeom prst="circularArrow">
          <a:avLst>
            <a:gd name="adj1" fmla="val 10980"/>
            <a:gd name="adj2" fmla="val 1142322"/>
            <a:gd name="adj3" fmla="val 4500000"/>
            <a:gd name="adj4" fmla="val 10800000"/>
            <a:gd name="adj5" fmla="val 125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6C6D78E-518F-48C8-A2F5-364709593FD0}">
      <dsp:nvSpPr>
        <dsp:cNvPr id="0" name=""/>
        <dsp:cNvSpPr/>
      </dsp:nvSpPr>
      <dsp:spPr>
        <a:xfrm>
          <a:off x="1384084" y="453420"/>
          <a:ext cx="750167" cy="3749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IN" sz="800" b="1" kern="1200">
              <a:latin typeface="Verdana" panose="020B0604030504040204" pitchFamily="34" charset="0"/>
              <a:ea typeface="Verdana" panose="020B0604030504040204" pitchFamily="34" charset="0"/>
            </a:rPr>
            <a:t>Agent Onboarding from repository</a:t>
          </a:r>
        </a:p>
      </dsp:txBody>
      <dsp:txXfrm>
        <a:off x="1384084" y="453420"/>
        <a:ext cx="750167" cy="374916"/>
      </dsp:txXfrm>
    </dsp:sp>
    <dsp:sp modelId="{39E57DCF-64BF-4F7F-993F-0C57180A1DB7}">
      <dsp:nvSpPr>
        <dsp:cNvPr id="0" name=""/>
        <dsp:cNvSpPr/>
      </dsp:nvSpPr>
      <dsp:spPr>
        <a:xfrm>
          <a:off x="713851" y="772396"/>
          <a:ext cx="1344249" cy="1344317"/>
        </a:xfrm>
        <a:prstGeom prst="leftCircularArrow">
          <a:avLst>
            <a:gd name="adj1" fmla="val 10980"/>
            <a:gd name="adj2" fmla="val 1142322"/>
            <a:gd name="adj3" fmla="val 6300000"/>
            <a:gd name="adj4" fmla="val 18900000"/>
            <a:gd name="adj5" fmla="val 125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0BCDA8B-129E-439F-B2C4-E2CE5A7589A5}">
      <dsp:nvSpPr>
        <dsp:cNvPr id="0" name=""/>
        <dsp:cNvSpPr/>
      </dsp:nvSpPr>
      <dsp:spPr>
        <a:xfrm>
          <a:off x="1015121" y="1246173"/>
          <a:ext cx="834636" cy="4157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IN" sz="800" b="1" kern="1200">
              <a:latin typeface="Verdana" panose="020B0604030504040204" pitchFamily="34" charset="0"/>
              <a:ea typeface="Verdana" panose="020B0604030504040204" pitchFamily="34" charset="0"/>
            </a:rPr>
            <a:t>Configuration &amp; Tuning</a:t>
          </a:r>
        </a:p>
      </dsp:txBody>
      <dsp:txXfrm>
        <a:off x="1015121" y="1246173"/>
        <a:ext cx="834636" cy="415725"/>
      </dsp:txXfrm>
    </dsp:sp>
    <dsp:sp modelId="{3E289766-31D7-405B-B5C5-A11AC170D16B}">
      <dsp:nvSpPr>
        <dsp:cNvPr id="0" name=""/>
        <dsp:cNvSpPr/>
      </dsp:nvSpPr>
      <dsp:spPr>
        <a:xfrm>
          <a:off x="1087295" y="1548265"/>
          <a:ext cx="1344249" cy="1344317"/>
        </a:xfrm>
        <a:prstGeom prst="circularArrow">
          <a:avLst>
            <a:gd name="adj1" fmla="val 10980"/>
            <a:gd name="adj2" fmla="val 1142322"/>
            <a:gd name="adj3" fmla="val 4500000"/>
            <a:gd name="adj4" fmla="val 13500000"/>
            <a:gd name="adj5" fmla="val 125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F4FF89B-747D-4C7B-8438-25DDA0C5617B}">
      <dsp:nvSpPr>
        <dsp:cNvPr id="0" name=""/>
        <dsp:cNvSpPr/>
      </dsp:nvSpPr>
      <dsp:spPr>
        <a:xfrm>
          <a:off x="1384084" y="2034701"/>
          <a:ext cx="750167" cy="3749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IN" sz="800" b="1" kern="1200">
              <a:latin typeface="Verdana" panose="020B0604030504040204" pitchFamily="34" charset="0"/>
              <a:ea typeface="Verdana" panose="020B0604030504040204" pitchFamily="34" charset="0"/>
            </a:rPr>
            <a:t>Performance Management</a:t>
          </a:r>
        </a:p>
      </dsp:txBody>
      <dsp:txXfrm>
        <a:off x="1384084" y="2034701"/>
        <a:ext cx="750167" cy="374916"/>
      </dsp:txXfrm>
    </dsp:sp>
    <dsp:sp modelId="{FCD78690-E286-4E03-8311-0CDB6750B23E}">
      <dsp:nvSpPr>
        <dsp:cNvPr id="0" name=""/>
        <dsp:cNvSpPr/>
      </dsp:nvSpPr>
      <dsp:spPr>
        <a:xfrm>
          <a:off x="713851" y="2321963"/>
          <a:ext cx="1344249" cy="1344317"/>
        </a:xfrm>
        <a:prstGeom prst="leftCircularArrow">
          <a:avLst>
            <a:gd name="adj1" fmla="val 10980"/>
            <a:gd name="adj2" fmla="val 1142322"/>
            <a:gd name="adj3" fmla="val 6300000"/>
            <a:gd name="adj4" fmla="val 18900000"/>
            <a:gd name="adj5" fmla="val 125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E3A4278-82C9-4AE9-81B6-A878CB0B6580}">
      <dsp:nvSpPr>
        <dsp:cNvPr id="0" name=""/>
        <dsp:cNvSpPr/>
      </dsp:nvSpPr>
      <dsp:spPr>
        <a:xfrm>
          <a:off x="869704" y="2782627"/>
          <a:ext cx="1155505" cy="4273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IN" sz="800" b="1" kern="1200">
              <a:latin typeface="Verdana" panose="020B0604030504040204" pitchFamily="34" charset="0"/>
              <a:ea typeface="Verdana" panose="020B0604030504040204" pitchFamily="34" charset="0"/>
            </a:rPr>
            <a:t>Monitoring &amp; Governance</a:t>
          </a:r>
        </a:p>
      </dsp:txBody>
      <dsp:txXfrm>
        <a:off x="869704" y="2782627"/>
        <a:ext cx="1155505" cy="427336"/>
      </dsp:txXfrm>
    </dsp:sp>
    <dsp:sp modelId="{91EDFBAA-9D79-4893-B03A-FBCC438E73A8}">
      <dsp:nvSpPr>
        <dsp:cNvPr id="0" name=""/>
        <dsp:cNvSpPr/>
      </dsp:nvSpPr>
      <dsp:spPr>
        <a:xfrm>
          <a:off x="1182863" y="3183750"/>
          <a:ext cx="1154879" cy="1155557"/>
        </a:xfrm>
        <a:prstGeom prst="blockArc">
          <a:avLst>
            <a:gd name="adj1" fmla="val 13500000"/>
            <a:gd name="adj2" fmla="val 10800000"/>
            <a:gd name="adj3" fmla="val 1274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CBD5861-B406-4171-9BCE-E0BAABF6380E}">
      <dsp:nvSpPr>
        <dsp:cNvPr id="0" name=""/>
        <dsp:cNvSpPr/>
      </dsp:nvSpPr>
      <dsp:spPr>
        <a:xfrm>
          <a:off x="1384084" y="3582966"/>
          <a:ext cx="750167" cy="3749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IN" sz="800" b="1" kern="1200">
              <a:latin typeface="Verdana" panose="020B0604030504040204" pitchFamily="34" charset="0"/>
              <a:ea typeface="Verdana" panose="020B0604030504040204" pitchFamily="34" charset="0"/>
            </a:rPr>
            <a:t>Agent Offboarding</a:t>
          </a:r>
        </a:p>
      </dsp:txBody>
      <dsp:txXfrm>
        <a:off x="1384084" y="3582966"/>
        <a:ext cx="750167" cy="37491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656236-B508-4609-814E-6125853C5856}">
      <dsp:nvSpPr>
        <dsp:cNvPr id="0" name=""/>
        <dsp:cNvSpPr/>
      </dsp:nvSpPr>
      <dsp:spPr>
        <a:xfrm>
          <a:off x="4355" y="166254"/>
          <a:ext cx="1290666" cy="864081"/>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 tIns="16510" rIns="24765" bIns="16510" numCol="1" spcCol="1270" anchor="ctr" anchorCtr="0">
          <a:noAutofit/>
        </a:bodyPr>
        <a:lstStyle/>
        <a:p>
          <a:pPr marL="0" lvl="0" indent="0" algn="ctr" defTabSz="577850">
            <a:lnSpc>
              <a:spcPct val="90000"/>
            </a:lnSpc>
            <a:spcBef>
              <a:spcPct val="0"/>
            </a:spcBef>
            <a:spcAft>
              <a:spcPct val="35000"/>
            </a:spcAft>
            <a:buNone/>
          </a:pPr>
          <a:r>
            <a:rPr lang="en-US" sz="1300" b="1" kern="1200"/>
            <a:t>Revenue Uplift Potential</a:t>
          </a:r>
          <a:endParaRPr lang="en-IN" sz="1300" kern="1200"/>
        </a:p>
      </dsp:txBody>
      <dsp:txXfrm>
        <a:off x="29663" y="191562"/>
        <a:ext cx="1240050" cy="813465"/>
      </dsp:txXfrm>
    </dsp:sp>
    <dsp:sp modelId="{295AC3A1-23D7-45CB-8F2B-36B1A6839B2C}">
      <dsp:nvSpPr>
        <dsp:cNvPr id="0" name=""/>
        <dsp:cNvSpPr/>
      </dsp:nvSpPr>
      <dsp:spPr>
        <a:xfrm>
          <a:off x="133422" y="1030336"/>
          <a:ext cx="129066" cy="483999"/>
        </a:xfrm>
        <a:custGeom>
          <a:avLst/>
          <a:gdLst/>
          <a:ahLst/>
          <a:cxnLst/>
          <a:rect l="0" t="0" r="0" b="0"/>
          <a:pathLst>
            <a:path>
              <a:moveTo>
                <a:pt x="0" y="0"/>
              </a:moveTo>
              <a:lnTo>
                <a:pt x="0" y="483999"/>
              </a:lnTo>
              <a:lnTo>
                <a:pt x="129066" y="483999"/>
              </a:lnTo>
            </a:path>
          </a:pathLst>
        </a:custGeom>
        <a:noFill/>
        <a:ln w="12700" cap="flat" cmpd="sng" algn="ctr">
          <a:solidFill>
            <a:schemeClr val="accent4">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9FFF2E9-8FFF-4E00-AC3E-FAB70E815F18}">
      <dsp:nvSpPr>
        <dsp:cNvPr id="0" name=""/>
        <dsp:cNvSpPr/>
      </dsp:nvSpPr>
      <dsp:spPr>
        <a:xfrm>
          <a:off x="262489" y="1191670"/>
          <a:ext cx="1032533" cy="645333"/>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US" sz="900" kern="1200"/>
            <a:t>Projected revenue growth post-implementation</a:t>
          </a:r>
          <a:endParaRPr lang="en-IN" sz="900" kern="1200"/>
        </a:p>
      </dsp:txBody>
      <dsp:txXfrm>
        <a:off x="281390" y="1210571"/>
        <a:ext cx="994731" cy="607531"/>
      </dsp:txXfrm>
    </dsp:sp>
    <dsp:sp modelId="{F35C2C7B-9FA0-48A3-BA12-C05C6DB956C4}">
      <dsp:nvSpPr>
        <dsp:cNvPr id="0" name=""/>
        <dsp:cNvSpPr/>
      </dsp:nvSpPr>
      <dsp:spPr>
        <a:xfrm>
          <a:off x="133422" y="1030336"/>
          <a:ext cx="129066" cy="1402070"/>
        </a:xfrm>
        <a:custGeom>
          <a:avLst/>
          <a:gdLst/>
          <a:ahLst/>
          <a:cxnLst/>
          <a:rect l="0" t="0" r="0" b="0"/>
          <a:pathLst>
            <a:path>
              <a:moveTo>
                <a:pt x="0" y="0"/>
              </a:moveTo>
              <a:lnTo>
                <a:pt x="0" y="1402070"/>
              </a:lnTo>
              <a:lnTo>
                <a:pt x="129066" y="1402070"/>
              </a:lnTo>
            </a:path>
          </a:pathLst>
        </a:custGeom>
        <a:noFill/>
        <a:ln w="12700" cap="flat" cmpd="sng" algn="ctr">
          <a:solidFill>
            <a:schemeClr val="accent4">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8D48617-D512-41C1-ABE0-2AF58CECFB3F}">
      <dsp:nvSpPr>
        <dsp:cNvPr id="0" name=""/>
        <dsp:cNvSpPr/>
      </dsp:nvSpPr>
      <dsp:spPr>
        <a:xfrm>
          <a:off x="262489" y="1998336"/>
          <a:ext cx="1032533" cy="868141"/>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US" sz="900" kern="1200"/>
            <a:t>Percentage increase in revenue generated per new feature/service</a:t>
          </a:r>
          <a:endParaRPr lang="en-IN" sz="900" kern="1200"/>
        </a:p>
      </dsp:txBody>
      <dsp:txXfrm>
        <a:off x="287916" y="2023763"/>
        <a:ext cx="981679" cy="817287"/>
      </dsp:txXfrm>
    </dsp:sp>
    <dsp:sp modelId="{FB40FA29-EC55-411E-9EC3-6E3D507C9716}">
      <dsp:nvSpPr>
        <dsp:cNvPr id="0" name=""/>
        <dsp:cNvSpPr/>
      </dsp:nvSpPr>
      <dsp:spPr>
        <a:xfrm>
          <a:off x="133422" y="1030336"/>
          <a:ext cx="129066" cy="2320140"/>
        </a:xfrm>
        <a:custGeom>
          <a:avLst/>
          <a:gdLst/>
          <a:ahLst/>
          <a:cxnLst/>
          <a:rect l="0" t="0" r="0" b="0"/>
          <a:pathLst>
            <a:path>
              <a:moveTo>
                <a:pt x="0" y="0"/>
              </a:moveTo>
              <a:lnTo>
                <a:pt x="0" y="2320140"/>
              </a:lnTo>
              <a:lnTo>
                <a:pt x="129066" y="2320140"/>
              </a:lnTo>
            </a:path>
          </a:pathLst>
        </a:custGeom>
        <a:noFill/>
        <a:ln w="12700" cap="flat" cmpd="sng" algn="ctr">
          <a:solidFill>
            <a:schemeClr val="accent4">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7DB1BD1-BB42-4DB3-BCFD-A7ADCCC9C9A9}">
      <dsp:nvSpPr>
        <dsp:cNvPr id="0" name=""/>
        <dsp:cNvSpPr/>
      </dsp:nvSpPr>
      <dsp:spPr>
        <a:xfrm>
          <a:off x="262489" y="3027810"/>
          <a:ext cx="1032533" cy="645333"/>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US" sz="900" kern="1200"/>
            <a:t>Average revenue per user (ARPU) increase</a:t>
          </a:r>
          <a:endParaRPr lang="en-IN" sz="900" kern="1200"/>
        </a:p>
      </dsp:txBody>
      <dsp:txXfrm>
        <a:off x="281390" y="3046711"/>
        <a:ext cx="994731" cy="607531"/>
      </dsp:txXfrm>
    </dsp:sp>
    <dsp:sp modelId="{E69EF82C-1638-4E46-9A24-44F6DE3D81DF}">
      <dsp:nvSpPr>
        <dsp:cNvPr id="0" name=""/>
        <dsp:cNvSpPr/>
      </dsp:nvSpPr>
      <dsp:spPr>
        <a:xfrm>
          <a:off x="133422" y="1030336"/>
          <a:ext cx="129066" cy="3126807"/>
        </a:xfrm>
        <a:custGeom>
          <a:avLst/>
          <a:gdLst/>
          <a:ahLst/>
          <a:cxnLst/>
          <a:rect l="0" t="0" r="0" b="0"/>
          <a:pathLst>
            <a:path>
              <a:moveTo>
                <a:pt x="0" y="0"/>
              </a:moveTo>
              <a:lnTo>
                <a:pt x="0" y="3126807"/>
              </a:lnTo>
              <a:lnTo>
                <a:pt x="129066" y="3126807"/>
              </a:lnTo>
            </a:path>
          </a:pathLst>
        </a:custGeom>
        <a:noFill/>
        <a:ln w="12700" cap="flat" cmpd="sng" algn="ctr">
          <a:solidFill>
            <a:schemeClr val="accent4">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8303AFE-CA82-4BE5-B360-B6B86B5A5CB3}">
      <dsp:nvSpPr>
        <dsp:cNvPr id="0" name=""/>
        <dsp:cNvSpPr/>
      </dsp:nvSpPr>
      <dsp:spPr>
        <a:xfrm>
          <a:off x="262489" y="3834477"/>
          <a:ext cx="1032533" cy="645333"/>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US" sz="900" kern="1200"/>
            <a:t>Incremental revenue attributed to solution adoption</a:t>
          </a:r>
          <a:endParaRPr lang="en-IN" sz="900" kern="1200"/>
        </a:p>
      </dsp:txBody>
      <dsp:txXfrm>
        <a:off x="281390" y="3853378"/>
        <a:ext cx="994731" cy="607531"/>
      </dsp:txXfrm>
    </dsp:sp>
    <dsp:sp modelId="{72194F28-CAA3-488B-A86C-F764FA00B2F4}">
      <dsp:nvSpPr>
        <dsp:cNvPr id="0" name=""/>
        <dsp:cNvSpPr/>
      </dsp:nvSpPr>
      <dsp:spPr>
        <a:xfrm>
          <a:off x="1617688" y="166254"/>
          <a:ext cx="1290666" cy="827201"/>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 tIns="16510" rIns="24765" bIns="16510" numCol="1" spcCol="1270" anchor="ctr" anchorCtr="0">
          <a:noAutofit/>
        </a:bodyPr>
        <a:lstStyle/>
        <a:p>
          <a:pPr marL="0" lvl="0" indent="0" algn="ctr" defTabSz="577850">
            <a:lnSpc>
              <a:spcPct val="90000"/>
            </a:lnSpc>
            <a:spcBef>
              <a:spcPct val="0"/>
            </a:spcBef>
            <a:spcAft>
              <a:spcPct val="35000"/>
            </a:spcAft>
            <a:buNone/>
          </a:pPr>
          <a:r>
            <a:rPr lang="en-US" sz="1300" b="1" kern="1200"/>
            <a:t>Market Share Growth</a:t>
          </a:r>
          <a:endParaRPr lang="en-IN" sz="1300" kern="1200"/>
        </a:p>
      </dsp:txBody>
      <dsp:txXfrm>
        <a:off x="1641916" y="190482"/>
        <a:ext cx="1242210" cy="778745"/>
      </dsp:txXfrm>
    </dsp:sp>
    <dsp:sp modelId="{A4074018-4089-4FE3-B004-2C4C41D4C3BA}">
      <dsp:nvSpPr>
        <dsp:cNvPr id="0" name=""/>
        <dsp:cNvSpPr/>
      </dsp:nvSpPr>
      <dsp:spPr>
        <a:xfrm>
          <a:off x="1746755" y="993455"/>
          <a:ext cx="129066" cy="483999"/>
        </a:xfrm>
        <a:custGeom>
          <a:avLst/>
          <a:gdLst/>
          <a:ahLst/>
          <a:cxnLst/>
          <a:rect l="0" t="0" r="0" b="0"/>
          <a:pathLst>
            <a:path>
              <a:moveTo>
                <a:pt x="0" y="0"/>
              </a:moveTo>
              <a:lnTo>
                <a:pt x="0" y="483999"/>
              </a:lnTo>
              <a:lnTo>
                <a:pt x="129066" y="483999"/>
              </a:lnTo>
            </a:path>
          </a:pathLst>
        </a:custGeom>
        <a:noFill/>
        <a:ln w="12700" cap="flat" cmpd="sng" algn="ctr">
          <a:solidFill>
            <a:schemeClr val="accent4">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C7FBECC-D05F-45FD-A5DC-58817BFD55D3}">
      <dsp:nvSpPr>
        <dsp:cNvPr id="0" name=""/>
        <dsp:cNvSpPr/>
      </dsp:nvSpPr>
      <dsp:spPr>
        <a:xfrm>
          <a:off x="1875822" y="1154789"/>
          <a:ext cx="1032533" cy="645333"/>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US" sz="900" kern="1200"/>
            <a:t>Percentage change in client’s market share</a:t>
          </a:r>
          <a:endParaRPr lang="en-IN" sz="900" kern="1200"/>
        </a:p>
      </dsp:txBody>
      <dsp:txXfrm>
        <a:off x="1894723" y="1173690"/>
        <a:ext cx="994731" cy="607531"/>
      </dsp:txXfrm>
    </dsp:sp>
    <dsp:sp modelId="{2A5DBD40-F407-4015-86F4-731CF8CCA664}">
      <dsp:nvSpPr>
        <dsp:cNvPr id="0" name=""/>
        <dsp:cNvSpPr/>
      </dsp:nvSpPr>
      <dsp:spPr>
        <a:xfrm>
          <a:off x="1746755" y="993455"/>
          <a:ext cx="129066" cy="1290666"/>
        </a:xfrm>
        <a:custGeom>
          <a:avLst/>
          <a:gdLst/>
          <a:ahLst/>
          <a:cxnLst/>
          <a:rect l="0" t="0" r="0" b="0"/>
          <a:pathLst>
            <a:path>
              <a:moveTo>
                <a:pt x="0" y="0"/>
              </a:moveTo>
              <a:lnTo>
                <a:pt x="0" y="1290666"/>
              </a:lnTo>
              <a:lnTo>
                <a:pt x="129066" y="1290666"/>
              </a:lnTo>
            </a:path>
          </a:pathLst>
        </a:custGeom>
        <a:noFill/>
        <a:ln w="12700" cap="flat" cmpd="sng" algn="ctr">
          <a:solidFill>
            <a:schemeClr val="accent4">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347AE4A-B1F5-4E92-B3E0-3A5BABAA3402}">
      <dsp:nvSpPr>
        <dsp:cNvPr id="0" name=""/>
        <dsp:cNvSpPr/>
      </dsp:nvSpPr>
      <dsp:spPr>
        <a:xfrm>
          <a:off x="1875822" y="1961455"/>
          <a:ext cx="1032533" cy="645333"/>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US" sz="900" kern="1200"/>
            <a:t>Increase in customer base size or segments served</a:t>
          </a:r>
          <a:endParaRPr lang="en-IN" sz="900" kern="1200"/>
        </a:p>
      </dsp:txBody>
      <dsp:txXfrm>
        <a:off x="1894723" y="1980356"/>
        <a:ext cx="994731" cy="607531"/>
      </dsp:txXfrm>
    </dsp:sp>
    <dsp:sp modelId="{1781325D-DC0F-4B92-B54A-E8127B54F46A}">
      <dsp:nvSpPr>
        <dsp:cNvPr id="0" name=""/>
        <dsp:cNvSpPr/>
      </dsp:nvSpPr>
      <dsp:spPr>
        <a:xfrm>
          <a:off x="1746755" y="993455"/>
          <a:ext cx="129066" cy="2097333"/>
        </a:xfrm>
        <a:custGeom>
          <a:avLst/>
          <a:gdLst/>
          <a:ahLst/>
          <a:cxnLst/>
          <a:rect l="0" t="0" r="0" b="0"/>
          <a:pathLst>
            <a:path>
              <a:moveTo>
                <a:pt x="0" y="0"/>
              </a:moveTo>
              <a:lnTo>
                <a:pt x="0" y="2097333"/>
              </a:lnTo>
              <a:lnTo>
                <a:pt x="129066" y="2097333"/>
              </a:lnTo>
            </a:path>
          </a:pathLst>
        </a:custGeom>
        <a:noFill/>
        <a:ln w="12700" cap="flat" cmpd="sng" algn="ctr">
          <a:solidFill>
            <a:schemeClr val="accent4">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CAD2B83-3090-483A-A61A-CDC544AB589D}">
      <dsp:nvSpPr>
        <dsp:cNvPr id="0" name=""/>
        <dsp:cNvSpPr/>
      </dsp:nvSpPr>
      <dsp:spPr>
        <a:xfrm>
          <a:off x="1875822" y="2768122"/>
          <a:ext cx="1032533" cy="645333"/>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US" sz="900" kern="1200"/>
            <a:t>Growth in share of client’s product/service compared to competitors</a:t>
          </a:r>
          <a:endParaRPr lang="en-IN" sz="900" kern="1200"/>
        </a:p>
      </dsp:txBody>
      <dsp:txXfrm>
        <a:off x="1894723" y="2787023"/>
        <a:ext cx="994731" cy="607531"/>
      </dsp:txXfrm>
    </dsp:sp>
    <dsp:sp modelId="{5DC26075-1B84-42A3-834C-E1467A26F91E}">
      <dsp:nvSpPr>
        <dsp:cNvPr id="0" name=""/>
        <dsp:cNvSpPr/>
      </dsp:nvSpPr>
      <dsp:spPr>
        <a:xfrm>
          <a:off x="3231022" y="166254"/>
          <a:ext cx="1290666" cy="864081"/>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 tIns="16510" rIns="24765" bIns="16510" numCol="1" spcCol="1270" anchor="ctr" anchorCtr="0">
          <a:noAutofit/>
        </a:bodyPr>
        <a:lstStyle/>
        <a:p>
          <a:pPr marL="0" lvl="0" indent="0" algn="ctr" defTabSz="577850">
            <a:lnSpc>
              <a:spcPct val="90000"/>
            </a:lnSpc>
            <a:spcBef>
              <a:spcPct val="0"/>
            </a:spcBef>
            <a:spcAft>
              <a:spcPct val="35000"/>
            </a:spcAft>
            <a:buNone/>
          </a:pPr>
          <a:r>
            <a:rPr lang="en-US" sz="1300" b="1" kern="1200"/>
            <a:t>Customer Acquisition Acceleration</a:t>
          </a:r>
          <a:endParaRPr lang="en-IN" sz="1300" kern="1200"/>
        </a:p>
      </dsp:txBody>
      <dsp:txXfrm>
        <a:off x="3256330" y="191562"/>
        <a:ext cx="1240050" cy="813465"/>
      </dsp:txXfrm>
    </dsp:sp>
    <dsp:sp modelId="{76A83C13-9228-4D89-91F7-D90ED6481E54}">
      <dsp:nvSpPr>
        <dsp:cNvPr id="0" name=""/>
        <dsp:cNvSpPr/>
      </dsp:nvSpPr>
      <dsp:spPr>
        <a:xfrm>
          <a:off x="3360088" y="1030336"/>
          <a:ext cx="129066" cy="483999"/>
        </a:xfrm>
        <a:custGeom>
          <a:avLst/>
          <a:gdLst/>
          <a:ahLst/>
          <a:cxnLst/>
          <a:rect l="0" t="0" r="0" b="0"/>
          <a:pathLst>
            <a:path>
              <a:moveTo>
                <a:pt x="0" y="0"/>
              </a:moveTo>
              <a:lnTo>
                <a:pt x="0" y="483999"/>
              </a:lnTo>
              <a:lnTo>
                <a:pt x="129066" y="483999"/>
              </a:lnTo>
            </a:path>
          </a:pathLst>
        </a:custGeom>
        <a:noFill/>
        <a:ln w="12700" cap="flat" cmpd="sng" algn="ctr">
          <a:solidFill>
            <a:schemeClr val="accent4">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EEBBA6B-444B-4004-981A-CF5B353419BC}">
      <dsp:nvSpPr>
        <dsp:cNvPr id="0" name=""/>
        <dsp:cNvSpPr/>
      </dsp:nvSpPr>
      <dsp:spPr>
        <a:xfrm>
          <a:off x="3489155" y="1191670"/>
          <a:ext cx="1032533" cy="645333"/>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US" sz="900" kern="1200"/>
            <a:t>Time reduction in customer onboarding</a:t>
          </a:r>
          <a:endParaRPr lang="en-IN" sz="900" kern="1200"/>
        </a:p>
      </dsp:txBody>
      <dsp:txXfrm>
        <a:off x="3508056" y="1210571"/>
        <a:ext cx="994731" cy="607531"/>
      </dsp:txXfrm>
    </dsp:sp>
    <dsp:sp modelId="{3DDCDB0A-6D1B-485E-AA83-A742B44CD4F7}">
      <dsp:nvSpPr>
        <dsp:cNvPr id="0" name=""/>
        <dsp:cNvSpPr/>
      </dsp:nvSpPr>
      <dsp:spPr>
        <a:xfrm>
          <a:off x="3360088" y="1030336"/>
          <a:ext cx="129066" cy="1290666"/>
        </a:xfrm>
        <a:custGeom>
          <a:avLst/>
          <a:gdLst/>
          <a:ahLst/>
          <a:cxnLst/>
          <a:rect l="0" t="0" r="0" b="0"/>
          <a:pathLst>
            <a:path>
              <a:moveTo>
                <a:pt x="0" y="0"/>
              </a:moveTo>
              <a:lnTo>
                <a:pt x="0" y="1290666"/>
              </a:lnTo>
              <a:lnTo>
                <a:pt x="129066" y="1290666"/>
              </a:lnTo>
            </a:path>
          </a:pathLst>
        </a:custGeom>
        <a:noFill/>
        <a:ln w="12700" cap="flat" cmpd="sng" algn="ctr">
          <a:solidFill>
            <a:schemeClr val="accent4">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1E8F437-F543-43B8-8154-BBDB4A28822A}">
      <dsp:nvSpPr>
        <dsp:cNvPr id="0" name=""/>
        <dsp:cNvSpPr/>
      </dsp:nvSpPr>
      <dsp:spPr>
        <a:xfrm>
          <a:off x="3489155" y="1998336"/>
          <a:ext cx="1032533" cy="645333"/>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US" sz="900" kern="1200"/>
            <a:t>Percentage increase in new customer acquisition rate</a:t>
          </a:r>
          <a:endParaRPr lang="en-IN" sz="900" kern="1200"/>
        </a:p>
      </dsp:txBody>
      <dsp:txXfrm>
        <a:off x="3508056" y="2017237"/>
        <a:ext cx="994731" cy="607531"/>
      </dsp:txXfrm>
    </dsp:sp>
    <dsp:sp modelId="{238F5E9B-E285-4334-877B-8CC4D05D7645}">
      <dsp:nvSpPr>
        <dsp:cNvPr id="0" name=""/>
        <dsp:cNvSpPr/>
      </dsp:nvSpPr>
      <dsp:spPr>
        <a:xfrm>
          <a:off x="3360088" y="1030336"/>
          <a:ext cx="129066" cy="2097333"/>
        </a:xfrm>
        <a:custGeom>
          <a:avLst/>
          <a:gdLst/>
          <a:ahLst/>
          <a:cxnLst/>
          <a:rect l="0" t="0" r="0" b="0"/>
          <a:pathLst>
            <a:path>
              <a:moveTo>
                <a:pt x="0" y="0"/>
              </a:moveTo>
              <a:lnTo>
                <a:pt x="0" y="2097333"/>
              </a:lnTo>
              <a:lnTo>
                <a:pt x="129066" y="2097333"/>
              </a:lnTo>
            </a:path>
          </a:pathLst>
        </a:custGeom>
        <a:noFill/>
        <a:ln w="12700" cap="flat" cmpd="sng" algn="ctr">
          <a:solidFill>
            <a:schemeClr val="accent4">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8857CA9-5471-45B0-99E5-A9122F378BFF}">
      <dsp:nvSpPr>
        <dsp:cNvPr id="0" name=""/>
        <dsp:cNvSpPr/>
      </dsp:nvSpPr>
      <dsp:spPr>
        <a:xfrm>
          <a:off x="3489155" y="2805003"/>
          <a:ext cx="1032533" cy="645333"/>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US" sz="900" kern="1200"/>
            <a:t>Cost per acquisition (CPA) changes post-deployment</a:t>
          </a:r>
          <a:endParaRPr lang="en-IN" sz="900" kern="1200"/>
        </a:p>
      </dsp:txBody>
      <dsp:txXfrm>
        <a:off x="3508056" y="2823904"/>
        <a:ext cx="994731" cy="607531"/>
      </dsp:txXfrm>
    </dsp:sp>
    <dsp:sp modelId="{E289EF03-9AD2-45EB-B23E-8E72C271B520}">
      <dsp:nvSpPr>
        <dsp:cNvPr id="0" name=""/>
        <dsp:cNvSpPr/>
      </dsp:nvSpPr>
      <dsp:spPr>
        <a:xfrm>
          <a:off x="3360088" y="1030336"/>
          <a:ext cx="129066" cy="2903999"/>
        </a:xfrm>
        <a:custGeom>
          <a:avLst/>
          <a:gdLst/>
          <a:ahLst/>
          <a:cxnLst/>
          <a:rect l="0" t="0" r="0" b="0"/>
          <a:pathLst>
            <a:path>
              <a:moveTo>
                <a:pt x="0" y="0"/>
              </a:moveTo>
              <a:lnTo>
                <a:pt x="0" y="2903999"/>
              </a:lnTo>
              <a:lnTo>
                <a:pt x="129066" y="2903999"/>
              </a:lnTo>
            </a:path>
          </a:pathLst>
        </a:custGeom>
        <a:noFill/>
        <a:ln w="12700" cap="flat" cmpd="sng" algn="ctr">
          <a:solidFill>
            <a:schemeClr val="accent4">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3591306-1E16-43B6-925C-1526683F7F13}">
      <dsp:nvSpPr>
        <dsp:cNvPr id="0" name=""/>
        <dsp:cNvSpPr/>
      </dsp:nvSpPr>
      <dsp:spPr>
        <a:xfrm>
          <a:off x="3489155" y="3611669"/>
          <a:ext cx="1032533" cy="645333"/>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US" sz="900" kern="1200"/>
            <a:t>Increase in lead conversion rate or sales cycle speed</a:t>
          </a:r>
          <a:endParaRPr lang="en-IN" sz="900" kern="1200"/>
        </a:p>
      </dsp:txBody>
      <dsp:txXfrm>
        <a:off x="3508056" y="3630570"/>
        <a:ext cx="994731" cy="607531"/>
      </dsp:txXfrm>
    </dsp:sp>
    <dsp:sp modelId="{0B4C0F04-3CBD-4F6A-A0F2-A015858ABD8D}">
      <dsp:nvSpPr>
        <dsp:cNvPr id="0" name=""/>
        <dsp:cNvSpPr/>
      </dsp:nvSpPr>
      <dsp:spPr>
        <a:xfrm>
          <a:off x="4844355" y="166254"/>
          <a:ext cx="1290666" cy="864081"/>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 tIns="16510" rIns="24765" bIns="16510" numCol="1" spcCol="1270" anchor="ctr" anchorCtr="0">
          <a:noAutofit/>
        </a:bodyPr>
        <a:lstStyle/>
        <a:p>
          <a:pPr marL="0" lvl="0" indent="0" algn="ctr" defTabSz="577850">
            <a:lnSpc>
              <a:spcPct val="90000"/>
            </a:lnSpc>
            <a:spcBef>
              <a:spcPct val="0"/>
            </a:spcBef>
            <a:spcAft>
              <a:spcPct val="35000"/>
            </a:spcAft>
            <a:buNone/>
          </a:pPr>
          <a:r>
            <a:rPr lang="en-US" sz="1300" b="1" kern="1200"/>
            <a:t>Customer Retention &amp; Loyalty</a:t>
          </a:r>
          <a:endParaRPr lang="en-IN" sz="1300" kern="1200"/>
        </a:p>
      </dsp:txBody>
      <dsp:txXfrm>
        <a:off x="4869663" y="191562"/>
        <a:ext cx="1240050" cy="813465"/>
      </dsp:txXfrm>
    </dsp:sp>
    <dsp:sp modelId="{FFB6CC68-6C70-4727-B15E-5DDD7FF3804E}">
      <dsp:nvSpPr>
        <dsp:cNvPr id="0" name=""/>
        <dsp:cNvSpPr/>
      </dsp:nvSpPr>
      <dsp:spPr>
        <a:xfrm>
          <a:off x="4973421" y="1030336"/>
          <a:ext cx="129066" cy="483999"/>
        </a:xfrm>
        <a:custGeom>
          <a:avLst/>
          <a:gdLst/>
          <a:ahLst/>
          <a:cxnLst/>
          <a:rect l="0" t="0" r="0" b="0"/>
          <a:pathLst>
            <a:path>
              <a:moveTo>
                <a:pt x="0" y="0"/>
              </a:moveTo>
              <a:lnTo>
                <a:pt x="0" y="483999"/>
              </a:lnTo>
              <a:lnTo>
                <a:pt x="129066" y="483999"/>
              </a:lnTo>
            </a:path>
          </a:pathLst>
        </a:custGeom>
        <a:noFill/>
        <a:ln w="12700" cap="flat" cmpd="sng" algn="ctr">
          <a:solidFill>
            <a:schemeClr val="accent4">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E1230CF-42BB-4A34-A6CD-23BE1243D964}">
      <dsp:nvSpPr>
        <dsp:cNvPr id="0" name=""/>
        <dsp:cNvSpPr/>
      </dsp:nvSpPr>
      <dsp:spPr>
        <a:xfrm>
          <a:off x="5102488" y="1191670"/>
          <a:ext cx="1032533" cy="645333"/>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US" sz="900" kern="1200"/>
            <a:t>Customer lifetime value (CLTV) improvement</a:t>
          </a:r>
          <a:endParaRPr lang="en-IN" sz="900" kern="1200"/>
        </a:p>
      </dsp:txBody>
      <dsp:txXfrm>
        <a:off x="5121389" y="1210571"/>
        <a:ext cx="994731" cy="607531"/>
      </dsp:txXfrm>
    </dsp:sp>
    <dsp:sp modelId="{E2BC6F3F-F56E-4ABC-8DEB-D2AB6F659569}">
      <dsp:nvSpPr>
        <dsp:cNvPr id="0" name=""/>
        <dsp:cNvSpPr/>
      </dsp:nvSpPr>
      <dsp:spPr>
        <a:xfrm>
          <a:off x="4973421" y="1030336"/>
          <a:ext cx="129066" cy="1290666"/>
        </a:xfrm>
        <a:custGeom>
          <a:avLst/>
          <a:gdLst/>
          <a:ahLst/>
          <a:cxnLst/>
          <a:rect l="0" t="0" r="0" b="0"/>
          <a:pathLst>
            <a:path>
              <a:moveTo>
                <a:pt x="0" y="0"/>
              </a:moveTo>
              <a:lnTo>
                <a:pt x="0" y="1290666"/>
              </a:lnTo>
              <a:lnTo>
                <a:pt x="129066" y="1290666"/>
              </a:lnTo>
            </a:path>
          </a:pathLst>
        </a:custGeom>
        <a:noFill/>
        <a:ln w="12700" cap="flat" cmpd="sng" algn="ctr">
          <a:solidFill>
            <a:schemeClr val="accent4">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DA3DEF4-DAF7-4430-B9A9-BC3747FF31DC}">
      <dsp:nvSpPr>
        <dsp:cNvPr id="0" name=""/>
        <dsp:cNvSpPr/>
      </dsp:nvSpPr>
      <dsp:spPr>
        <a:xfrm>
          <a:off x="5102488" y="1998336"/>
          <a:ext cx="1032533" cy="645333"/>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US" sz="900" kern="1200"/>
            <a:t>Reduction in churn rate post-implementation</a:t>
          </a:r>
          <a:endParaRPr lang="en-IN" sz="900" kern="1200"/>
        </a:p>
      </dsp:txBody>
      <dsp:txXfrm>
        <a:off x="5121389" y="2017237"/>
        <a:ext cx="994731" cy="607531"/>
      </dsp:txXfrm>
    </dsp:sp>
    <dsp:sp modelId="{DD14F936-3E1D-45C7-B2B4-854964EAF021}">
      <dsp:nvSpPr>
        <dsp:cNvPr id="0" name=""/>
        <dsp:cNvSpPr/>
      </dsp:nvSpPr>
      <dsp:spPr>
        <a:xfrm>
          <a:off x="4973421" y="1030336"/>
          <a:ext cx="129066" cy="2097333"/>
        </a:xfrm>
        <a:custGeom>
          <a:avLst/>
          <a:gdLst/>
          <a:ahLst/>
          <a:cxnLst/>
          <a:rect l="0" t="0" r="0" b="0"/>
          <a:pathLst>
            <a:path>
              <a:moveTo>
                <a:pt x="0" y="0"/>
              </a:moveTo>
              <a:lnTo>
                <a:pt x="0" y="2097333"/>
              </a:lnTo>
              <a:lnTo>
                <a:pt x="129066" y="2097333"/>
              </a:lnTo>
            </a:path>
          </a:pathLst>
        </a:custGeom>
        <a:noFill/>
        <a:ln w="12700" cap="flat" cmpd="sng" algn="ctr">
          <a:solidFill>
            <a:schemeClr val="accent4">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C1AF650-C4DD-482B-843F-9525F5E4A898}">
      <dsp:nvSpPr>
        <dsp:cNvPr id="0" name=""/>
        <dsp:cNvSpPr/>
      </dsp:nvSpPr>
      <dsp:spPr>
        <a:xfrm>
          <a:off x="5102488" y="2805003"/>
          <a:ext cx="1032533" cy="645333"/>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US" sz="900" kern="1200"/>
            <a:t>Frequency of repeat transactions or contract renewals</a:t>
          </a:r>
          <a:endParaRPr lang="en-IN" sz="900" kern="1200"/>
        </a:p>
      </dsp:txBody>
      <dsp:txXfrm>
        <a:off x="5121389" y="2823904"/>
        <a:ext cx="994731" cy="607531"/>
      </dsp:txXfrm>
    </dsp:sp>
    <dsp:sp modelId="{2C375B6E-638F-483E-9A3D-C30A874F4893}">
      <dsp:nvSpPr>
        <dsp:cNvPr id="0" name=""/>
        <dsp:cNvSpPr/>
      </dsp:nvSpPr>
      <dsp:spPr>
        <a:xfrm>
          <a:off x="4973421" y="1030336"/>
          <a:ext cx="129066" cy="3034631"/>
        </a:xfrm>
        <a:custGeom>
          <a:avLst/>
          <a:gdLst/>
          <a:ahLst/>
          <a:cxnLst/>
          <a:rect l="0" t="0" r="0" b="0"/>
          <a:pathLst>
            <a:path>
              <a:moveTo>
                <a:pt x="0" y="0"/>
              </a:moveTo>
              <a:lnTo>
                <a:pt x="0" y="3034631"/>
              </a:lnTo>
              <a:lnTo>
                <a:pt x="129066" y="3034631"/>
              </a:lnTo>
            </a:path>
          </a:pathLst>
        </a:custGeom>
        <a:noFill/>
        <a:ln w="12700" cap="flat" cmpd="sng" algn="ctr">
          <a:solidFill>
            <a:schemeClr val="accent4">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85763E4-D355-4ECF-8846-534CF2B1CAF6}">
      <dsp:nvSpPr>
        <dsp:cNvPr id="0" name=""/>
        <dsp:cNvSpPr/>
      </dsp:nvSpPr>
      <dsp:spPr>
        <a:xfrm>
          <a:off x="5102488" y="3611669"/>
          <a:ext cx="1032533" cy="906596"/>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US" sz="900" kern="1200"/>
            <a:t>Increase in Net Promoter Score (NPS) and customer loyalty indices</a:t>
          </a:r>
          <a:endParaRPr lang="en-IN" sz="900" kern="1200"/>
        </a:p>
      </dsp:txBody>
      <dsp:txXfrm>
        <a:off x="5129041" y="3638222"/>
        <a:ext cx="979427" cy="853490"/>
      </dsp:txXfrm>
    </dsp:sp>
    <dsp:sp modelId="{3E5627C2-274C-4498-ACF1-543EAC962193}">
      <dsp:nvSpPr>
        <dsp:cNvPr id="0" name=""/>
        <dsp:cNvSpPr/>
      </dsp:nvSpPr>
      <dsp:spPr>
        <a:xfrm>
          <a:off x="6457688" y="166254"/>
          <a:ext cx="1290666" cy="864081"/>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 tIns="16510" rIns="24765" bIns="16510" numCol="1" spcCol="1270" anchor="ctr" anchorCtr="0">
          <a:noAutofit/>
        </a:bodyPr>
        <a:lstStyle/>
        <a:p>
          <a:pPr marL="0" lvl="0" indent="0" algn="ctr" defTabSz="577850">
            <a:lnSpc>
              <a:spcPct val="90000"/>
            </a:lnSpc>
            <a:spcBef>
              <a:spcPct val="0"/>
            </a:spcBef>
            <a:spcAft>
              <a:spcPct val="35000"/>
            </a:spcAft>
            <a:buNone/>
          </a:pPr>
          <a:r>
            <a:rPr lang="en-US" sz="1300" b="1" kern="1200"/>
            <a:t>Expansion into New Markets or Segments</a:t>
          </a:r>
          <a:endParaRPr lang="en-IN" sz="1300" kern="1200"/>
        </a:p>
      </dsp:txBody>
      <dsp:txXfrm>
        <a:off x="6482996" y="191562"/>
        <a:ext cx="1240050" cy="813465"/>
      </dsp:txXfrm>
    </dsp:sp>
    <dsp:sp modelId="{066E2AE6-30DD-4C40-B51F-E14BB78D49D0}">
      <dsp:nvSpPr>
        <dsp:cNvPr id="0" name=""/>
        <dsp:cNvSpPr/>
      </dsp:nvSpPr>
      <dsp:spPr>
        <a:xfrm>
          <a:off x="6586755" y="1030336"/>
          <a:ext cx="129066" cy="483999"/>
        </a:xfrm>
        <a:custGeom>
          <a:avLst/>
          <a:gdLst/>
          <a:ahLst/>
          <a:cxnLst/>
          <a:rect l="0" t="0" r="0" b="0"/>
          <a:pathLst>
            <a:path>
              <a:moveTo>
                <a:pt x="0" y="0"/>
              </a:moveTo>
              <a:lnTo>
                <a:pt x="0" y="483999"/>
              </a:lnTo>
              <a:lnTo>
                <a:pt x="129066" y="483999"/>
              </a:lnTo>
            </a:path>
          </a:pathLst>
        </a:custGeom>
        <a:noFill/>
        <a:ln w="12700" cap="flat" cmpd="sng" algn="ctr">
          <a:solidFill>
            <a:schemeClr val="accent4">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CDA8F0C-818A-4B7F-826F-41994C0B49FF}">
      <dsp:nvSpPr>
        <dsp:cNvPr id="0" name=""/>
        <dsp:cNvSpPr/>
      </dsp:nvSpPr>
      <dsp:spPr>
        <a:xfrm>
          <a:off x="6715821" y="1191670"/>
          <a:ext cx="1032533" cy="645333"/>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US" sz="900" kern="1200"/>
            <a:t>Time to enter a new market using solution-enabled capabilities</a:t>
          </a:r>
          <a:endParaRPr lang="en-IN" sz="900" kern="1200"/>
        </a:p>
      </dsp:txBody>
      <dsp:txXfrm>
        <a:off x="6734722" y="1210571"/>
        <a:ext cx="994731" cy="607531"/>
      </dsp:txXfrm>
    </dsp:sp>
    <dsp:sp modelId="{98531277-B564-4281-BC22-B021EA733D08}">
      <dsp:nvSpPr>
        <dsp:cNvPr id="0" name=""/>
        <dsp:cNvSpPr/>
      </dsp:nvSpPr>
      <dsp:spPr>
        <a:xfrm>
          <a:off x="6586755" y="1030336"/>
          <a:ext cx="129066" cy="1290666"/>
        </a:xfrm>
        <a:custGeom>
          <a:avLst/>
          <a:gdLst/>
          <a:ahLst/>
          <a:cxnLst/>
          <a:rect l="0" t="0" r="0" b="0"/>
          <a:pathLst>
            <a:path>
              <a:moveTo>
                <a:pt x="0" y="0"/>
              </a:moveTo>
              <a:lnTo>
                <a:pt x="0" y="1290666"/>
              </a:lnTo>
              <a:lnTo>
                <a:pt x="129066" y="1290666"/>
              </a:lnTo>
            </a:path>
          </a:pathLst>
        </a:custGeom>
        <a:noFill/>
        <a:ln w="12700" cap="flat" cmpd="sng" algn="ctr">
          <a:solidFill>
            <a:schemeClr val="accent4">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94CC604-2DC7-4F71-9633-FEA0CB653849}">
      <dsp:nvSpPr>
        <dsp:cNvPr id="0" name=""/>
        <dsp:cNvSpPr/>
      </dsp:nvSpPr>
      <dsp:spPr>
        <a:xfrm>
          <a:off x="6715821" y="1998336"/>
          <a:ext cx="1032533" cy="645333"/>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US" sz="900" kern="1200"/>
            <a:t>Percentage of revenue from new markets or customer segments</a:t>
          </a:r>
          <a:endParaRPr lang="en-IN" sz="900" kern="1200"/>
        </a:p>
      </dsp:txBody>
      <dsp:txXfrm>
        <a:off x="6734722" y="2017237"/>
        <a:ext cx="994731" cy="607531"/>
      </dsp:txXfrm>
    </dsp:sp>
    <dsp:sp modelId="{28A7C0B8-1FAA-483A-880F-888E16BAB261}">
      <dsp:nvSpPr>
        <dsp:cNvPr id="0" name=""/>
        <dsp:cNvSpPr/>
      </dsp:nvSpPr>
      <dsp:spPr>
        <a:xfrm>
          <a:off x="6586755" y="1030336"/>
          <a:ext cx="129066" cy="2097333"/>
        </a:xfrm>
        <a:custGeom>
          <a:avLst/>
          <a:gdLst/>
          <a:ahLst/>
          <a:cxnLst/>
          <a:rect l="0" t="0" r="0" b="0"/>
          <a:pathLst>
            <a:path>
              <a:moveTo>
                <a:pt x="0" y="0"/>
              </a:moveTo>
              <a:lnTo>
                <a:pt x="0" y="2097333"/>
              </a:lnTo>
              <a:lnTo>
                <a:pt x="129066" y="2097333"/>
              </a:lnTo>
            </a:path>
          </a:pathLst>
        </a:custGeom>
        <a:noFill/>
        <a:ln w="12700" cap="flat" cmpd="sng" algn="ctr">
          <a:solidFill>
            <a:schemeClr val="accent4">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4E0D9FE-9E06-4DB9-89ED-6FD1160B5FC0}">
      <dsp:nvSpPr>
        <dsp:cNvPr id="0" name=""/>
        <dsp:cNvSpPr/>
      </dsp:nvSpPr>
      <dsp:spPr>
        <a:xfrm>
          <a:off x="6715821" y="2805003"/>
          <a:ext cx="1032533" cy="645333"/>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US" sz="900" kern="1200"/>
            <a:t>Increase in service adaptability to diverse markets</a:t>
          </a:r>
          <a:endParaRPr lang="en-IN" sz="900" kern="1200"/>
        </a:p>
      </dsp:txBody>
      <dsp:txXfrm>
        <a:off x="6734722" y="2823904"/>
        <a:ext cx="994731" cy="607531"/>
      </dsp:txXfrm>
    </dsp:sp>
    <dsp:sp modelId="{57A13360-41FA-4C96-AA82-4F6D0A4EB47D}">
      <dsp:nvSpPr>
        <dsp:cNvPr id="0" name=""/>
        <dsp:cNvSpPr/>
      </dsp:nvSpPr>
      <dsp:spPr>
        <a:xfrm>
          <a:off x="8071021" y="166254"/>
          <a:ext cx="1290666" cy="864081"/>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 tIns="16510" rIns="24765" bIns="16510" numCol="1" spcCol="1270" anchor="ctr" anchorCtr="0">
          <a:noAutofit/>
        </a:bodyPr>
        <a:lstStyle/>
        <a:p>
          <a:pPr marL="0" lvl="0" indent="0" algn="ctr" defTabSz="577850">
            <a:lnSpc>
              <a:spcPct val="90000"/>
            </a:lnSpc>
            <a:spcBef>
              <a:spcPct val="0"/>
            </a:spcBef>
            <a:spcAft>
              <a:spcPct val="35000"/>
            </a:spcAft>
            <a:buNone/>
          </a:pPr>
          <a:r>
            <a:rPr lang="en-US" sz="1300" b="1" kern="1200"/>
            <a:t>Cross-Selling and Upselling Opportunities</a:t>
          </a:r>
          <a:endParaRPr lang="en-IN" sz="1300" kern="1200"/>
        </a:p>
      </dsp:txBody>
      <dsp:txXfrm>
        <a:off x="8096329" y="191562"/>
        <a:ext cx="1240050" cy="813465"/>
      </dsp:txXfrm>
    </dsp:sp>
    <dsp:sp modelId="{323CD33B-6DCD-4BCA-AEAB-EE6E93AE870A}">
      <dsp:nvSpPr>
        <dsp:cNvPr id="0" name=""/>
        <dsp:cNvSpPr/>
      </dsp:nvSpPr>
      <dsp:spPr>
        <a:xfrm>
          <a:off x="8200088" y="1030336"/>
          <a:ext cx="129066" cy="483999"/>
        </a:xfrm>
        <a:custGeom>
          <a:avLst/>
          <a:gdLst/>
          <a:ahLst/>
          <a:cxnLst/>
          <a:rect l="0" t="0" r="0" b="0"/>
          <a:pathLst>
            <a:path>
              <a:moveTo>
                <a:pt x="0" y="0"/>
              </a:moveTo>
              <a:lnTo>
                <a:pt x="0" y="483999"/>
              </a:lnTo>
              <a:lnTo>
                <a:pt x="129066" y="483999"/>
              </a:lnTo>
            </a:path>
          </a:pathLst>
        </a:custGeom>
        <a:noFill/>
        <a:ln w="12700" cap="flat" cmpd="sng" algn="ctr">
          <a:solidFill>
            <a:schemeClr val="accent4">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C4CE323-42A7-463F-9CD5-AA1878D41333}">
      <dsp:nvSpPr>
        <dsp:cNvPr id="0" name=""/>
        <dsp:cNvSpPr/>
      </dsp:nvSpPr>
      <dsp:spPr>
        <a:xfrm>
          <a:off x="8329154" y="1191670"/>
          <a:ext cx="1035630" cy="645333"/>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US" sz="900" kern="1200"/>
            <a:t>Revenue from cross-selling or upselling</a:t>
          </a:r>
          <a:endParaRPr lang="en-IN" sz="900" kern="1200"/>
        </a:p>
      </dsp:txBody>
      <dsp:txXfrm>
        <a:off x="8348055" y="1210571"/>
        <a:ext cx="997828" cy="607531"/>
      </dsp:txXfrm>
    </dsp:sp>
    <dsp:sp modelId="{2A9779F9-8CBA-492F-A14B-1C5B6CF0702B}">
      <dsp:nvSpPr>
        <dsp:cNvPr id="0" name=""/>
        <dsp:cNvSpPr/>
      </dsp:nvSpPr>
      <dsp:spPr>
        <a:xfrm>
          <a:off x="8200088" y="1030336"/>
          <a:ext cx="129066" cy="1290666"/>
        </a:xfrm>
        <a:custGeom>
          <a:avLst/>
          <a:gdLst/>
          <a:ahLst/>
          <a:cxnLst/>
          <a:rect l="0" t="0" r="0" b="0"/>
          <a:pathLst>
            <a:path>
              <a:moveTo>
                <a:pt x="0" y="0"/>
              </a:moveTo>
              <a:lnTo>
                <a:pt x="0" y="1290666"/>
              </a:lnTo>
              <a:lnTo>
                <a:pt x="129066" y="1290666"/>
              </a:lnTo>
            </a:path>
          </a:pathLst>
        </a:custGeom>
        <a:noFill/>
        <a:ln w="12700" cap="flat" cmpd="sng" algn="ctr">
          <a:solidFill>
            <a:schemeClr val="accent4">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5DEE1E1-B5A3-43B9-B56B-1130C7315135}">
      <dsp:nvSpPr>
        <dsp:cNvPr id="0" name=""/>
        <dsp:cNvSpPr/>
      </dsp:nvSpPr>
      <dsp:spPr>
        <a:xfrm>
          <a:off x="8329154" y="1998336"/>
          <a:ext cx="1032533" cy="645333"/>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US" sz="900" kern="1200"/>
            <a:t>Increase in average order value per transaction</a:t>
          </a:r>
          <a:endParaRPr lang="en-IN" sz="900" kern="1200"/>
        </a:p>
      </dsp:txBody>
      <dsp:txXfrm>
        <a:off x="8348055" y="2017237"/>
        <a:ext cx="994731" cy="607531"/>
      </dsp:txXfrm>
    </dsp:sp>
    <dsp:sp modelId="{826A075F-632C-476A-83E6-B267491D855B}">
      <dsp:nvSpPr>
        <dsp:cNvPr id="0" name=""/>
        <dsp:cNvSpPr/>
      </dsp:nvSpPr>
      <dsp:spPr>
        <a:xfrm>
          <a:off x="8200088" y="1030336"/>
          <a:ext cx="129066" cy="2097333"/>
        </a:xfrm>
        <a:custGeom>
          <a:avLst/>
          <a:gdLst/>
          <a:ahLst/>
          <a:cxnLst/>
          <a:rect l="0" t="0" r="0" b="0"/>
          <a:pathLst>
            <a:path>
              <a:moveTo>
                <a:pt x="0" y="0"/>
              </a:moveTo>
              <a:lnTo>
                <a:pt x="0" y="2097333"/>
              </a:lnTo>
              <a:lnTo>
                <a:pt x="129066" y="2097333"/>
              </a:lnTo>
            </a:path>
          </a:pathLst>
        </a:custGeom>
        <a:noFill/>
        <a:ln w="12700" cap="flat" cmpd="sng" algn="ctr">
          <a:solidFill>
            <a:schemeClr val="accent4">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DA5A674-B391-427B-A064-43EA9EE2F08F}">
      <dsp:nvSpPr>
        <dsp:cNvPr id="0" name=""/>
        <dsp:cNvSpPr/>
      </dsp:nvSpPr>
      <dsp:spPr>
        <a:xfrm>
          <a:off x="8329154" y="2805003"/>
          <a:ext cx="1032533" cy="645333"/>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US" sz="900" kern="1200"/>
            <a:t>Growth in attach rates (add-ons or complementary offerings)</a:t>
          </a:r>
          <a:endParaRPr lang="en-IN" sz="900" kern="1200"/>
        </a:p>
      </dsp:txBody>
      <dsp:txXfrm>
        <a:off x="8348055" y="2823904"/>
        <a:ext cx="994731" cy="607531"/>
      </dsp:txXfrm>
    </dsp:sp>
    <dsp:sp modelId="{71340BDC-48AD-488A-BC0D-C2023075B556}">
      <dsp:nvSpPr>
        <dsp:cNvPr id="0" name=""/>
        <dsp:cNvSpPr/>
      </dsp:nvSpPr>
      <dsp:spPr>
        <a:xfrm>
          <a:off x="9684354" y="166254"/>
          <a:ext cx="1290666" cy="864081"/>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 tIns="16510" rIns="24765" bIns="16510" numCol="1" spcCol="1270" anchor="ctr" anchorCtr="0">
          <a:noAutofit/>
        </a:bodyPr>
        <a:lstStyle/>
        <a:p>
          <a:pPr marL="0" lvl="0" indent="0" algn="ctr" defTabSz="577850">
            <a:lnSpc>
              <a:spcPct val="90000"/>
            </a:lnSpc>
            <a:spcBef>
              <a:spcPct val="0"/>
            </a:spcBef>
            <a:spcAft>
              <a:spcPct val="35000"/>
            </a:spcAft>
            <a:buNone/>
          </a:pPr>
          <a:r>
            <a:rPr lang="en-US" sz="1300" b="1" kern="1200"/>
            <a:t>Enhanced Customer Experience Metrics</a:t>
          </a:r>
          <a:endParaRPr lang="en-IN" sz="1300" kern="1200"/>
        </a:p>
      </dsp:txBody>
      <dsp:txXfrm>
        <a:off x="9709662" y="191562"/>
        <a:ext cx="1240050" cy="813465"/>
      </dsp:txXfrm>
    </dsp:sp>
    <dsp:sp modelId="{0DDA472B-AD56-4DFB-ABB7-1AC33065E0EC}">
      <dsp:nvSpPr>
        <dsp:cNvPr id="0" name=""/>
        <dsp:cNvSpPr/>
      </dsp:nvSpPr>
      <dsp:spPr>
        <a:xfrm>
          <a:off x="9813421" y="1030336"/>
          <a:ext cx="129066" cy="670327"/>
        </a:xfrm>
        <a:custGeom>
          <a:avLst/>
          <a:gdLst/>
          <a:ahLst/>
          <a:cxnLst/>
          <a:rect l="0" t="0" r="0" b="0"/>
          <a:pathLst>
            <a:path>
              <a:moveTo>
                <a:pt x="0" y="0"/>
              </a:moveTo>
              <a:lnTo>
                <a:pt x="0" y="670327"/>
              </a:lnTo>
              <a:lnTo>
                <a:pt x="129066" y="670327"/>
              </a:lnTo>
            </a:path>
          </a:pathLst>
        </a:custGeom>
        <a:noFill/>
        <a:ln w="12700" cap="flat" cmpd="sng" algn="ctr">
          <a:solidFill>
            <a:schemeClr val="accent4">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48B54B6-F9A4-46DC-9266-2B88E5944DCB}">
      <dsp:nvSpPr>
        <dsp:cNvPr id="0" name=""/>
        <dsp:cNvSpPr/>
      </dsp:nvSpPr>
      <dsp:spPr>
        <a:xfrm>
          <a:off x="9942487" y="1191670"/>
          <a:ext cx="1032533" cy="1017987"/>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US" sz="900" kern="1200"/>
            <a:t>Improvements in customer satisfaction (CSAT) or experience scores</a:t>
          </a:r>
          <a:endParaRPr lang="en-IN" sz="900" kern="1200"/>
        </a:p>
      </dsp:txBody>
      <dsp:txXfrm>
        <a:off x="9972303" y="1221486"/>
        <a:ext cx="972901" cy="958355"/>
      </dsp:txXfrm>
    </dsp:sp>
    <dsp:sp modelId="{DE407A36-5EF2-4D15-A82E-997898AF3A04}">
      <dsp:nvSpPr>
        <dsp:cNvPr id="0" name=""/>
        <dsp:cNvSpPr/>
      </dsp:nvSpPr>
      <dsp:spPr>
        <a:xfrm>
          <a:off x="9813421" y="1030336"/>
          <a:ext cx="129066" cy="1810356"/>
        </a:xfrm>
        <a:custGeom>
          <a:avLst/>
          <a:gdLst/>
          <a:ahLst/>
          <a:cxnLst/>
          <a:rect l="0" t="0" r="0" b="0"/>
          <a:pathLst>
            <a:path>
              <a:moveTo>
                <a:pt x="0" y="0"/>
              </a:moveTo>
              <a:lnTo>
                <a:pt x="0" y="1810356"/>
              </a:lnTo>
              <a:lnTo>
                <a:pt x="129066" y="1810356"/>
              </a:lnTo>
            </a:path>
          </a:pathLst>
        </a:custGeom>
        <a:noFill/>
        <a:ln w="12700" cap="flat" cmpd="sng" algn="ctr">
          <a:solidFill>
            <a:schemeClr val="accent4">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76045A8-5B3C-4B3E-8B50-B2C5D9F776A7}">
      <dsp:nvSpPr>
        <dsp:cNvPr id="0" name=""/>
        <dsp:cNvSpPr/>
      </dsp:nvSpPr>
      <dsp:spPr>
        <a:xfrm>
          <a:off x="9942487" y="2370990"/>
          <a:ext cx="1032533" cy="939405"/>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US" sz="900" kern="1200"/>
            <a:t>Average response time for customer support (faster response due to solution)</a:t>
          </a:r>
          <a:endParaRPr lang="en-IN" sz="900" kern="1200"/>
        </a:p>
      </dsp:txBody>
      <dsp:txXfrm>
        <a:off x="9970001" y="2398504"/>
        <a:ext cx="977505" cy="884377"/>
      </dsp:txXfrm>
    </dsp:sp>
    <dsp:sp modelId="{E6E4E0D3-8590-4109-A0CF-20886D72A930}">
      <dsp:nvSpPr>
        <dsp:cNvPr id="0" name=""/>
        <dsp:cNvSpPr/>
      </dsp:nvSpPr>
      <dsp:spPr>
        <a:xfrm>
          <a:off x="9813421" y="1030336"/>
          <a:ext cx="129066" cy="2764059"/>
        </a:xfrm>
        <a:custGeom>
          <a:avLst/>
          <a:gdLst/>
          <a:ahLst/>
          <a:cxnLst/>
          <a:rect l="0" t="0" r="0" b="0"/>
          <a:pathLst>
            <a:path>
              <a:moveTo>
                <a:pt x="0" y="0"/>
              </a:moveTo>
              <a:lnTo>
                <a:pt x="0" y="2764059"/>
              </a:lnTo>
              <a:lnTo>
                <a:pt x="129066" y="2764059"/>
              </a:lnTo>
            </a:path>
          </a:pathLst>
        </a:custGeom>
        <a:noFill/>
        <a:ln w="12700" cap="flat" cmpd="sng" algn="ctr">
          <a:solidFill>
            <a:schemeClr val="accent4">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70B36A5-8454-46E1-84E2-13A3AE911459}">
      <dsp:nvSpPr>
        <dsp:cNvPr id="0" name=""/>
        <dsp:cNvSpPr/>
      </dsp:nvSpPr>
      <dsp:spPr>
        <a:xfrm>
          <a:off x="9942487" y="3471729"/>
          <a:ext cx="1032533" cy="645333"/>
        </a:xfrm>
        <a:prstGeom prst="roundRect">
          <a:avLst>
            <a:gd name="adj" fmla="val 10000"/>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US" sz="900" kern="1200"/>
            <a:t>Reduction in user complaints or issue tickets</a:t>
          </a:r>
          <a:endParaRPr lang="en-IN" sz="900" kern="1200"/>
        </a:p>
      </dsp:txBody>
      <dsp:txXfrm>
        <a:off x="9961388" y="3490630"/>
        <a:ext cx="994731" cy="607531"/>
      </dsp:txXfrm>
    </dsp:sp>
  </dsp:spTree>
</dsp:drawing>
</file>

<file path=ppt/diagrams/layout1.xml><?xml version="1.0" encoding="utf-8"?>
<dgm:layoutDef xmlns:dgm="http://schemas.openxmlformats.org/drawingml/2006/diagram" xmlns:a="http://schemas.openxmlformats.org/drawingml/2006/main" uniqueId="urn:microsoft.com/office/officeart/2009/layout/CircleArrowProcess">
  <dgm:title val=""/>
  <dgm:desc val=""/>
  <dgm:catLst>
    <dgm:cat type="process" pri="16500"/>
    <dgm:cat type="cycle" pri="16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7"/>
      <dgm:chPref val="7"/>
      <dgm:dir/>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5"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1144"/>
              <dgm:constr type="t" for="ch" forName="Accent1" refType="h" fact="0"/>
              <dgm:constr type="w" for="ch" forName="Accent1" refType="w" fact="0.5542"/>
              <dgm:constr type="h" for="ch" forName="Accent1" refType="h" fact="0.6665"/>
              <dgm:constr type="l" for="ch" forName="Parent1" refType="w" fact="0.2368"/>
              <dgm:constr type="t" for="ch" forName="Parent1" refType="h" fact="0.2413"/>
              <dgm:constr type="w" for="ch" forName="Parent1" refType="w" fact="0.3092"/>
              <dgm:constr type="h" for="ch" forName="Parent1" refType="h" fact="0.1859"/>
              <dgm:constr type="l" for="ch" forName="Parent2" refType="w" fact="0.0822"/>
              <dgm:constr type="t" for="ch" forName="Parent2" refType="h" fact="0.625"/>
              <dgm:constr type="w" for="ch" forName="Parent2" refType="w" fact="0.3092"/>
              <dgm:constr type="h" for="ch" forName="Parent2" refType="h" fact="0.1859"/>
              <dgm:constr type="l" for="ch" forName="Child1" refType="w" fact="0.6678"/>
              <dgm:constr type="t" for="ch" forName="Child1" refType="h" fact="0.1978"/>
              <dgm:constr type="w" for="ch" forName="Child1" refType="w" fact="0.3322"/>
              <dgm:constr type="h" for="ch" forName="Child1" refType="h" fact="0.265"/>
              <dgm:constr type="l" for="ch" forName="Child2" refType="w" fact="0.5164"/>
              <dgm:constr type="t" for="ch" forName="Child2" refType="h" fact="0.5855"/>
              <dgm:constr type="w" for="ch" forName="Child2" refType="w" fact="0.3322"/>
              <dgm:constr type="h" for="ch" forName="Child2" refType="h" fact="0.265"/>
              <dgm:constr type="l" for="ch" forName="Accent2" refType="w" fact="0"/>
              <dgm:constr type="t" for="ch" forName="Accent2" refType="h" fact="0.4272"/>
              <dgm:constr type="w" for="ch" forName="Accent2" refType="w" fact="0.4761"/>
              <dgm:constr type="h" for="ch" forName="Accent2" refType="h" fact="0.5728"/>
            </dgm:constrLst>
          </dgm:if>
          <dgm:if name="Name6"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1479"/>
              <dgm:constr type="t" for="ch" forName="Accent1" refType="h" fact="0"/>
              <dgm:constr type="w" for="ch" forName="Accent1" refType="w" fact="0.5325"/>
              <dgm:constr type="h" for="ch" forName="Accent1" refType="h" fact="0.4814"/>
              <dgm:constr type="l" for="ch" forName="Accent2" refType="w" fact="0"/>
              <dgm:constr type="t" for="ch" forName="Accent2" refType="h" fact="0.2766"/>
              <dgm:constr type="w" for="ch" forName="Accent2" refType="w" fact="0.5325"/>
              <dgm:constr type="h" for="ch" forName="Accent2" refType="h" fact="0.4814"/>
              <dgm:constr type="l" for="ch" forName="Parent1" refType="w" fact="0.2656"/>
              <dgm:constr type="t" for="ch" forName="Parent1" refType="h" fact="0.1738"/>
              <dgm:constr type="w" for="ch" forName="Parent1" refType="w" fact="0.2959"/>
              <dgm:constr type="h" for="ch" forName="Parent1" refType="h" fact="0.1337"/>
              <dgm:constr type="l" for="ch" forName="Accent3" refType="w" fact="0.1858"/>
              <dgm:constr type="t" for="ch" forName="Accent3" refType="h" fact="0.5863"/>
              <dgm:constr type="w" for="ch" forName="Accent3" refType="w" fact="0.4575"/>
              <dgm:constr type="h" for="ch" forName="Accent3" refType="h" fact="0.4137"/>
              <dgm:constr type="l" for="ch" forName="Parent2" refType="w" fact="0.1183"/>
              <dgm:constr type="t" for="ch" forName="Parent2" refType="h" fact="0.452"/>
              <dgm:constr type="w" for="ch" forName="Parent2" refType="w" fact="0.2959"/>
              <dgm:constr type="h" for="ch" forName="Parent2" refType="h" fact="0.1337"/>
              <dgm:constr type="l" for="ch" forName="Parent3" refType="w" fact="0.2663"/>
              <dgm:constr type="t" for="ch" forName="Parent3" refType="h" fact="0.7306"/>
              <dgm:constr type="w" for="ch" forName="Parent3" refType="w" fact="0.2959"/>
              <dgm:constr type="h" for="ch" forName="Parent3" refType="h" fact="0.1337"/>
              <dgm:constr type="l" for="ch" forName="Child2" refType="w" fact="0.5325"/>
              <dgm:constr type="t" for="ch" forName="Child2" refType="h" fact="0.4217"/>
              <dgm:constr type="w" for="ch" forName="Child2" refType="w" fact="0.3195"/>
              <dgm:constr type="h" for="ch" forName="Child2" refType="h" fact="0.1926"/>
              <dgm:constr type="l" for="ch" forName="Child1" refType="w" fact="0.6805"/>
              <dgm:constr type="t" for="ch" forName="Child1" refType="h" fact="0.1435"/>
              <dgm:constr type="w" for="ch" forName="Child1" refType="w" fact="0.3195"/>
              <dgm:constr type="h" for="ch" forName="Child1" refType="h" fact="0.1926"/>
              <dgm:constr type="l" for="ch" forName="Child3" refType="w" fact="0.6805"/>
              <dgm:constr type="t" for="ch" forName="Child3" refType="h" fact="0.6998"/>
              <dgm:constr type="w" for="ch" forName="Child3" refType="w" fact="0.3195"/>
              <dgm:constr type="h" for="ch" forName="Child3" refType="h" fact="0.1926"/>
            </dgm:constrLst>
          </dgm:if>
          <dgm:if name="Name7"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1481"/>
              <dgm:constr type="t" for="ch" forName="Accent1" refType="h" fact="0"/>
              <dgm:constr type="w" for="ch" forName="Accent1" refType="w" fact="0.5331"/>
              <dgm:constr type="h" for="ch" forName="Accent1" refType="h" fact="0.3771"/>
              <dgm:constr type="l" for="ch" forName="Accent2" refType="w" fact="0"/>
              <dgm:constr type="t" for="ch" forName="Accent2" refType="h" fact="0.2167"/>
              <dgm:constr type="w" for="ch" forName="Accent2" refType="w" fact="0.5331"/>
              <dgm:constr type="h" for="ch" forName="Accent2" refType="h" fact="0.3771"/>
              <dgm:constr type="l" for="ch" forName="Accent3" refType="w" fact="0.1481"/>
              <dgm:constr type="t" for="ch" forName="Accent3" refType="h" fact="0.4342"/>
              <dgm:constr type="w" for="ch" forName="Accent3" refType="w" fact="0.5331"/>
              <dgm:constr type="h" for="ch" forName="Accent3" refType="h" fact="0.3771"/>
              <dgm:constr type="l" for="ch" forName="Parent1" refType="w" fact="0.2658"/>
              <dgm:constr type="t" for="ch" forName="Parent1" refType="h" fact="0.1365"/>
              <dgm:constr type="w" for="ch" forName="Parent1" refType="w" fact="0.2975"/>
              <dgm:constr type="h" for="ch" forName="Parent1" refType="h" fact="0.1052"/>
              <dgm:constr type="l" for="ch" forName="Parent2" refType="w" fact="0.1171"/>
              <dgm:constr type="t" for="ch" forName="Parent2" refType="h" fact="0.3536"/>
              <dgm:constr type="w" for="ch" forName="Parent2" refType="w" fact="0.2975"/>
              <dgm:constr type="h" for="ch" forName="Parent2" refType="h" fact="0.1052"/>
              <dgm:constr type="l" for="ch" forName="Parent3" refType="w" fact="0.2658"/>
              <dgm:constr type="t" for="ch" forName="Parent3" refType="h" fact="0.5707"/>
              <dgm:constr type="w" for="ch" forName="Parent3" refType="w" fact="0.2975"/>
              <dgm:constr type="h" for="ch" forName="Parent3" refType="h" fact="0.1052"/>
              <dgm:constr type="l" for="ch" forName="Parent4" refType="w" fact="0.1171"/>
              <dgm:constr type="t" for="ch" forName="Parent4" refType="h" fact="0.7878"/>
              <dgm:constr type="w" for="ch" forName="Parent4" refType="w" fact="0.2975"/>
              <dgm:constr type="h" for="ch" forName="Parent4" refType="h" fact="0.1052"/>
              <dgm:constr type="l" for="ch" forName="Child1" refType="w" fact="0.6804"/>
              <dgm:constr type="t" for="ch" forName="Child1" refType="h" fact="0.1119"/>
              <dgm:constr type="w" for="ch" forName="Child1" refType="w" fact="0.3196"/>
              <dgm:constr type="h" for="ch" forName="Child1" refType="h" fact="0.15"/>
              <dgm:constr type="l" for="ch" forName="Child2" refType="w" fact="0.5348"/>
              <dgm:constr type="t" for="ch" forName="Child2" refType="h" fact="0.3312"/>
              <dgm:constr type="w" for="ch" forName="Child2" refType="w" fact="0.3196"/>
              <dgm:constr type="h" for="ch" forName="Child2" refType="h" fact="0.15"/>
              <dgm:constr type="l" for="ch" forName="Child3" refType="w" fact="0.6804"/>
              <dgm:constr type="t" for="ch" forName="Child3" refType="h" fact="0.5461"/>
              <dgm:constr type="w" for="ch" forName="Child3" refType="w" fact="0.3196"/>
              <dgm:constr type="h" for="ch" forName="Child3" refType="h" fact="0.15"/>
              <dgm:constr type="l" for="ch" forName="Child4" refType="w" fact="0.5348"/>
              <dgm:constr type="t" for="ch" forName="Child4" refType="h" fact="0.7632"/>
              <dgm:constr type="w" for="ch" forName="Child4" refType="w" fact="0.3196"/>
              <dgm:constr type="h" for="ch" forName="Child4" refType="h" fact="0.15"/>
              <dgm:constr type="l" for="ch" forName="Accent4" refType="w" fact="0.038"/>
              <dgm:constr type="t" for="ch" forName="Accent4" refType="h" fact="0.6759"/>
              <dgm:constr type="w" for="ch" forName="Accent4" refType="w" fact="0.458"/>
              <dgm:constr type="h" for="ch" forName="Accent4" refType="h" fact="0.3241"/>
            </dgm:constrLst>
          </dgm:if>
          <dgm:if name="Name8"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1481"/>
              <dgm:constr type="t" for="ch" forName="Accent1" refType="h" fact="0"/>
              <dgm:constr type="w" for="ch" forName="Accent1" refType="w" fact="0.5331"/>
              <dgm:constr type="h" for="ch" forName="Accent1" refType="h" fact="0.3098"/>
              <dgm:constr type="l" for="ch" forName="Accent2" refType="w" fact="0"/>
              <dgm:constr type="t" for="ch" forName="Accent2" refType="h" fact="0.178"/>
              <dgm:constr type="w" for="ch" forName="Accent2" refType="w" fact="0.5331"/>
              <dgm:constr type="h" for="ch" forName="Accent2" refType="h" fact="0.3098"/>
              <dgm:constr type="l" for="ch" forName="Accent3" refType="w" fact="0.1481"/>
              <dgm:constr type="t" for="ch" forName="Accent3" refType="h" fact="0.3568"/>
              <dgm:constr type="w" for="ch" forName="Accent3" refType="w" fact="0.5331"/>
              <dgm:constr type="h" for="ch" forName="Accent3" refType="h" fact="0.3098"/>
              <dgm:constr type="l" for="ch" forName="Accent4" refType="w" fact="0"/>
              <dgm:constr type="t" for="ch" forName="Accent4" refType="h" fact="0.5351"/>
              <dgm:constr type="w" for="ch" forName="Accent4" refType="w" fact="0.5331"/>
              <dgm:constr type="h" for="ch" forName="Accent4" refType="h" fact="0.3098"/>
              <dgm:constr type="l" for="ch" forName="Accent5" refType="w" fact="0.186"/>
              <dgm:constr type="t" for="ch" forName="Accent5" refType="h" fact="0.7337"/>
              <dgm:constr type="w" for="ch" forName="Accent5" refType="w" fact="0.458"/>
              <dgm:constr type="h" for="ch" forName="Accent5" refType="h" fact="0.2663"/>
              <dgm:constr type="l" for="ch" forName="Parent1" refType="w" fact="0.2658"/>
              <dgm:constr type="t" for="ch" forName="Parent1" refType="h" fact="0.1122"/>
              <dgm:constr type="w" for="ch" forName="Parent1" refType="w" fact="0.2975"/>
              <dgm:constr type="h" for="ch" forName="Parent1" refType="h" fact="0.0864"/>
              <dgm:constr type="l" for="ch" forName="Parent2" refType="w" fact="0.1171"/>
              <dgm:constr type="t" for="ch" forName="Parent2" refType="h" fact="0.2906"/>
              <dgm:constr type="w" for="ch" forName="Parent2" refType="w" fact="0.2975"/>
              <dgm:constr type="h" for="ch" forName="Parent2" refType="h" fact="0.0864"/>
              <dgm:constr type="l" for="ch" forName="Parent3" refType="w" fact="0.2658"/>
              <dgm:constr type="t" for="ch" forName="Parent3" refType="h" fact="0.4689"/>
              <dgm:constr type="w" for="ch" forName="Parent3" refType="w" fact="0.2975"/>
              <dgm:constr type="h" for="ch" forName="Parent3" refType="h" fact="0.0864"/>
              <dgm:constr type="l" for="ch" forName="Parent4" refType="w" fact="0.1171"/>
              <dgm:constr type="t" for="ch" forName="Parent4" refType="h" fact="0.6473"/>
              <dgm:constr type="w" for="ch" forName="Parent4" refType="w" fact="0.2975"/>
              <dgm:constr type="h" for="ch" forName="Parent4" refType="h" fact="0.0864"/>
              <dgm:constr type="l" for="ch" forName="Parent5" refType="w" fact="0.2658"/>
              <dgm:constr type="t" for="ch" forName="Parent5" refType="h" fact="0.8257"/>
              <dgm:constr type="w" for="ch" forName="Parent5" refType="w" fact="0.2975"/>
              <dgm:constr type="h" for="ch" forName="Parent5" refType="h" fact="0.0864"/>
              <dgm:constr type="l" for="ch" forName="Child1" refType="w" fact="0.6804"/>
              <dgm:constr type="t" for="ch" forName="Child1" refType="h" fact="0.0919"/>
              <dgm:constr type="w" for="ch" forName="Child1" refType="w" fact="0.3196"/>
              <dgm:constr type="h" for="ch" forName="Child1" refType="h" fact="0.1232"/>
              <dgm:constr type="l" for="ch" forName="Child2" refType="w" fact="0.5348"/>
              <dgm:constr type="t" for="ch" forName="Child2" refType="h" fact="0.2722"/>
              <dgm:constr type="w" for="ch" forName="Child2" refType="w" fact="0.3196"/>
              <dgm:constr type="h" for="ch" forName="Child2" refType="h" fact="0.1232"/>
              <dgm:constr type="l" for="ch" forName="Child3" refType="w" fact="0.6804"/>
              <dgm:constr type="t" for="ch" forName="Child3" refType="h" fact="0.4487"/>
              <dgm:constr type="w" for="ch" forName="Child3" refType="w" fact="0.3196"/>
              <dgm:constr type="h" for="ch" forName="Child3" refType="h" fact="0.1232"/>
              <dgm:constr type="l" for="ch" forName="Child4" refType="w" fact="0.5348"/>
              <dgm:constr type="t" for="ch" forName="Child4" refType="h" fact="0.6271"/>
              <dgm:constr type="w" for="ch" forName="Child4" refType="w" fact="0.3196"/>
              <dgm:constr type="h" for="ch" forName="Child4" refType="h" fact="0.1232"/>
              <dgm:constr type="l" for="ch" forName="Child5" refType="w" fact="0.6804"/>
              <dgm:constr type="t" for="ch" forName="Child5" refType="h" fact="0.8073"/>
              <dgm:constr type="w" for="ch" forName="Child5" refType="w" fact="0.3196"/>
              <dgm:constr type="h" for="ch" forName="Child5" refType="h" fact="0.1232"/>
            </dgm:constrLst>
          </dgm:if>
          <dgm:if name="Name9"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1481"/>
              <dgm:constr type="t" for="ch" forName="Accent1" refType="h" fact="0"/>
              <dgm:constr type="w" for="ch" forName="Accent1" refType="w" fact="0.5331"/>
              <dgm:constr type="h" for="ch" forName="Accent1" refType="h" fact="0.2629"/>
              <dgm:constr type="l" for="ch" forName="Accent2" refType="w" fact="0"/>
              <dgm:constr type="t" for="ch" forName="Accent2" refType="h" fact="0.1511"/>
              <dgm:constr type="w" for="ch" forName="Accent2" refType="w" fact="0.5331"/>
              <dgm:constr type="h" for="ch" forName="Accent2" refType="h" fact="0.2629"/>
              <dgm:constr type="l" for="ch" forName="Accent3" refType="w" fact="0.1481"/>
              <dgm:constr type="t" for="ch" forName="Accent3" refType="h" fact="0.3027"/>
              <dgm:constr type="w" for="ch" forName="Accent3" refType="w" fact="0.5331"/>
              <dgm:constr type="h" for="ch" forName="Accent3" refType="h" fact="0.2629"/>
              <dgm:constr type="l" for="ch" forName="Accent4" refType="w" fact="0"/>
              <dgm:constr type="t" for="ch" forName="Accent4" refType="h" fact="0.4541"/>
              <dgm:constr type="w" for="ch" forName="Accent4" refType="w" fact="0.5331"/>
              <dgm:constr type="h" for="ch" forName="Accent4" refType="h" fact="0.2629"/>
              <dgm:constr type="l" for="ch" forName="Parent1" refType="w" fact="0.2658"/>
              <dgm:constr type="t" for="ch" forName="Parent1" refType="h" fact="0.0952"/>
              <dgm:constr type="w" for="ch" forName="Parent1" refType="w" fact="0.2975"/>
              <dgm:constr type="h" for="ch" forName="Parent1" refType="h" fact="0.0733"/>
              <dgm:constr type="l" for="ch" forName="Parent2" refType="w" fact="0.1171"/>
              <dgm:constr type="t" for="ch" forName="Parent2" refType="h" fact="0.2466"/>
              <dgm:constr type="w" for="ch" forName="Parent2" refType="w" fact="0.2975"/>
              <dgm:constr type="h" for="ch" forName="Parent2" refType="h" fact="0.0733"/>
              <dgm:constr type="l" for="ch" forName="Parent3" refType="w" fact="0.2658"/>
              <dgm:constr type="t" for="ch" forName="Parent3" refType="h" fact="0.3979"/>
              <dgm:constr type="w" for="ch" forName="Parent3" refType="w" fact="0.2975"/>
              <dgm:constr type="h" for="ch" forName="Parent3" refType="h" fact="0.0733"/>
              <dgm:constr type="l" for="ch" forName="Parent4" refType="w" fact="0.1171"/>
              <dgm:constr type="t" for="ch" forName="Parent4" refType="h" fact="0.5493"/>
              <dgm:constr type="w" for="ch" forName="Parent4" refType="w" fact="0.2975"/>
              <dgm:constr type="h" for="ch" forName="Parent4" refType="h" fact="0.0733"/>
              <dgm:constr type="l" for="ch" forName="Child1" refType="w" fact="0.6804"/>
              <dgm:constr type="t" for="ch" forName="Child1" refType="h" fact="0.078"/>
              <dgm:constr type="w" for="ch" forName="Child1" refType="w" fact="0.3196"/>
              <dgm:constr type="h" for="ch" forName="Child1" refType="h" fact="0.1046"/>
              <dgm:constr type="l" for="ch" forName="Child2" refType="w" fact="0.5348"/>
              <dgm:constr type="t" for="ch" forName="Child2" refType="h" fact="0.231"/>
              <dgm:constr type="w" for="ch" forName="Child2" refType="w" fact="0.3196"/>
              <dgm:constr type="h" for="ch" forName="Child2" refType="h" fact="0.1046"/>
              <dgm:constr type="l" for="ch" forName="Child3" refType="w" fact="0.6804"/>
              <dgm:constr type="t" for="ch" forName="Child3" refType="h" fact="0.3808"/>
              <dgm:constr type="w" for="ch" forName="Child3" refType="w" fact="0.3196"/>
              <dgm:constr type="h" for="ch" forName="Child3" refType="h" fact="0.1046"/>
              <dgm:constr type="l" for="ch" forName="Child4" refType="w" fact="0.5348"/>
              <dgm:constr type="t" for="ch" forName="Child4" refType="h" fact="0.5322"/>
              <dgm:constr type="w" for="ch" forName="Child4" refType="w" fact="0.3196"/>
              <dgm:constr type="h" for="ch" forName="Child4" refType="h" fact="0.1046"/>
              <dgm:constr type="l" for="ch" forName="Accent5" refType="w" fact="0.1481"/>
              <dgm:constr type="t" for="ch" forName="Accent5" refType="h" fact="0.6053"/>
              <dgm:constr type="w" for="ch" forName="Accent5" refType="w" fact="0.5331"/>
              <dgm:constr type="h" for="ch" forName="Accent5" refType="h" fact="0.2629"/>
              <dgm:constr type="l" for="ch" forName="Accent6" refType="w" fact="0.038"/>
              <dgm:constr type="t" for="ch" forName="Accent6" refType="h" fact="0.774"/>
              <dgm:constr type="w" for="ch" forName="Accent6" refType="w" fact="0.458"/>
              <dgm:constr type="h" for="ch" forName="Accent6" refType="h" fact="0.226"/>
              <dgm:constr type="l" for="ch" forName="Parent5" refType="w" fact="0.2658"/>
              <dgm:constr type="t" for="ch" forName="Parent5" refType="h" fact="0.7005"/>
              <dgm:constr type="w" for="ch" forName="Parent5" refType="w" fact="0.2975"/>
              <dgm:constr type="h" for="ch" forName="Parent5" refType="h" fact="0.0733"/>
              <dgm:constr type="l" for="ch" forName="Parent6" refType="w" fact="0.1171"/>
              <dgm:constr type="t" for="ch" forName="Parent6" refType="h" fact="0.8519"/>
              <dgm:constr type="w" for="ch" forName="Parent6" refType="w" fact="0.2975"/>
              <dgm:constr type="h" for="ch" forName="Parent6" refType="h" fact="0.0733"/>
              <dgm:constr type="l" for="ch" forName="Child5" refType="w" fact="0.6804"/>
              <dgm:constr type="t" for="ch" forName="Child5" refType="h" fact="0.6833"/>
              <dgm:constr type="w" for="ch" forName="Child5" refType="w" fact="0.3196"/>
              <dgm:constr type="h" for="ch" forName="Child5" refType="h" fact="0.1046"/>
              <dgm:constr type="l" for="ch" forName="Child6" refType="w" fact="0.5348"/>
              <dgm:constr type="t" for="ch" forName="Child6" refType="h" fact="0.8347"/>
              <dgm:constr type="w" for="ch" forName="Child6" refType="w" fact="0.3196"/>
              <dgm:constr type="h" for="ch" forName="Child6" refType="h" fact="0.1046"/>
            </dgm:constrLst>
          </dgm:if>
          <dgm:else name="Name10">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1481"/>
              <dgm:constr type="t" for="ch" forName="Accent1" refType="h" fact="0"/>
              <dgm:constr type="w" for="ch" forName="Accent1" refType="w" fact="0.5331"/>
              <dgm:constr type="h" for="ch" forName="Accent1" refType="h" fact="0.2284"/>
              <dgm:constr type="l" for="ch" forName="Accent2" refType="w" fact="0"/>
              <dgm:constr type="t" for="ch" forName="Accent2" refType="h" fact="0.1312"/>
              <dgm:constr type="w" for="ch" forName="Accent2" refType="w" fact="0.5331"/>
              <dgm:constr type="h" for="ch" forName="Accent2" refType="h" fact="0.2284"/>
              <dgm:constr type="l" for="ch" forName="Accent3" refType="w" fact="0.1481"/>
              <dgm:constr type="t" for="ch" forName="Accent3" refType="h" fact="0.263"/>
              <dgm:constr type="w" for="ch" forName="Accent3" refType="w" fact="0.5331"/>
              <dgm:constr type="h" for="ch" forName="Accent3" refType="h" fact="0.2284"/>
              <dgm:constr type="l" for="ch" forName="Accent4" refType="w" fact="0"/>
              <dgm:constr type="t" for="ch" forName="Accent4" refType="h" fact="0.3945"/>
              <dgm:constr type="w" for="ch" forName="Accent4" refType="w" fact="0.5331"/>
              <dgm:constr type="h" for="ch" forName="Accent4" refType="h" fact="0.2284"/>
              <dgm:constr type="l" for="ch" forName="Parent1" refType="w" fact="0.2658"/>
              <dgm:constr type="t" for="ch" forName="Parent1" refType="h" fact="0.0827"/>
              <dgm:constr type="w" for="ch" forName="Parent1" refType="w" fact="0.2975"/>
              <dgm:constr type="h" for="ch" forName="Parent1" refType="h" fact="0.0637"/>
              <dgm:constr type="l" for="ch" forName="Parent2" refType="w" fact="0.1171"/>
              <dgm:constr type="t" for="ch" forName="Parent2" refType="h" fact="0.2142"/>
              <dgm:constr type="w" for="ch" forName="Parent2" refType="w" fact="0.2975"/>
              <dgm:constr type="h" for="ch" forName="Parent2" refType="h" fact="0.0637"/>
              <dgm:constr type="l" for="ch" forName="Parent3" refType="w" fact="0.2658"/>
              <dgm:constr type="t" for="ch" forName="Parent3" refType="h" fact="0.3457"/>
              <dgm:constr type="w" for="ch" forName="Parent3" refType="w" fact="0.2975"/>
              <dgm:constr type="h" for="ch" forName="Parent3" refType="h" fact="0.0637"/>
              <dgm:constr type="l" for="ch" forName="Parent4" refType="w" fact="0.1171"/>
              <dgm:constr type="t" for="ch" forName="Parent4" refType="h" fact="0.4772"/>
              <dgm:constr type="w" for="ch" forName="Parent4" refType="w" fact="0.2975"/>
              <dgm:constr type="h" for="ch" forName="Parent4" refType="h" fact="0.0637"/>
              <dgm:constr type="l" for="ch" forName="Child1" refType="w" fact="0.6804"/>
              <dgm:constr type="t" for="ch" forName="Child1" refType="h" fact="0.0678"/>
              <dgm:constr type="w" for="ch" forName="Child1" refType="w" fact="0.3196"/>
              <dgm:constr type="h" for="ch" forName="Child1" refType="h" fact="0.0908"/>
              <dgm:constr type="l" for="ch" forName="Child2" refType="w" fact="0.5348"/>
              <dgm:constr type="t" for="ch" forName="Child2" refType="h" fact="0.2006"/>
              <dgm:constr type="w" for="ch" forName="Child2" refType="w" fact="0.3196"/>
              <dgm:constr type="h" for="ch" forName="Child2" refType="h" fact="0.0908"/>
              <dgm:constr type="l" for="ch" forName="Child3" refType="w" fact="0.6804"/>
              <dgm:constr type="t" for="ch" forName="Child3" refType="h" fact="0.3308"/>
              <dgm:constr type="w" for="ch" forName="Child3" refType="w" fact="0.3196"/>
              <dgm:constr type="h" for="ch" forName="Child3" refType="h" fact="0.0908"/>
              <dgm:constr type="l" for="ch" forName="Child4" refType="w" fact="0.5348"/>
              <dgm:constr type="t" for="ch" forName="Child4" refType="h" fact="0.4623"/>
              <dgm:constr type="w" for="ch" forName="Child4" refType="w" fact="0.3196"/>
              <dgm:constr type="h" for="ch" forName="Child4" refType="h" fact="0.0908"/>
              <dgm:constr type="l" for="ch" forName="Accent5" refType="w" fact="0.1481"/>
              <dgm:constr type="t" for="ch" forName="Accent5" refType="h" fact="0.5258"/>
              <dgm:constr type="w" for="ch" forName="Accent5" refType="w" fact="0.5331"/>
              <dgm:constr type="h" for="ch" forName="Accent5" refType="h" fact="0.2284"/>
              <dgm:constr type="l" for="ch" forName="Accent6" refType="w" fact="0"/>
              <dgm:constr type="t" for="ch" forName="Accent6" refType="h" fact="0.6573"/>
              <dgm:constr type="w" for="ch" forName="Accent6" refType="w" fact="0.5331"/>
              <dgm:constr type="h" for="ch" forName="Accent6" refType="h" fact="0.2284"/>
              <dgm:constr type="l" for="ch" forName="Accent7" refType="w" fact="0.186"/>
              <dgm:constr type="t" for="ch" forName="Accent7" refType="h" fact="0.8037"/>
              <dgm:constr type="w" for="ch" forName="Accent7" refType="w" fact="0.458"/>
              <dgm:constr type="h" for="ch" forName="Accent7" refType="h" fact="0.1963"/>
              <dgm:constr type="l" for="ch" forName="Parent5" refType="w" fact="0.2658"/>
              <dgm:constr type="t" for="ch" forName="Parent5" refType="h" fact="0.6085"/>
              <dgm:constr type="w" for="ch" forName="Parent5" refType="w" fact="0.2975"/>
              <dgm:constr type="h" for="ch" forName="Parent5" refType="h" fact="0.0637"/>
              <dgm:constr type="l" for="ch" forName="Parent6" refType="w" fact="0.1171"/>
              <dgm:constr type="t" for="ch" forName="Parent6" refType="h" fact="0.74"/>
              <dgm:constr type="w" for="ch" forName="Parent6" refType="w" fact="0.2975"/>
              <dgm:constr type="h" for="ch" forName="Parent6" refType="h" fact="0.0637"/>
              <dgm:constr type="l" for="ch" forName="Parent7" refType="w" fact="0.2658"/>
              <dgm:constr type="t" for="ch" forName="Parent7" refType="h" fact="0.8715"/>
              <dgm:constr type="w" for="ch" forName="Parent7" refType="w" fact="0.2975"/>
              <dgm:constr type="h" for="ch" forName="Parent7" refType="h" fact="0.0637"/>
              <dgm:constr type="l" for="ch" forName="Child5" refType="w" fact="0.6804"/>
              <dgm:constr type="t" for="ch" forName="Child5" refType="h" fact="0.5936"/>
              <dgm:constr type="w" for="ch" forName="Child5" refType="w" fact="0.3196"/>
              <dgm:constr type="h" for="ch" forName="Child5" refType="h" fact="0.0908"/>
              <dgm:constr type="l" for="ch" forName="Child6" refType="w" fact="0.5348"/>
              <dgm:constr type="t" for="ch" forName="Child6" refType="h" fact="0.7251"/>
              <dgm:constr type="w" for="ch" forName="Child6" refType="w" fact="0.3196"/>
              <dgm:constr type="h" for="ch" forName="Child6" refType="h" fact="0.0908"/>
              <dgm:constr type="l" for="ch" forName="Child7" refType="w" fact="0.6804"/>
              <dgm:constr type="t" for="ch" forName="Child7" refType="h" fact="0.8579"/>
              <dgm:constr type="w" for="ch" forName="Child7" refType="w" fact="0.3196"/>
              <dgm:constr type="h" for="ch" forName="Child7" refType="h" fact="0.0908"/>
            </dgm:constrLst>
          </dgm:else>
        </dgm:choose>
      </dgm:if>
      <dgm:else name="Name11">
        <dgm:choose name="Name12">
          <dgm:if name="Name13"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14"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0407"/>
              <dgm:constr type="t" for="ch" forName="Accent1" refType="h" fact="0"/>
              <dgm:constr type="w" for="ch" forName="Accent1" refType="w" fact="0.5542"/>
              <dgm:constr type="h" for="ch" forName="Accent1" refType="h" fact="0.6665"/>
              <dgm:constr type="l" for="ch" forName="Accent2" refType="w" fact="0.1533"/>
              <dgm:constr type="t" for="ch" forName="Accent2" refType="h" fact="0.4272"/>
              <dgm:constr type="w" for="ch" forName="Accent2" refType="w" fact="0.4761"/>
              <dgm:constr type="h" for="ch" forName="Accent2" refType="h" fact="0.5728"/>
              <dgm:constr type="l" for="ch" forName="Parent1" refType="w" fact="0.0822"/>
              <dgm:constr type="t" for="ch" forName="Parent1" refType="h" fact="0.2413"/>
              <dgm:constr type="w" for="ch" forName="Parent1" refType="w" fact="0.3092"/>
              <dgm:constr type="h" for="ch" forName="Parent1" refType="h" fact="0.1859"/>
              <dgm:constr type="l" for="ch" forName="Parent2" refType="w" fact="0.2368"/>
              <dgm:constr type="t" for="ch" forName="Parent2" refType="h" fact="0.625"/>
              <dgm:constr type="w" for="ch" forName="Parent2" refType="w" fact="0.3092"/>
              <dgm:constr type="h" for="ch" forName="Parent2" refType="h" fact="0.1859"/>
              <dgm:constr type="l" for="ch" forName="Child1" refType="w" fact="0.5164"/>
              <dgm:constr type="t" for="ch" forName="Child1" refType="h" fact="0.1978"/>
              <dgm:constr type="w" for="ch" forName="Child1" refType="w" fact="0.3322"/>
              <dgm:constr type="h" for="ch" forName="Child1" refType="h" fact="0.265"/>
              <dgm:constr type="l" for="ch" forName="Child2" refType="w" fact="0.6678"/>
              <dgm:constr type="t" for="ch" forName="Child2" refType="h" fact="0.5855"/>
              <dgm:constr type="w" for="ch" forName="Child2" refType="w" fact="0.3322"/>
              <dgm:constr type="h" for="ch" forName="Child2" refType="h" fact="0.265"/>
            </dgm:constrLst>
          </dgm:if>
          <dgm:if name="Name15"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
              <dgm:constr type="t" for="ch" forName="Accent1" refType="h" fact="0"/>
              <dgm:constr type="w" for="ch" forName="Accent1" refType="w" fact="0.5325"/>
              <dgm:constr type="h" for="ch" forName="Accent1" refType="h" fact="0.4814"/>
              <dgm:constr type="l" for="ch" forName="Accent2" refType="w" fact="0.1479"/>
              <dgm:constr type="t" for="ch" forName="Accent2" refType="h" fact="0.2766"/>
              <dgm:constr type="w" for="ch" forName="Accent2" refType="w" fact="0.5325"/>
              <dgm:constr type="h" for="ch" forName="Accent2" refType="h" fact="0.4814"/>
              <dgm:constr type="l" for="ch" forName="Accent3" refType="w" fact="0.0378"/>
              <dgm:constr type="t" for="ch" forName="Accent3" refType="h" fact="0.5863"/>
              <dgm:constr type="w" for="ch" forName="Accent3" refType="w" fact="0.4575"/>
              <dgm:constr type="h" for="ch" forName="Accent3" refType="h" fact="0.4137"/>
              <dgm:constr type="l" for="ch" forName="Parent1" refType="w" fact="0.1183"/>
              <dgm:constr type="t" for="ch" forName="Parent1" refType="h" fact="0.1738"/>
              <dgm:constr type="w" for="ch" forName="Parent1" refType="w" fact="0.2959"/>
              <dgm:constr type="h" for="ch" forName="Parent1" refType="h" fact="0.1337"/>
              <dgm:constr type="l" for="ch" forName="Parent2" refType="w" fact="0.2656"/>
              <dgm:constr type="t" for="ch" forName="Parent2" refType="h" fact="0.452"/>
              <dgm:constr type="w" for="ch" forName="Parent2" refType="w" fact="0.2959"/>
              <dgm:constr type="h" for="ch" forName="Parent2" refType="h" fact="0.1337"/>
              <dgm:constr type="l" for="ch" forName="Parent3" refType="w" fact="0.1183"/>
              <dgm:constr type="t" for="ch" forName="Parent3" refType="h" fact="0.7306"/>
              <dgm:constr type="w" for="ch" forName="Parent3" refType="w" fact="0.2959"/>
              <dgm:constr type="h" for="ch" forName="Parent3" refType="h" fact="0.1337"/>
              <dgm:constr type="l" for="ch" forName="Child1" refType="w" fact="0.5325"/>
              <dgm:constr type="t" for="ch" forName="Child1" refType="h" fact="0.1435"/>
              <dgm:constr type="w" for="ch" forName="Child1" refType="w" fact="0.3195"/>
              <dgm:constr type="h" for="ch" forName="Child1" refType="h" fact="0.1926"/>
              <dgm:constr type="l" for="ch" forName="Child2" refType="w" fact="0.6805"/>
              <dgm:constr type="t" for="ch" forName="Child2" refType="h" fact="0.4217"/>
              <dgm:constr type="w" for="ch" forName="Child2" refType="w" fact="0.3195"/>
              <dgm:constr type="h" for="ch" forName="Child2" refType="h" fact="0.1926"/>
              <dgm:constr type="l" for="ch" forName="Child3" refType="w" fact="0.5325"/>
              <dgm:constr type="t" for="ch" forName="Child3" refType="h" fact="0.6998"/>
              <dgm:constr type="w" for="ch" forName="Child3" refType="w" fact="0.3195"/>
              <dgm:constr type="h" for="ch" forName="Child3" refType="h" fact="0.1926"/>
            </dgm:constrLst>
          </dgm:if>
          <dgm:if name="Name16"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
              <dgm:constr type="t" for="ch" forName="Accent1" refType="h" fact="0"/>
              <dgm:constr type="w" for="ch" forName="Accent1" refType="w" fact="0.5331"/>
              <dgm:constr type="h" for="ch" forName="Accent1" refType="h" fact="0.3771"/>
              <dgm:constr type="l" for="ch" forName="Accent2" refType="w" fact="0.1481"/>
              <dgm:constr type="t" for="ch" forName="Accent2" refType="h" fact="0.2167"/>
              <dgm:constr type="w" for="ch" forName="Accent2" refType="w" fact="0.5331"/>
              <dgm:constr type="h" for="ch" forName="Accent2" refType="h" fact="0.3771"/>
              <dgm:constr type="l" for="ch" forName="Accent3" refType="w" fact="0"/>
              <dgm:constr type="t" for="ch" forName="Accent3" refType="h" fact="0.4342"/>
              <dgm:constr type="w" for="ch" forName="Accent3" refType="w" fact="0.5331"/>
              <dgm:constr type="h" for="ch" forName="Accent3" refType="h" fact="0.3771"/>
              <dgm:constr type="l" for="ch" forName="Accent4" refType="w" fact="0.186"/>
              <dgm:constr type="t" for="ch" forName="Accent4" refType="h" fact="0.6759"/>
              <dgm:constr type="w" for="ch" forName="Accent4" refType="w" fact="0.458"/>
              <dgm:constr type="h" for="ch" forName="Accent4" refType="h" fact="0.3241"/>
              <dgm:constr type="l" for="ch" forName="Parent1" refType="w" fact="0.1171"/>
              <dgm:constr type="t" for="ch" forName="Parent1" refType="h" fact="0.1365"/>
              <dgm:constr type="w" for="ch" forName="Parent1" refType="w" fact="0.2975"/>
              <dgm:constr type="h" for="ch" forName="Parent1" refType="h" fact="0.1052"/>
              <dgm:constr type="l" for="ch" forName="Parent2" refType="w" fact="0.2658"/>
              <dgm:constr type="t" for="ch" forName="Parent2" refType="h" fact="0.3536"/>
              <dgm:constr type="w" for="ch" forName="Parent2" refType="w" fact="0.2975"/>
              <dgm:constr type="h" for="ch" forName="Parent2" refType="h" fact="0.1052"/>
              <dgm:constr type="l" for="ch" forName="Parent3" refType="w" fact="0.1171"/>
              <dgm:constr type="t" for="ch" forName="Parent3" refType="h" fact="0.5707"/>
              <dgm:constr type="w" for="ch" forName="Parent3" refType="w" fact="0.2975"/>
              <dgm:constr type="h" for="ch" forName="Parent3" refType="h" fact="0.1052"/>
              <dgm:constr type="l" for="ch" forName="Parent4" refType="w" fact="0.2658"/>
              <dgm:constr type="t" for="ch" forName="Parent4" refType="h" fact="0.7878"/>
              <dgm:constr type="w" for="ch" forName="Parent4" refType="w" fact="0.2975"/>
              <dgm:constr type="h" for="ch" forName="Parent4" refType="h" fact="0.1052"/>
              <dgm:constr type="l" for="ch" forName="Child1" refType="w" fact="0.5348"/>
              <dgm:constr type="t" for="ch" forName="Child1" refType="h" fact="0.1119"/>
              <dgm:constr type="w" for="ch" forName="Child1" refType="w" fact="0.3196"/>
              <dgm:constr type="h" for="ch" forName="Child1" refType="h" fact="0.15"/>
              <dgm:constr type="l" for="ch" forName="Child2" refType="w" fact="0.6804"/>
              <dgm:constr type="t" for="ch" forName="Child2" refType="h" fact="0.3312"/>
              <dgm:constr type="w" for="ch" forName="Child2" refType="w" fact="0.3196"/>
              <dgm:constr type="h" for="ch" forName="Child2" refType="h" fact="0.15"/>
              <dgm:constr type="l" for="ch" forName="Child3" refType="w" fact="0.5348"/>
              <dgm:constr type="t" for="ch" forName="Child3" refType="h" fact="0.5461"/>
              <dgm:constr type="w" for="ch" forName="Child3" refType="w" fact="0.3196"/>
              <dgm:constr type="h" for="ch" forName="Child3" refType="h" fact="0.15"/>
              <dgm:constr type="l" for="ch" forName="Child4" refType="w" fact="0.6804"/>
              <dgm:constr type="t" for="ch" forName="Child4" refType="h" fact="0.7632"/>
              <dgm:constr type="w" for="ch" forName="Child4" refType="w" fact="0.3196"/>
              <dgm:constr type="h" for="ch" forName="Child4" refType="h" fact="0.15"/>
            </dgm:constrLst>
          </dgm:if>
          <dgm:if name="Name17"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
              <dgm:constr type="t" for="ch" forName="Accent1" refType="h" fact="0"/>
              <dgm:constr type="w" for="ch" forName="Accent1" refType="w" fact="0.5331"/>
              <dgm:constr type="h" for="ch" forName="Accent1" refType="h" fact="0.3098"/>
              <dgm:constr type="l" for="ch" forName="Accent2" refType="w" fact="0.1481"/>
              <dgm:constr type="t" for="ch" forName="Accent2" refType="h" fact="0.178"/>
              <dgm:constr type="w" for="ch" forName="Accent2" refType="w" fact="0.5331"/>
              <dgm:constr type="h" for="ch" forName="Accent2" refType="h" fact="0.3098"/>
              <dgm:constr type="l" for="ch" forName="Accent3" refType="w" fact="0"/>
              <dgm:constr type="t" for="ch" forName="Accent3" refType="h" fact="0.3568"/>
              <dgm:constr type="w" for="ch" forName="Accent3" refType="w" fact="0.5331"/>
              <dgm:constr type="h" for="ch" forName="Accent3" refType="h" fact="0.3098"/>
              <dgm:constr type="l" for="ch" forName="Accent4" refType="w" fact="0.1481"/>
              <dgm:constr type="t" for="ch" forName="Accent4" refType="h" fact="0.5351"/>
              <dgm:constr type="w" for="ch" forName="Accent4" refType="w" fact="0.5331"/>
              <dgm:constr type="h" for="ch" forName="Accent4" refType="h" fact="0.3098"/>
              <dgm:constr type="l" for="ch" forName="Accent5" refType="w" fact="0.0378"/>
              <dgm:constr type="t" for="ch" forName="Accent5" refType="h" fact="0.7337"/>
              <dgm:constr type="w" for="ch" forName="Accent5" refType="w" fact="0.458"/>
              <dgm:constr type="h" for="ch" forName="Accent5" refType="h" fact="0.2663"/>
              <dgm:constr type="l" for="ch" forName="Parent1" refType="w" fact="0.1171"/>
              <dgm:constr type="t" for="ch" forName="Parent1" refType="h" fact="0.1122"/>
              <dgm:constr type="w" for="ch" forName="Parent1" refType="w" fact="0.2975"/>
              <dgm:constr type="h" for="ch" forName="Parent1" refType="h" fact="0.0864"/>
              <dgm:constr type="l" for="ch" forName="Parent2" refType="w" fact="0.2658"/>
              <dgm:constr type="t" for="ch" forName="Parent2" refType="h" fact="0.2906"/>
              <dgm:constr type="w" for="ch" forName="Parent2" refType="w" fact="0.2975"/>
              <dgm:constr type="h" for="ch" forName="Parent2" refType="h" fact="0.0864"/>
              <dgm:constr type="l" for="ch" forName="Parent3" refType="w" fact="0.1171"/>
              <dgm:constr type="t" for="ch" forName="Parent3" refType="h" fact="0.4689"/>
              <dgm:constr type="w" for="ch" forName="Parent3" refType="w" fact="0.2975"/>
              <dgm:constr type="h" for="ch" forName="Parent3" refType="h" fact="0.0864"/>
              <dgm:constr type="l" for="ch" forName="Parent4" refType="w" fact="0.2658"/>
              <dgm:constr type="t" for="ch" forName="Parent4" refType="h" fact="0.6473"/>
              <dgm:constr type="w" for="ch" forName="Parent4" refType="w" fact="0.2975"/>
              <dgm:constr type="h" for="ch" forName="Parent4" refType="h" fact="0.0864"/>
              <dgm:constr type="l" for="ch" forName="Parent5" refType="w" fact="0.1171"/>
              <dgm:constr type="t" for="ch" forName="Parent5" refType="h" fact="0.8257"/>
              <dgm:constr type="w" for="ch" forName="Parent5" refType="w" fact="0.2975"/>
              <dgm:constr type="h" for="ch" forName="Parent5" refType="h" fact="0.0864"/>
              <dgm:constr type="l" for="ch" forName="Child1" refType="w" fact="0.5348"/>
              <dgm:constr type="t" for="ch" forName="Child1" refType="h" fact="0.0919"/>
              <dgm:constr type="w" for="ch" forName="Child1" refType="w" fact="0.3196"/>
              <dgm:constr type="h" for="ch" forName="Child1" refType="h" fact="0.1232"/>
              <dgm:constr type="l" for="ch" forName="Child2" refType="w" fact="0.6804"/>
              <dgm:constr type="t" for="ch" forName="Child2" refType="h" fact="0.2722"/>
              <dgm:constr type="w" for="ch" forName="Child2" refType="w" fact="0.3196"/>
              <dgm:constr type="h" for="ch" forName="Child2" refType="h" fact="0.1232"/>
              <dgm:constr type="l" for="ch" forName="Child3" refType="w" fact="0.5348"/>
              <dgm:constr type="t" for="ch" forName="Child3" refType="h" fact="0.4487"/>
              <dgm:constr type="w" for="ch" forName="Child3" refType="w" fact="0.3196"/>
              <dgm:constr type="h" for="ch" forName="Child3" refType="h" fact="0.1232"/>
              <dgm:constr type="l" for="ch" forName="Child4" refType="w" fact="0.6804"/>
              <dgm:constr type="t" for="ch" forName="Child4" refType="h" fact="0.6271"/>
              <dgm:constr type="w" for="ch" forName="Child4" refType="w" fact="0.3196"/>
              <dgm:constr type="h" for="ch" forName="Child4" refType="h" fact="0.1232"/>
              <dgm:constr type="l" for="ch" forName="Child5" refType="w" fact="0.5348"/>
              <dgm:constr type="t" for="ch" forName="Child5" refType="h" fact="0.8073"/>
              <dgm:constr type="w" for="ch" forName="Child5" refType="w" fact="0.3196"/>
              <dgm:constr type="h" for="ch" forName="Child5" refType="h" fact="0.1232"/>
            </dgm:constrLst>
          </dgm:if>
          <dgm:if name="Name18"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
              <dgm:constr type="t" for="ch" forName="Accent1" refType="h" fact="0"/>
              <dgm:constr type="w" for="ch" forName="Accent1" refType="w" fact="0.5331"/>
              <dgm:constr type="h" for="ch" forName="Accent1" refType="h" fact="0.2629"/>
              <dgm:constr type="l" for="ch" forName="Accent2" refType="w" fact="0.1481"/>
              <dgm:constr type="t" for="ch" forName="Accent2" refType="h" fact="0.1511"/>
              <dgm:constr type="w" for="ch" forName="Accent2" refType="w" fact="0.5331"/>
              <dgm:constr type="h" for="ch" forName="Accent2" refType="h" fact="0.2629"/>
              <dgm:constr type="l" for="ch" forName="Accent3" refType="w" fact="0"/>
              <dgm:constr type="t" for="ch" forName="Accent3" refType="h" fact="0.3027"/>
              <dgm:constr type="w" for="ch" forName="Accent3" refType="w" fact="0.5331"/>
              <dgm:constr type="h" for="ch" forName="Accent3" refType="h" fact="0.2629"/>
              <dgm:constr type="l" for="ch" forName="Accent4" refType="w" fact="0.1481"/>
              <dgm:constr type="t" for="ch" forName="Accent4" refType="h" fact="0.4541"/>
              <dgm:constr type="w" for="ch" forName="Accent4" refType="w" fact="0.5331"/>
              <dgm:constr type="h" for="ch" forName="Accent4" refType="h" fact="0.2629"/>
              <dgm:constr type="l" for="ch" forName="Accent5" refType="w" fact="0"/>
              <dgm:constr type="t" for="ch" forName="Accent5" refType="h" fact="0.6053"/>
              <dgm:constr type="w" for="ch" forName="Accent5" refType="w" fact="0.5331"/>
              <dgm:constr type="h" for="ch" forName="Accent5" refType="h" fact="0.2629"/>
              <dgm:constr type="l" for="ch" forName="Accent6" refType="w" fact="0.186"/>
              <dgm:constr type="t" for="ch" forName="Accent6" refType="h" fact="0.774"/>
              <dgm:constr type="w" for="ch" forName="Accent6" refType="w" fact="0.458"/>
              <dgm:constr type="h" for="ch" forName="Accent6" refType="h" fact="0.226"/>
              <dgm:constr type="l" for="ch" forName="Parent1" refType="w" fact="0.1171"/>
              <dgm:constr type="t" for="ch" forName="Parent1" refType="h" fact="0.0952"/>
              <dgm:constr type="w" for="ch" forName="Parent1" refType="w" fact="0.2975"/>
              <dgm:constr type="h" for="ch" forName="Parent1" refType="h" fact="0.0733"/>
              <dgm:constr type="l" for="ch" forName="Parent2" refType="w" fact="0.2658"/>
              <dgm:constr type="t" for="ch" forName="Parent2" refType="h" fact="0.2466"/>
              <dgm:constr type="w" for="ch" forName="Parent2" refType="w" fact="0.2975"/>
              <dgm:constr type="h" for="ch" forName="Parent2" refType="h" fact="0.0733"/>
              <dgm:constr type="l" for="ch" forName="Parent3" refType="w" fact="0.1171"/>
              <dgm:constr type="t" for="ch" forName="Parent3" refType="h" fact="0.3979"/>
              <dgm:constr type="w" for="ch" forName="Parent3" refType="w" fact="0.2975"/>
              <dgm:constr type="h" for="ch" forName="Parent3" refType="h" fact="0.0733"/>
              <dgm:constr type="l" for="ch" forName="Parent4" refType="w" fact="0.2658"/>
              <dgm:constr type="t" for="ch" forName="Parent4" refType="h" fact="0.5493"/>
              <dgm:constr type="w" for="ch" forName="Parent4" refType="w" fact="0.2975"/>
              <dgm:constr type="h" for="ch" forName="Parent4" refType="h" fact="0.0733"/>
              <dgm:constr type="l" for="ch" forName="Parent5" refType="w" fact="0.1171"/>
              <dgm:constr type="t" for="ch" forName="Parent5" refType="h" fact="0.7005"/>
              <dgm:constr type="w" for="ch" forName="Parent5" refType="w" fact="0.2975"/>
              <dgm:constr type="h" for="ch" forName="Parent5" refType="h" fact="0.0733"/>
              <dgm:constr type="l" for="ch" forName="Parent6" refType="w" fact="0.2658"/>
              <dgm:constr type="t" for="ch" forName="Parent6" refType="h" fact="0.8519"/>
              <dgm:constr type="w" for="ch" forName="Parent6" refType="w" fact="0.2975"/>
              <dgm:constr type="h" for="ch" forName="Parent6" refType="h" fact="0.0733"/>
              <dgm:constr type="l" for="ch" forName="Child1" refType="w" fact="0.5348"/>
              <dgm:constr type="t" for="ch" forName="Child1" refType="h" fact="0.078"/>
              <dgm:constr type="w" for="ch" forName="Child1" refType="w" fact="0.3196"/>
              <dgm:constr type="h" for="ch" forName="Child1" refType="h" fact="0.1046"/>
              <dgm:constr type="l" for="ch" forName="Child2" refType="w" fact="0.6804"/>
              <dgm:constr type="t" for="ch" forName="Child2" refType="h" fact="0.231"/>
              <dgm:constr type="w" for="ch" forName="Child2" refType="w" fact="0.3196"/>
              <dgm:constr type="h" for="ch" forName="Child2" refType="h" fact="0.1046"/>
              <dgm:constr type="l" for="ch" forName="Child3" refType="w" fact="0.5348"/>
              <dgm:constr type="t" for="ch" forName="Child3" refType="h" fact="0.3808"/>
              <dgm:constr type="w" for="ch" forName="Child3" refType="w" fact="0.3196"/>
              <dgm:constr type="h" for="ch" forName="Child3" refType="h" fact="0.1046"/>
              <dgm:constr type="l" for="ch" forName="Child4" refType="w" fact="0.6804"/>
              <dgm:constr type="t" for="ch" forName="Child4" refType="h" fact="0.5322"/>
              <dgm:constr type="w" for="ch" forName="Child4" refType="w" fact="0.3196"/>
              <dgm:constr type="h" for="ch" forName="Child4" refType="h" fact="0.1046"/>
              <dgm:constr type="l" for="ch" forName="Child5" refType="w" fact="0.5348"/>
              <dgm:constr type="t" for="ch" forName="Child5" refType="h" fact="0.6833"/>
              <dgm:constr type="w" for="ch" forName="Child5" refType="w" fact="0.3196"/>
              <dgm:constr type="h" for="ch" forName="Child5" refType="h" fact="0.1046"/>
              <dgm:constr type="l" for="ch" forName="Child6" refType="w" fact="0.6804"/>
              <dgm:constr type="t" for="ch" forName="Child6" refType="h" fact="0.8347"/>
              <dgm:constr type="w" for="ch" forName="Child6" refType="w" fact="0.3196"/>
              <dgm:constr type="h" for="ch" forName="Child6" refType="h" fact="0.1046"/>
            </dgm:constrLst>
          </dgm:if>
          <dgm:else name="Name19">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
              <dgm:constr type="t" for="ch" forName="Accent1" refType="h" fact="0"/>
              <dgm:constr type="w" for="ch" forName="Accent1" refType="w" fact="0.5331"/>
              <dgm:constr type="h" for="ch" forName="Accent1" refType="h" fact="0.2284"/>
              <dgm:constr type="l" for="ch" forName="Accent2" refType="w" fact="0.1481"/>
              <dgm:constr type="t" for="ch" forName="Accent2" refType="h" fact="0.1312"/>
              <dgm:constr type="w" for="ch" forName="Accent2" refType="w" fact="0.5331"/>
              <dgm:constr type="h" for="ch" forName="Accent2" refType="h" fact="0.2284"/>
              <dgm:constr type="l" for="ch" forName="Accent3" refType="w" fact="0"/>
              <dgm:constr type="t" for="ch" forName="Accent3" refType="h" fact="0.263"/>
              <dgm:constr type="w" for="ch" forName="Accent3" refType="w" fact="0.5331"/>
              <dgm:constr type="h" for="ch" forName="Accent3" refType="h" fact="0.2284"/>
              <dgm:constr type="l" for="ch" forName="Accent4" refType="w" fact="0.1481"/>
              <dgm:constr type="t" for="ch" forName="Accent4" refType="h" fact="0.3945"/>
              <dgm:constr type="w" for="ch" forName="Accent4" refType="w" fact="0.5331"/>
              <dgm:constr type="h" for="ch" forName="Accent4" refType="h" fact="0.2284"/>
              <dgm:constr type="l" for="ch" forName="Accent5" refType="w" fact="0"/>
              <dgm:constr type="t" for="ch" forName="Accent5" refType="h" fact="0.5258"/>
              <dgm:constr type="w" for="ch" forName="Accent5" refType="w" fact="0.5331"/>
              <dgm:constr type="h" for="ch" forName="Accent5" refType="h" fact="0.2284"/>
              <dgm:constr type="l" for="ch" forName="Accent6" refType="w" fact="0.1481"/>
              <dgm:constr type="t" for="ch" forName="Accent6" refType="h" fact="0.6573"/>
              <dgm:constr type="w" for="ch" forName="Accent6" refType="w" fact="0.5331"/>
              <dgm:constr type="h" for="ch" forName="Accent6" refType="h" fact="0.2284"/>
              <dgm:constr type="l" for="ch" forName="Accent7" refType="w" fact="0.0378"/>
              <dgm:constr type="t" for="ch" forName="Accent7" refType="h" fact="0.8037"/>
              <dgm:constr type="w" for="ch" forName="Accent7" refType="w" fact="0.458"/>
              <dgm:constr type="h" for="ch" forName="Accent7" refType="h" fact="0.1963"/>
              <dgm:constr type="l" for="ch" forName="Parent1" refType="w" fact="0.1171"/>
              <dgm:constr type="t" for="ch" forName="Parent1" refType="h" fact="0.0827"/>
              <dgm:constr type="w" for="ch" forName="Parent1" refType="w" fact="0.2975"/>
              <dgm:constr type="h" for="ch" forName="Parent1" refType="h" fact="0.0637"/>
              <dgm:constr type="l" for="ch" forName="Parent2" refType="w" fact="0.2658"/>
              <dgm:constr type="t" for="ch" forName="Parent2" refType="h" fact="0.2142"/>
              <dgm:constr type="w" for="ch" forName="Parent2" refType="w" fact="0.2975"/>
              <dgm:constr type="h" for="ch" forName="Parent2" refType="h" fact="0.0637"/>
              <dgm:constr type="l" for="ch" forName="Parent3" refType="w" fact="0.1171"/>
              <dgm:constr type="t" for="ch" forName="Parent3" refType="h" fact="0.3457"/>
              <dgm:constr type="w" for="ch" forName="Parent3" refType="w" fact="0.2975"/>
              <dgm:constr type="h" for="ch" forName="Parent3" refType="h" fact="0.0637"/>
              <dgm:constr type="l" for="ch" forName="Parent4" refType="w" fact="0.2658"/>
              <dgm:constr type="t" for="ch" forName="Parent4" refType="h" fact="0.4772"/>
              <dgm:constr type="w" for="ch" forName="Parent4" refType="w" fact="0.2975"/>
              <dgm:constr type="h" for="ch" forName="Parent4" refType="h" fact="0.0637"/>
              <dgm:constr type="l" for="ch" forName="Parent5" refType="w" fact="0.1171"/>
              <dgm:constr type="t" for="ch" forName="Parent5" refType="h" fact="0.6085"/>
              <dgm:constr type="w" for="ch" forName="Parent5" refType="w" fact="0.2975"/>
              <dgm:constr type="h" for="ch" forName="Parent5" refType="h" fact="0.0637"/>
              <dgm:constr type="l" for="ch" forName="Parent6" refType="w" fact="0.2658"/>
              <dgm:constr type="t" for="ch" forName="Parent6" refType="h" fact="0.74"/>
              <dgm:constr type="w" for="ch" forName="Parent6" refType="w" fact="0.2975"/>
              <dgm:constr type="h" for="ch" forName="Parent6" refType="h" fact="0.0637"/>
              <dgm:constr type="l" for="ch" forName="Parent7" refType="w" fact="0.1171"/>
              <dgm:constr type="t" for="ch" forName="Parent7" refType="h" fact="0.8715"/>
              <dgm:constr type="w" for="ch" forName="Parent7" refType="w" fact="0.2975"/>
              <dgm:constr type="h" for="ch" forName="Parent7" refType="h" fact="0.0637"/>
              <dgm:constr type="l" for="ch" forName="Child1" refType="w" fact="0.5348"/>
              <dgm:constr type="t" for="ch" forName="Child1" refType="h" fact="0.0678"/>
              <dgm:constr type="w" for="ch" forName="Child1" refType="w" fact="0.3196"/>
              <dgm:constr type="h" for="ch" forName="Child1" refType="h" fact="0.0908"/>
              <dgm:constr type="l" for="ch" forName="Child2" refType="w" fact="0.6804"/>
              <dgm:constr type="t" for="ch" forName="Child2" refType="h" fact="0.2006"/>
              <dgm:constr type="w" for="ch" forName="Child2" refType="w" fact="0.3196"/>
              <dgm:constr type="h" for="ch" forName="Child2" refType="h" fact="0.0908"/>
              <dgm:constr type="l" for="ch" forName="Child3" refType="w" fact="0.5348"/>
              <dgm:constr type="t" for="ch" forName="Child3" refType="h" fact="0.3308"/>
              <dgm:constr type="w" for="ch" forName="Child3" refType="w" fact="0.3196"/>
              <dgm:constr type="h" for="ch" forName="Child3" refType="h" fact="0.0908"/>
              <dgm:constr type="l" for="ch" forName="Child4" refType="w" fact="0.6804"/>
              <dgm:constr type="t" for="ch" forName="Child4" refType="h" fact="0.4623"/>
              <dgm:constr type="w" for="ch" forName="Child4" refType="w" fact="0.3196"/>
              <dgm:constr type="h" for="ch" forName="Child4" refType="h" fact="0.0908"/>
              <dgm:constr type="l" for="ch" forName="Child5" refType="w" fact="0.5348"/>
              <dgm:constr type="t" for="ch" forName="Child5" refType="h" fact="0.5936"/>
              <dgm:constr type="w" for="ch" forName="Child5" refType="w" fact="0.3196"/>
              <dgm:constr type="h" for="ch" forName="Child5" refType="h" fact="0.0908"/>
              <dgm:constr type="l" for="ch" forName="Child6" refType="w" fact="0.6804"/>
              <dgm:constr type="t" for="ch" forName="Child6" refType="h" fact="0.7251"/>
              <dgm:constr type="w" for="ch" forName="Child6" refType="w" fact="0.3196"/>
              <dgm:constr type="h" for="ch" forName="Child6" refType="h" fact="0.0908"/>
              <dgm:constr type="l" for="ch" forName="Child7" refType="w" fact="0.5348"/>
              <dgm:constr type="t" for="ch" forName="Child7" refType="h" fact="0.8579"/>
              <dgm:constr type="w" for="ch" forName="Child7" refType="w" fact="0.3196"/>
              <dgm:constr type="h" for="ch" forName="Child7" refType="h" fact="0.0908"/>
            </dgm:constrLst>
          </dgm:else>
        </dgm:choose>
      </dgm:else>
    </dgm:choose>
    <dgm:forEach name="wrapper" axis="self" ptType="parTrans">
      <dgm:forEach name="accentRepeat" axis="self">
        <dgm:layoutNode name="Accent" styleLbl="node1">
          <dgm:alg type="sp"/>
          <dgm:choose name="Name20">
            <dgm:if name="Name21" func="var" arg="dir" op="equ" val="norm">
              <dgm:choose name="Name22">
                <dgm:if name="Name23" axis="precedSib" ptType="node" func="cnt" op="equ" val="0">
                  <dgm:choose name="Name24">
                    <dgm:if name="Name25" axis="followSib" ptType="node" func="cnt" op="equ" val="0">
                      <dgm:shape xmlns:r="http://schemas.openxmlformats.org/officeDocument/2006/relationships" type="circularArrow" r:blip="">
                        <dgm:adjLst>
                          <dgm:adj idx="1" val="0.1098"/>
                          <dgm:adj idx="2" val="19.0387"/>
                          <dgm:adj idx="3" val="150"/>
                          <dgm:adj idx="4" val="180"/>
                          <dgm:adj idx="5" val="0.125"/>
                        </dgm:adjLst>
                      </dgm:shape>
                    </dgm:if>
                    <dgm:else name="Name26">
                      <dgm:shape xmlns:r="http://schemas.openxmlformats.org/officeDocument/2006/relationships" type="circularArrow" r:blip="">
                        <dgm:adjLst>
                          <dgm:adj idx="1" val="0.1098"/>
                          <dgm:adj idx="2" val="19.0387"/>
                          <dgm:adj idx="3" val="75"/>
                          <dgm:adj idx="4" val="180"/>
                          <dgm:adj idx="5" val="0.125"/>
                        </dgm:adjLst>
                      </dgm:shape>
                    </dgm:else>
                  </dgm:choose>
                </dgm:if>
                <dgm:else name="Name27">
                  <dgm:choose name="Name28">
                    <dgm:if name="Name29" axis="followSib" ptType="node" func="cnt" op="equ" val="0">
                      <dgm:choose name="Name30">
                        <dgm:if name="Name31" axis="precedSib" ptType="node" func="cnt" op="equ" val="1">
                          <dgm:shape xmlns:r="http://schemas.openxmlformats.org/officeDocument/2006/relationships" type="blockArc" r:blip="">
                            <dgm:adjLst>
                              <dgm:adj idx="1" val="0"/>
                              <dgm:adj idx="2" val="-45"/>
                              <dgm:adj idx="3" val="0.1274"/>
                            </dgm:adjLst>
                          </dgm:shape>
                        </dgm:if>
                        <dgm:if name="Name32" axis="precedSib" ptType="node" func="cnt" op="equ" val="2">
                          <dgm:shape xmlns:r="http://schemas.openxmlformats.org/officeDocument/2006/relationships" type="blockArc" r:blip="">
                            <dgm:adjLst>
                              <dgm:adj idx="1" val="-135"/>
                              <dgm:adj idx="2" val="180"/>
                              <dgm:adj idx="3" val="0.1274"/>
                            </dgm:adjLst>
                          </dgm:shape>
                        </dgm:if>
                        <dgm:if name="Name33" axis="precedSib" ptType="node" func="cnt" op="equ" val="3">
                          <dgm:shape xmlns:r="http://schemas.openxmlformats.org/officeDocument/2006/relationships" type="blockArc" r:blip="">
                            <dgm:adjLst>
                              <dgm:adj idx="1" val="0"/>
                              <dgm:adj idx="2" val="-45"/>
                              <dgm:adj idx="3" val="0.1274"/>
                            </dgm:adjLst>
                          </dgm:shape>
                        </dgm:if>
                        <dgm:if name="Name34" axis="precedSib" ptType="node" func="cnt" op="equ" val="4">
                          <dgm:shape xmlns:r="http://schemas.openxmlformats.org/officeDocument/2006/relationships" type="blockArc" r:blip="">
                            <dgm:adjLst>
                              <dgm:adj idx="1" val="-135"/>
                              <dgm:adj idx="2" val="180"/>
                              <dgm:adj idx="3" val="0.1274"/>
                            </dgm:adjLst>
                          </dgm:shape>
                        </dgm:if>
                        <dgm:if name="Name35" axis="precedSib" ptType="node" func="cnt" op="equ" val="5">
                          <dgm:shape xmlns:r="http://schemas.openxmlformats.org/officeDocument/2006/relationships" type="blockArc" r:blip="">
                            <dgm:adjLst>
                              <dgm:adj idx="1" val="0"/>
                              <dgm:adj idx="2" val="-45"/>
                              <dgm:adj idx="3" val="0.1274"/>
                            </dgm:adjLst>
                          </dgm:shape>
                        </dgm:if>
                        <dgm:if name="Name36" axis="precedSib" ptType="node" func="cnt" op="equ" val="6">
                          <dgm:shape xmlns:r="http://schemas.openxmlformats.org/officeDocument/2006/relationships" type="blockArc" r:blip="">
                            <dgm:adjLst>
                              <dgm:adj idx="1" val="-135"/>
                              <dgm:adj idx="2" val="180"/>
                              <dgm:adj idx="3" val="0.1274"/>
                            </dgm:adjLst>
                          </dgm:shape>
                        </dgm:if>
                        <dgm:else name="Name37"/>
                      </dgm:choose>
                    </dgm:if>
                    <dgm:else name="Name38">
                      <dgm:choose name="Name39">
                        <dgm:if name="Name40" axis="precedSib" ptType="node" func="cnt" op="equ" val="0">
                          <dgm:shape xmlns:r="http://schemas.openxmlformats.org/officeDocument/2006/relationships" type="blockArc" r:blip="">
                            <dgm:adjLst>
                              <dgm:adj idx="1" val="-133.1632"/>
                              <dgm:adj idx="2" val="65"/>
                              <dgm:adj idx="3" val="0.13"/>
                            </dgm:adjLst>
                          </dgm:shape>
                        </dgm:if>
                        <dgm:if name="Name41" axis="precedSib" ptType="node" func="cnt" op="equ" val="1">
                          <dgm:shape xmlns:r="http://schemas.openxmlformats.org/officeDocument/2006/relationships" type="leftCircularArrow" r:blip="">
                            <dgm:adjLst>
                              <dgm:adj idx="1" val="0.1098"/>
                              <dgm:adj idx="2" val="19.0387"/>
                              <dgm:adj idx="3" val="105"/>
                              <dgm:adj idx="4" val="-45"/>
                              <dgm:adj idx="5" val="0.125"/>
                            </dgm:adjLst>
                          </dgm:shape>
                        </dgm:if>
                        <dgm:if name="Name42" axis="precedSib" ptType="node" func="cnt" op="equ" val="2">
                          <dgm:shape xmlns:r="http://schemas.openxmlformats.org/officeDocument/2006/relationships" type="circularArrow" r:blip="">
                            <dgm:adjLst>
                              <dgm:adj idx="1" val="0.1098"/>
                              <dgm:adj idx="2" val="19.0387"/>
                              <dgm:adj idx="3" val="75"/>
                              <dgm:adj idx="4" val="-135"/>
                              <dgm:adj idx="5" val="0.125"/>
                            </dgm:adjLst>
                          </dgm:shape>
                        </dgm:if>
                        <dgm:if name="Name43" axis="precedSib" ptType="node" func="cnt" op="equ" val="3">
                          <dgm:shape xmlns:r="http://schemas.openxmlformats.org/officeDocument/2006/relationships" type="leftCircularArrow" r:blip="">
                            <dgm:adjLst>
                              <dgm:adj idx="1" val="0.1098"/>
                              <dgm:adj idx="2" val="19.0387"/>
                              <dgm:adj idx="3" val="105"/>
                              <dgm:adj idx="4" val="-45"/>
                              <dgm:adj idx="5" val="0.125"/>
                            </dgm:adjLst>
                          </dgm:shape>
                        </dgm:if>
                        <dgm:if name="Name44" axis="precedSib" ptType="node" func="cnt" op="equ" val="4">
                          <dgm:shape xmlns:r="http://schemas.openxmlformats.org/officeDocument/2006/relationships" type="circularArrow" r:blip="">
                            <dgm:adjLst>
                              <dgm:adj idx="1" val="0.1098"/>
                              <dgm:adj idx="2" val="19.0387"/>
                              <dgm:adj idx="3" val="75"/>
                              <dgm:adj idx="4" val="-135"/>
                              <dgm:adj idx="5" val="0.125"/>
                            </dgm:adjLst>
                          </dgm:shape>
                        </dgm:if>
                        <dgm:if name="Name45" axis="precedSib" ptType="node" func="cnt" op="equ" val="5">
                          <dgm:shape xmlns:r="http://schemas.openxmlformats.org/officeDocument/2006/relationships" type="leftCircularArrow" r:blip="">
                            <dgm:adjLst>
                              <dgm:adj idx="1" val="0.1098"/>
                              <dgm:adj idx="2" val="19.0387"/>
                              <dgm:adj idx="3" val="105"/>
                              <dgm:adj idx="4" val="-45"/>
                              <dgm:adj idx="5" val="0.125"/>
                            </dgm:adjLst>
                          </dgm:shape>
                        </dgm:if>
                        <dgm:if name="Name46" axis="precedSib" ptType="node" func="cnt" op="equ" val="6">
                          <dgm:shape xmlns:r="http://schemas.openxmlformats.org/officeDocument/2006/relationships" type="blockArc" r:blip="">
                            <dgm:adjLst>
                              <dgm:adj idx="1" val="-135"/>
                              <dgm:adj idx="2" val="180"/>
                              <dgm:adj idx="3" val="0.1274"/>
                            </dgm:adjLst>
                          </dgm:shape>
                        </dgm:if>
                        <dgm:else name="Name47"/>
                      </dgm:choose>
                    </dgm:else>
                  </dgm:choose>
                </dgm:else>
              </dgm:choose>
            </dgm:if>
            <dgm:else name="Name48">
              <dgm:choose name="Name49">
                <dgm:if name="Name50" axis="precedSib" ptType="node" func="cnt" op="equ" val="0">
                  <dgm:choose name="Name51">
                    <dgm:if name="Name52" axis="followSib" ptType="node" func="cnt" op="equ" val="0">
                      <dgm:shape xmlns:r="http://schemas.openxmlformats.org/officeDocument/2006/relationships" type="leftCircularArrow" r:blip="">
                        <dgm:adjLst>
                          <dgm:adj idx="1" val="0.1098"/>
                          <dgm:adj idx="2" val="19.0387"/>
                          <dgm:adj idx="3" val="30"/>
                          <dgm:adj idx="4" val="0"/>
                          <dgm:adj idx="5" val="0.125"/>
                        </dgm:adjLst>
                      </dgm:shape>
                    </dgm:if>
                    <dgm:else name="Name53">
                      <dgm:shape xmlns:r="http://schemas.openxmlformats.org/officeDocument/2006/relationships" type="leftCircularArrow" r:blip="">
                        <dgm:adjLst>
                          <dgm:adj idx="1" val="0.1098"/>
                          <dgm:adj idx="2" val="19.0387"/>
                          <dgm:adj idx="3" val="105"/>
                          <dgm:adj idx="4" val="0"/>
                          <dgm:adj idx="5" val="0.125"/>
                        </dgm:adjLst>
                      </dgm:shape>
                    </dgm:else>
                  </dgm:choose>
                </dgm:if>
                <dgm:else name="Name54">
                  <dgm:choose name="Name55">
                    <dgm:if name="Name56" axis="followSib" ptType="node" func="cnt" op="equ" val="0">
                      <dgm:choose name="Name57">
                        <dgm:if name="Name58" axis="precedSib" ptType="node" func="cnt" op="equ" val="1">
                          <dgm:shape xmlns:r="http://schemas.openxmlformats.org/officeDocument/2006/relationships" type="blockArc" r:blip="">
                            <dgm:adjLst>
                              <dgm:adj idx="1" val="-135"/>
                              <dgm:adj idx="2" val="180"/>
                              <dgm:adj idx="3" val="0.1274"/>
                            </dgm:adjLst>
                          </dgm:shape>
                        </dgm:if>
                        <dgm:if name="Name59" axis="precedSib" ptType="node" func="cnt" op="equ" val="2">
                          <dgm:shape xmlns:r="http://schemas.openxmlformats.org/officeDocument/2006/relationships" type="blockArc" r:blip="">
                            <dgm:adjLst>
                              <dgm:adj idx="1" val="0"/>
                              <dgm:adj idx="2" val="-45"/>
                              <dgm:adj idx="3" val="0.1274"/>
                            </dgm:adjLst>
                          </dgm:shape>
                        </dgm:if>
                        <dgm:if name="Name60" axis="precedSib" ptType="node" func="cnt" op="equ" val="3">
                          <dgm:shape xmlns:r="http://schemas.openxmlformats.org/officeDocument/2006/relationships" type="blockArc" r:blip="">
                            <dgm:adjLst>
                              <dgm:adj idx="1" val="-135"/>
                              <dgm:adj idx="2" val="180"/>
                              <dgm:adj idx="3" val="0.1274"/>
                            </dgm:adjLst>
                          </dgm:shape>
                        </dgm:if>
                        <dgm:if name="Name61" axis="precedSib" ptType="node" func="cnt" op="equ" val="4">
                          <dgm:shape xmlns:r="http://schemas.openxmlformats.org/officeDocument/2006/relationships" type="blockArc" r:blip="">
                            <dgm:adjLst>
                              <dgm:adj idx="1" val="0"/>
                              <dgm:adj idx="2" val="-45"/>
                              <dgm:adj idx="3" val="0.1274"/>
                            </dgm:adjLst>
                          </dgm:shape>
                        </dgm:if>
                        <dgm:if name="Name62" axis="precedSib" ptType="node" func="cnt" op="equ" val="5">
                          <dgm:shape xmlns:r="http://schemas.openxmlformats.org/officeDocument/2006/relationships" type="blockArc" r:blip="">
                            <dgm:adjLst>
                              <dgm:adj idx="1" val="-135"/>
                              <dgm:adj idx="2" val="180"/>
                              <dgm:adj idx="3" val="0.1274"/>
                            </dgm:adjLst>
                          </dgm:shape>
                        </dgm:if>
                        <dgm:if name="Name63" axis="precedSib" ptType="node" func="cnt" op="equ" val="6">
                          <dgm:shape xmlns:r="http://schemas.openxmlformats.org/officeDocument/2006/relationships" type="blockArc" r:blip="">
                            <dgm:adjLst>
                              <dgm:adj idx="1" val="0"/>
                              <dgm:adj idx="2" val="-45"/>
                              <dgm:adj idx="3" val="0.1274"/>
                            </dgm:adjLst>
                          </dgm:shape>
                        </dgm:if>
                        <dgm:else name="Name64"/>
                      </dgm:choose>
                    </dgm:if>
                    <dgm:else name="Name65">
                      <dgm:choose name="Name66">
                        <dgm:if name="Name67" axis="precedSib" ptType="node" func="cnt" op="equ" val="0">
                          <dgm:shape xmlns:r="http://schemas.openxmlformats.org/officeDocument/2006/relationships" type="blockArc" r:blip="">
                            <dgm:adjLst>
                              <dgm:adj idx="1" val="-133.1632"/>
                              <dgm:adj idx="2" val="65"/>
                              <dgm:adj idx="3" val="0.13"/>
                            </dgm:adjLst>
                          </dgm:shape>
                        </dgm:if>
                        <dgm:if name="Name68" axis="precedSib" ptType="node" func="cnt" op="equ" val="1">
                          <dgm:shape xmlns:r="http://schemas.openxmlformats.org/officeDocument/2006/relationships" type="circularArrow" r:blip="">
                            <dgm:adjLst>
                              <dgm:adj idx="1" val="0.1098"/>
                              <dgm:adj idx="2" val="19.0387"/>
                              <dgm:adj idx="3" val="75"/>
                              <dgm:adj idx="4" val="-135"/>
                              <dgm:adj idx="5" val="0.125"/>
                            </dgm:adjLst>
                          </dgm:shape>
                        </dgm:if>
                        <dgm:if name="Name69" axis="precedSib" ptType="node" func="cnt" op="equ" val="2">
                          <dgm:shape xmlns:r="http://schemas.openxmlformats.org/officeDocument/2006/relationships" type="leftCircularArrow" r:blip="">
                            <dgm:adjLst>
                              <dgm:adj idx="1" val="0.1098"/>
                              <dgm:adj idx="2" val="19.0387"/>
                              <dgm:adj idx="3" val="105"/>
                              <dgm:adj idx="4" val="-45"/>
                              <dgm:adj idx="5" val="0.125"/>
                            </dgm:adjLst>
                          </dgm:shape>
                        </dgm:if>
                        <dgm:if name="Name70" axis="precedSib" ptType="node" func="cnt" op="equ" val="3">
                          <dgm:shape xmlns:r="http://schemas.openxmlformats.org/officeDocument/2006/relationships" type="circularArrow" r:blip="">
                            <dgm:adjLst>
                              <dgm:adj idx="1" val="0.1098"/>
                              <dgm:adj idx="2" val="19.0387"/>
                              <dgm:adj idx="3" val="75"/>
                              <dgm:adj idx="4" val="-135"/>
                              <dgm:adj idx="5" val="0.125"/>
                            </dgm:adjLst>
                          </dgm:shape>
                        </dgm:if>
                        <dgm:if name="Name71" axis="precedSib" ptType="node" func="cnt" op="equ" val="4">
                          <dgm:shape xmlns:r="http://schemas.openxmlformats.org/officeDocument/2006/relationships" type="leftCircularArrow" r:blip="">
                            <dgm:adjLst>
                              <dgm:adj idx="1" val="0.1098"/>
                              <dgm:adj idx="2" val="19.0387"/>
                              <dgm:adj idx="3" val="105"/>
                              <dgm:adj idx="4" val="-45"/>
                              <dgm:adj idx="5" val="0.125"/>
                            </dgm:adjLst>
                          </dgm:shape>
                        </dgm:if>
                        <dgm:if name="Name72" axis="precedSib" ptType="node" func="cnt" op="equ" val="5">
                          <dgm:shape xmlns:r="http://schemas.openxmlformats.org/officeDocument/2006/relationships" type="circularArrow" r:blip="">
                            <dgm:adjLst>
                              <dgm:adj idx="1" val="0.1098"/>
                              <dgm:adj idx="2" val="19.0387"/>
                              <dgm:adj idx="3" val="75"/>
                              <dgm:adj idx="4" val="-135"/>
                              <dgm:adj idx="5" val="0.125"/>
                            </dgm:adjLst>
                          </dgm:shape>
                        </dgm:if>
                        <dgm:if name="Name73" axis="precedSib" ptType="node" func="cnt" op="equ" val="6">
                          <dgm:shape xmlns:r="http://schemas.openxmlformats.org/officeDocument/2006/relationships" type="blockArc" r:blip="">
                            <dgm:adjLst>
                              <dgm:adj idx="1" val="0"/>
                              <dgm:adj idx="2" val="-45"/>
                              <dgm:adj idx="3" val="0.1274"/>
                            </dgm:adjLst>
                          </dgm:shape>
                        </dgm:if>
                        <dgm:else name="Name74"/>
                      </dgm:choose>
                    </dgm:else>
                  </dgm:choose>
                </dgm:else>
              </dgm:choose>
            </dgm:else>
          </dgm:choose>
          <dgm:presOf/>
        </dgm:layoutNode>
      </dgm:forEach>
    </dgm:forEach>
    <dgm:forEach name="Name75" axis="ch" ptType="node" cnt="1">
      <dgm:layoutNode name="Accent1">
        <dgm:alg type="sp"/>
        <dgm:shape xmlns:r="http://schemas.openxmlformats.org/officeDocument/2006/relationships" r:blip="">
          <dgm:adjLst/>
        </dgm:shape>
        <dgm:presOf/>
        <dgm:constrLst/>
        <dgm:forEach name="Name76" ref="accentRepeat"/>
      </dgm:layoutNode>
      <dgm:choose name="Name77">
        <dgm:if name="Name78" axis="ch" ptType="node" func="cnt" op="gte" val="1">
          <dgm:layoutNode name="Child1"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79"/>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0" axis="ch" ptType="node" st="2" cnt="1">
      <dgm:layoutNode name="Accent2">
        <dgm:alg type="sp"/>
        <dgm:shape xmlns:r="http://schemas.openxmlformats.org/officeDocument/2006/relationships" r:blip="">
          <dgm:adjLst/>
        </dgm:shape>
        <dgm:presOf/>
        <dgm:constrLst/>
        <dgm:forEach name="Name81" ref="accentRepeat"/>
      </dgm:layoutNode>
      <dgm:choose name="Name82">
        <dgm:if name="Name83" axis="ch" ptType="node" func="cnt" op="gte" val="1">
          <dgm:layoutNode name="Child2"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4"/>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choose name="Name87">
        <dgm:if name="Name88" axis="ch" ptType="node" func="cnt" op="gte" val="1">
          <dgm:layoutNode name="Child3"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9"/>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0" axis="ch" ptType="node" st="4" cnt="1">
      <dgm:layoutNode name="Accent4">
        <dgm:alg type="sp"/>
        <dgm:shape xmlns:r="http://schemas.openxmlformats.org/officeDocument/2006/relationships" r:blip="">
          <dgm:adjLst/>
        </dgm:shape>
        <dgm:presOf/>
        <dgm:constrLst/>
        <dgm:forEach name="Name91" ref="accentRepeat"/>
      </dgm:layoutNode>
      <dgm:choose name="Name92">
        <dgm:if name="Name93" axis="ch" ptType="node" func="cnt" op="gte" val="1">
          <dgm:layoutNode name="Child4"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5" axis="ch" ptType="node" st="5" cnt="1">
      <dgm:layoutNode name="Accent5">
        <dgm:alg type="sp"/>
        <dgm:shape xmlns:r="http://schemas.openxmlformats.org/officeDocument/2006/relationships" r:blip="">
          <dgm:adjLst/>
        </dgm:shape>
        <dgm:presOf/>
        <dgm:constrLst/>
        <dgm:forEach name="Name96" ref="accentRepeat"/>
      </dgm:layoutNode>
      <dgm:choose name="Name97">
        <dgm:if name="Name98" axis="ch" ptType="node" func="cnt" op="gte" val="1">
          <dgm:layoutNode name="Child5"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9"/>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0" axis="ch" ptType="node" st="6" cnt="1">
      <dgm:layoutNode name="Accent6">
        <dgm:alg type="sp"/>
        <dgm:shape xmlns:r="http://schemas.openxmlformats.org/officeDocument/2006/relationships" r:blip="">
          <dgm:adjLst/>
        </dgm:shape>
        <dgm:presOf/>
        <dgm:constrLst/>
        <dgm:forEach name="Name101" ref="accentRepeat"/>
      </dgm:layoutNode>
      <dgm:choose name="Name102">
        <dgm:if name="Name103" axis="ch" ptType="node" func="cnt" op="gte" val="1">
          <dgm:layoutNode name="Child6"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4"/>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5" axis="ch" ptType="node" st="7" cnt="1">
      <dgm:layoutNode name="Accent7">
        <dgm:alg type="sp"/>
        <dgm:shape xmlns:r="http://schemas.openxmlformats.org/officeDocument/2006/relationships" r:blip="">
          <dgm:adjLst/>
        </dgm:shape>
        <dgm:presOf/>
        <dgm:constrLst/>
        <dgm:forEach name="Name106" ref="accentRepeat"/>
      </dgm:layoutNode>
      <dgm:choose name="Name107">
        <dgm:if name="Name108" axis="ch" ptType="node" func="cnt" op="gte" val="1">
          <dgm:layoutNode name="Child7"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9"/>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6CE96A-73E0-4871-A2F2-2508A23F59EE}" type="datetimeFigureOut">
              <a:rPr lang="en-IN" smtClean="0"/>
              <a:t>30-05-2025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DDA6FB-D0E1-4200-B5BD-9F995D12656F}" type="slidenum">
              <a:rPr lang="en-IN" smtClean="0"/>
              <a:t>‹#›</a:t>
            </a:fld>
            <a:endParaRPr lang="en-IN"/>
          </a:p>
        </p:txBody>
      </p:sp>
    </p:spTree>
    <p:extLst>
      <p:ext uri="{BB962C8B-B14F-4D97-AF65-F5344CB8AC3E}">
        <p14:creationId xmlns:p14="http://schemas.microsoft.com/office/powerpoint/2010/main" val="24305149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4CDDA6FB-D0E1-4200-B5BD-9F995D12656F}" type="slidenum">
              <a:rPr lang="en-IN" smtClean="0"/>
              <a:t>4</a:t>
            </a:fld>
            <a:endParaRPr lang="en-IN"/>
          </a:p>
        </p:txBody>
      </p:sp>
    </p:spTree>
    <p:extLst>
      <p:ext uri="{BB962C8B-B14F-4D97-AF65-F5344CB8AC3E}">
        <p14:creationId xmlns:p14="http://schemas.microsoft.com/office/powerpoint/2010/main" val="27848041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Arial" panose="020B0604020202020204" pitchFamily="34" charset="0"/>
              <a:buChar char="•"/>
            </a:pPr>
            <a:r>
              <a:rPr lang="en-US" dirty="0"/>
              <a:t>Installation</a:t>
            </a:r>
          </a:p>
          <a:p>
            <a:pPr marL="685800" lvl="1" indent="-228600">
              <a:buFont typeface="Arial" panose="020B0604020202020204" pitchFamily="34" charset="0"/>
              <a:buChar char="•"/>
            </a:pPr>
            <a:r>
              <a:rPr lang="en-US" dirty="0"/>
              <a:t>Infrastructure setup</a:t>
            </a:r>
          </a:p>
          <a:p>
            <a:pPr marL="685800" lvl="1" indent="-228600">
              <a:buFont typeface="Arial" panose="020B0604020202020204" pitchFamily="34" charset="0"/>
              <a:buChar char="•"/>
            </a:pPr>
            <a:r>
              <a:rPr lang="en-US" dirty="0"/>
              <a:t>Initial Data load</a:t>
            </a:r>
          </a:p>
          <a:p>
            <a:pPr marL="685800" lvl="1" indent="-228600">
              <a:buFont typeface="Arial" panose="020B0604020202020204" pitchFamily="34" charset="0"/>
              <a:buChar char="•"/>
            </a:pPr>
            <a:r>
              <a:rPr lang="en-US" dirty="0"/>
              <a:t>APIs and Web Application Deployment</a:t>
            </a:r>
          </a:p>
          <a:p>
            <a:pPr marL="228600" indent="-228600">
              <a:buFont typeface="Arial" panose="020B0604020202020204" pitchFamily="34" charset="0"/>
              <a:buChar char="•"/>
            </a:pPr>
            <a:r>
              <a:rPr lang="en-US" dirty="0"/>
              <a:t>Configuration &amp; Tuning</a:t>
            </a:r>
          </a:p>
          <a:p>
            <a:pPr marL="685800" lvl="1" indent="-228600">
              <a:buFont typeface="Arial" panose="020B0604020202020204" pitchFamily="34" charset="0"/>
              <a:buChar char="•"/>
            </a:pPr>
            <a:r>
              <a:rPr lang="en-US" dirty="0"/>
              <a:t>Prompt Engineering</a:t>
            </a:r>
          </a:p>
          <a:p>
            <a:pPr marL="685800" lvl="1" indent="-228600">
              <a:buFont typeface="Arial" panose="020B0604020202020204" pitchFamily="34" charset="0"/>
              <a:buChar char="•"/>
            </a:pPr>
            <a:r>
              <a:rPr lang="en-US" dirty="0"/>
              <a:t>Contextual Engineering</a:t>
            </a:r>
          </a:p>
          <a:p>
            <a:pPr marL="685800" lvl="1" indent="-228600">
              <a:buFont typeface="Arial" panose="020B0604020202020204" pitchFamily="34" charset="0"/>
              <a:buChar char="•"/>
            </a:pPr>
            <a:r>
              <a:rPr lang="en-US" dirty="0"/>
              <a:t>Prompt tuning</a:t>
            </a:r>
          </a:p>
          <a:p>
            <a:pPr marL="685800" lvl="1" indent="-228600">
              <a:buFont typeface="Arial" panose="020B0604020202020204" pitchFamily="34" charset="0"/>
              <a:buChar char="•"/>
            </a:pPr>
            <a:r>
              <a:rPr lang="en-US" dirty="0"/>
              <a:t>Validation</a:t>
            </a:r>
          </a:p>
        </p:txBody>
      </p:sp>
      <p:sp>
        <p:nvSpPr>
          <p:cNvPr id="4" name="Slide Number Placeholder 3"/>
          <p:cNvSpPr>
            <a:spLocks noGrp="1"/>
          </p:cNvSpPr>
          <p:nvPr>
            <p:ph type="sldNum" sz="quarter" idx="5"/>
          </p:nvPr>
        </p:nvSpPr>
        <p:spPr/>
        <p:txBody>
          <a:bodyPr/>
          <a:lstStyle/>
          <a:p>
            <a:fld id="{B7B25E0E-01A6-554F-BF30-9BAA24A31D62}" type="slidenum">
              <a:rPr lang="en-US" smtClean="0"/>
              <a:pPr/>
              <a:t>7</a:t>
            </a:fld>
            <a:endParaRPr lang="en-US" dirty="0"/>
          </a:p>
        </p:txBody>
      </p:sp>
    </p:spTree>
    <p:extLst>
      <p:ext uri="{BB962C8B-B14F-4D97-AF65-F5344CB8AC3E}">
        <p14:creationId xmlns:p14="http://schemas.microsoft.com/office/powerpoint/2010/main" val="29781791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Revenue &amp; Business Value Metrics</a:t>
            </a:r>
          </a:p>
          <a:p>
            <a:pPr>
              <a:buFont typeface="Arial" panose="020B0604020202020204" pitchFamily="34" charset="0"/>
              <a:buNone/>
            </a:pPr>
            <a:r>
              <a:rPr lang="en-US" b="1"/>
              <a:t>Revenue Uplift Potential</a:t>
            </a:r>
            <a:endParaRPr lang="en-US"/>
          </a:p>
          <a:p>
            <a:pPr marL="742950" lvl="1" indent="-285750">
              <a:buFont typeface="Arial" panose="020B0604020202020204" pitchFamily="34" charset="0"/>
              <a:buChar char="•"/>
            </a:pPr>
            <a:r>
              <a:rPr lang="en-US"/>
              <a:t>Projected revenue growth post-implementation</a:t>
            </a:r>
          </a:p>
          <a:p>
            <a:pPr marL="742950" lvl="1" indent="-285750">
              <a:buFont typeface="Arial" panose="020B0604020202020204" pitchFamily="34" charset="0"/>
              <a:buChar char="•"/>
            </a:pPr>
            <a:r>
              <a:rPr lang="en-US"/>
              <a:t>Percentage increase in revenue generated per new feature/service</a:t>
            </a:r>
          </a:p>
          <a:p>
            <a:pPr marL="742950" lvl="1" indent="-285750">
              <a:buFont typeface="Arial" panose="020B0604020202020204" pitchFamily="34" charset="0"/>
              <a:buChar char="•"/>
            </a:pPr>
            <a:r>
              <a:rPr lang="en-US"/>
              <a:t>Average revenue per user (ARPU) increase</a:t>
            </a:r>
          </a:p>
          <a:p>
            <a:pPr marL="742950" lvl="1" indent="-285750">
              <a:buFont typeface="Arial" panose="020B0604020202020204" pitchFamily="34" charset="0"/>
              <a:buChar char="•"/>
            </a:pPr>
            <a:r>
              <a:rPr lang="en-US"/>
              <a:t>Incremental revenue attributed to solution adoption</a:t>
            </a:r>
          </a:p>
          <a:p>
            <a:pPr>
              <a:buFont typeface="Arial" panose="020B0604020202020204" pitchFamily="34" charset="0"/>
              <a:buNone/>
            </a:pPr>
            <a:r>
              <a:rPr lang="en-US" b="1"/>
              <a:t>Market Share Growth</a:t>
            </a:r>
            <a:endParaRPr lang="en-US"/>
          </a:p>
          <a:p>
            <a:pPr marL="742950" lvl="1" indent="-285750">
              <a:buFont typeface="Arial" panose="020B0604020202020204" pitchFamily="34" charset="0"/>
              <a:buChar char="•"/>
            </a:pPr>
            <a:r>
              <a:rPr lang="en-US"/>
              <a:t>Percentage change in client’s market share</a:t>
            </a:r>
          </a:p>
          <a:p>
            <a:pPr marL="742950" lvl="1" indent="-285750">
              <a:buFont typeface="Arial" panose="020B0604020202020204" pitchFamily="34" charset="0"/>
              <a:buChar char="•"/>
            </a:pPr>
            <a:r>
              <a:rPr lang="en-US"/>
              <a:t>Increase in customer base size or segments served</a:t>
            </a:r>
          </a:p>
          <a:p>
            <a:pPr marL="742950" lvl="1" indent="-285750">
              <a:buFont typeface="Arial" panose="020B0604020202020204" pitchFamily="34" charset="0"/>
              <a:buChar char="•"/>
            </a:pPr>
            <a:r>
              <a:rPr lang="en-US"/>
              <a:t>Growth in share of client’s product/service compared to competitors</a:t>
            </a:r>
          </a:p>
          <a:p>
            <a:pPr>
              <a:buFont typeface="Arial" panose="020B0604020202020204" pitchFamily="34" charset="0"/>
              <a:buNone/>
            </a:pPr>
            <a:r>
              <a:rPr lang="en-US" b="1"/>
              <a:t>Customer Acquisition Acceleration</a:t>
            </a:r>
            <a:endParaRPr lang="en-US"/>
          </a:p>
          <a:p>
            <a:pPr marL="742950" lvl="1" indent="-285750">
              <a:buFont typeface="Arial" panose="020B0604020202020204" pitchFamily="34" charset="0"/>
              <a:buChar char="•"/>
            </a:pPr>
            <a:r>
              <a:rPr lang="en-US"/>
              <a:t>Time reduction in customer onboarding</a:t>
            </a:r>
          </a:p>
          <a:p>
            <a:pPr marL="742950" lvl="1" indent="-285750">
              <a:buFont typeface="Arial" panose="020B0604020202020204" pitchFamily="34" charset="0"/>
              <a:buChar char="•"/>
            </a:pPr>
            <a:r>
              <a:rPr lang="en-US"/>
              <a:t>Percentage increase in new customer acquisition rate</a:t>
            </a:r>
          </a:p>
          <a:p>
            <a:pPr marL="742950" lvl="1" indent="-285750">
              <a:buFont typeface="Arial" panose="020B0604020202020204" pitchFamily="34" charset="0"/>
              <a:buChar char="•"/>
            </a:pPr>
            <a:r>
              <a:rPr lang="en-US"/>
              <a:t>Cost per acquisition (CPA) changes post-deployment</a:t>
            </a:r>
          </a:p>
          <a:p>
            <a:pPr marL="742950" lvl="1" indent="-285750">
              <a:buFont typeface="Arial" panose="020B0604020202020204" pitchFamily="34" charset="0"/>
              <a:buChar char="•"/>
            </a:pPr>
            <a:r>
              <a:rPr lang="en-US"/>
              <a:t>Increase in lead conversion rate or sales cycle speed</a:t>
            </a:r>
          </a:p>
          <a:p>
            <a:pPr>
              <a:buFont typeface="Arial" panose="020B0604020202020204" pitchFamily="34" charset="0"/>
              <a:buNone/>
            </a:pPr>
            <a:r>
              <a:rPr lang="en-US" b="1"/>
              <a:t>Customer Retention &amp; Loyalty</a:t>
            </a:r>
            <a:endParaRPr lang="en-US"/>
          </a:p>
          <a:p>
            <a:pPr marL="742950" lvl="1" indent="-285750">
              <a:buFont typeface="Arial" panose="020B0604020202020204" pitchFamily="34" charset="0"/>
              <a:buChar char="•"/>
            </a:pPr>
            <a:r>
              <a:rPr lang="en-US"/>
              <a:t>Customer lifetime value (CLTV) improvement</a:t>
            </a:r>
          </a:p>
          <a:p>
            <a:pPr marL="742950" lvl="1" indent="-285750">
              <a:buFont typeface="Arial" panose="020B0604020202020204" pitchFamily="34" charset="0"/>
              <a:buChar char="•"/>
            </a:pPr>
            <a:r>
              <a:rPr lang="en-US"/>
              <a:t>Reduction in churn rate post-implementation</a:t>
            </a:r>
          </a:p>
          <a:p>
            <a:pPr marL="742950" lvl="1" indent="-285750">
              <a:buFont typeface="Arial" panose="020B0604020202020204" pitchFamily="34" charset="0"/>
              <a:buChar char="•"/>
            </a:pPr>
            <a:r>
              <a:rPr lang="en-US"/>
              <a:t>Frequency of repeat transactions or contract renewals</a:t>
            </a:r>
          </a:p>
          <a:p>
            <a:pPr marL="742950" lvl="1" indent="-285750">
              <a:buFont typeface="Arial" panose="020B0604020202020204" pitchFamily="34" charset="0"/>
              <a:buChar char="•"/>
            </a:pPr>
            <a:r>
              <a:rPr lang="en-US"/>
              <a:t>Increase in Net Promoter Score (NPS) and customer loyalty indices</a:t>
            </a:r>
          </a:p>
          <a:p>
            <a:pPr>
              <a:buFont typeface="Arial" panose="020B0604020202020204" pitchFamily="34" charset="0"/>
              <a:buNone/>
            </a:pPr>
            <a:r>
              <a:rPr lang="en-US" b="1"/>
              <a:t>Expansion into New Markets or Segments</a:t>
            </a:r>
            <a:endParaRPr lang="en-US"/>
          </a:p>
          <a:p>
            <a:pPr marL="742950" lvl="1" indent="-285750">
              <a:buFont typeface="Arial" panose="020B0604020202020204" pitchFamily="34" charset="0"/>
              <a:buChar char="•"/>
            </a:pPr>
            <a:r>
              <a:rPr lang="en-US"/>
              <a:t>Time to enter a new market using solution-enabled capabilities</a:t>
            </a:r>
          </a:p>
          <a:p>
            <a:pPr marL="742950" lvl="1" indent="-285750">
              <a:buFont typeface="Arial" panose="020B0604020202020204" pitchFamily="34" charset="0"/>
              <a:buChar char="•"/>
            </a:pPr>
            <a:r>
              <a:rPr lang="en-US"/>
              <a:t>Percentage of revenue from new markets or customer segments</a:t>
            </a:r>
          </a:p>
          <a:p>
            <a:pPr marL="742950" lvl="1" indent="-285750">
              <a:buFont typeface="Arial" panose="020B0604020202020204" pitchFamily="34" charset="0"/>
              <a:buChar char="•"/>
            </a:pPr>
            <a:r>
              <a:rPr lang="en-US"/>
              <a:t>Increase in service adaptability to diverse markets</a:t>
            </a:r>
          </a:p>
          <a:p>
            <a:pPr>
              <a:buFont typeface="Arial" panose="020B0604020202020204" pitchFamily="34" charset="0"/>
              <a:buNone/>
            </a:pPr>
            <a:r>
              <a:rPr lang="en-US" b="1"/>
              <a:t>Cross-Selling and Upselling Opportunities</a:t>
            </a:r>
            <a:endParaRPr lang="en-US"/>
          </a:p>
          <a:p>
            <a:pPr marL="742950" lvl="1" indent="-285750">
              <a:buFont typeface="Arial" panose="020B0604020202020204" pitchFamily="34" charset="0"/>
              <a:buChar char="•"/>
            </a:pPr>
            <a:r>
              <a:rPr lang="en-US"/>
              <a:t>Revenue from cross-sold or upsold products/services</a:t>
            </a:r>
          </a:p>
          <a:p>
            <a:pPr marL="742950" lvl="1" indent="-285750">
              <a:buFont typeface="Arial" panose="020B0604020202020204" pitchFamily="34" charset="0"/>
              <a:buChar char="•"/>
            </a:pPr>
            <a:r>
              <a:rPr lang="en-US"/>
              <a:t>Increase in average order value per transaction</a:t>
            </a:r>
          </a:p>
          <a:p>
            <a:pPr marL="742950" lvl="1" indent="-285750">
              <a:buFont typeface="Arial" panose="020B0604020202020204" pitchFamily="34" charset="0"/>
              <a:buChar char="•"/>
            </a:pPr>
            <a:r>
              <a:rPr lang="en-US"/>
              <a:t>Growth in attach rates (add-ons or complementary offerings)</a:t>
            </a:r>
          </a:p>
          <a:p>
            <a:pPr>
              <a:buFont typeface="Arial" panose="020B0604020202020204" pitchFamily="34" charset="0"/>
              <a:buNone/>
            </a:pPr>
            <a:r>
              <a:rPr lang="en-US" b="1"/>
              <a:t>Enhanced Customer Experience Metrics</a:t>
            </a:r>
            <a:endParaRPr lang="en-US"/>
          </a:p>
          <a:p>
            <a:pPr marL="742950" lvl="1" indent="-285750">
              <a:buFont typeface="Arial" panose="020B0604020202020204" pitchFamily="34" charset="0"/>
              <a:buChar char="•"/>
            </a:pPr>
            <a:r>
              <a:rPr lang="en-US"/>
              <a:t>Improvements in customer satisfaction (CSAT) or experience scores</a:t>
            </a:r>
          </a:p>
          <a:p>
            <a:pPr marL="742950" lvl="1" indent="-285750">
              <a:buFont typeface="Arial" panose="020B0604020202020204" pitchFamily="34" charset="0"/>
              <a:buChar char="•"/>
            </a:pPr>
            <a:r>
              <a:rPr lang="en-US"/>
              <a:t>Average response time for customer support (faster response due to solution)</a:t>
            </a:r>
          </a:p>
          <a:p>
            <a:pPr marL="742950" lvl="1" indent="-285750">
              <a:buFont typeface="Arial" panose="020B0604020202020204" pitchFamily="34" charset="0"/>
              <a:buChar char="•"/>
            </a:pPr>
            <a:r>
              <a:rPr lang="en-US"/>
              <a:t>Reduction in user complaints or issue tickets</a:t>
            </a:r>
          </a:p>
        </p:txBody>
      </p:sp>
      <p:sp>
        <p:nvSpPr>
          <p:cNvPr id="4" name="Slide Number Placeholder 3"/>
          <p:cNvSpPr>
            <a:spLocks noGrp="1"/>
          </p:cNvSpPr>
          <p:nvPr>
            <p:ph type="sldNum" sz="quarter" idx="5"/>
          </p:nvPr>
        </p:nvSpPr>
        <p:spPr/>
        <p:txBody>
          <a:bodyPr/>
          <a:lstStyle/>
          <a:p>
            <a:fld id="{F62C50CA-F741-4714-B062-07B081CDC84C}" type="slidenum">
              <a:rPr lang="en-IN" smtClean="0"/>
              <a:t>14</a:t>
            </a:fld>
            <a:endParaRPr lang="en-IN"/>
          </a:p>
        </p:txBody>
      </p:sp>
    </p:spTree>
    <p:extLst>
      <p:ext uri="{BB962C8B-B14F-4D97-AF65-F5344CB8AC3E}">
        <p14:creationId xmlns:p14="http://schemas.microsoft.com/office/powerpoint/2010/main" val="38630826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B953A23-94B0-3F4A-9298-DB7536AE1CA2}"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247614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4CDDA6FB-D0E1-4200-B5BD-9F995D12656F}" type="slidenum">
              <a:rPr lang="en-IN" smtClean="0"/>
              <a:t>27</a:t>
            </a:fld>
            <a:endParaRPr lang="en-IN"/>
          </a:p>
        </p:txBody>
      </p:sp>
    </p:spTree>
    <p:extLst>
      <p:ext uri="{BB962C8B-B14F-4D97-AF65-F5344CB8AC3E}">
        <p14:creationId xmlns:p14="http://schemas.microsoft.com/office/powerpoint/2010/main" val="21730628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AF3785-C815-E8ED-21BE-4EC844142A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0A9653-0BA2-612E-F9E3-F7628794E5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7A2F69-2D93-B284-9FB3-8534B4C36B20}"/>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9131227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FAC69C-A7B4-F2A5-70D8-8551A7F0F5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09926C-5978-2DC3-AF2F-30B98244BF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1F0ABF-DDA9-3C1C-ECA5-10F65DF8C381}"/>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9988668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a:p>
        </p:txBody>
      </p:sp>
    </p:spTree>
    <p:extLst>
      <p:ext uri="{BB962C8B-B14F-4D97-AF65-F5344CB8AC3E}">
        <p14:creationId xmlns:p14="http://schemas.microsoft.com/office/powerpoint/2010/main" val="24794194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3" Type="http://schemas.openxmlformats.org/officeDocument/2006/relationships/hyperlink" Target="https://www.instagram.com/ascendioninc" TargetMode="External"/><Relationship Id="rId2" Type="http://schemas.openxmlformats.org/officeDocument/2006/relationships/hyperlink" Target="https://www.linkedin.com/company/ascendion" TargetMode="External"/><Relationship Id="rId1" Type="http://schemas.openxmlformats.org/officeDocument/2006/relationships/slideMaster" Target="../slideMasters/slideMaster3.xml"/><Relationship Id="rId4" Type="http://schemas.openxmlformats.org/officeDocument/2006/relationships/hyperlink" Target="https://www.youtube.com/@ascendioninc" TargetMode="Externa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1_Title slide">
    <p:bg>
      <p:bgPr>
        <a:solidFill>
          <a:schemeClr val="bg1">
            <a:lumMod val="95000"/>
          </a:schemeClr>
        </a:solidFill>
        <a:effectLst/>
      </p:bgPr>
    </p:bg>
    <p:spTree>
      <p:nvGrpSpPr>
        <p:cNvPr id="1" name="Shape 9"/>
        <p:cNvGrpSpPr/>
        <p:nvPr/>
      </p:nvGrpSpPr>
      <p:grpSpPr>
        <a:xfrm>
          <a:off x="0" y="0"/>
          <a:ext cx="0" cy="0"/>
          <a:chOff x="0" y="0"/>
          <a:chExt cx="0" cy="0"/>
        </a:xfrm>
      </p:grpSpPr>
      <p:sp>
        <p:nvSpPr>
          <p:cNvPr id="2" name="Picture Placeholder 2">
            <a:extLst>
              <a:ext uri="{FF2B5EF4-FFF2-40B4-BE49-F238E27FC236}">
                <a16:creationId xmlns:a16="http://schemas.microsoft.com/office/drawing/2014/main" id="{E24EB988-1B3E-4E16-DFC4-94BCB32833AA}"/>
              </a:ext>
            </a:extLst>
          </p:cNvPr>
          <p:cNvSpPr>
            <a:spLocks noGrp="1"/>
          </p:cNvSpPr>
          <p:nvPr>
            <p:ph type="pic" sz="quarter" idx="13" hasCustomPrompt="1"/>
          </p:nvPr>
        </p:nvSpPr>
        <p:spPr>
          <a:xfrm>
            <a:off x="6062134" y="-18627"/>
            <a:ext cx="6130501" cy="5987839"/>
          </a:xfrm>
          <a:custGeom>
            <a:avLst/>
            <a:gdLst>
              <a:gd name="connsiteX0" fmla="*/ 0 w 9144000"/>
              <a:gd name="connsiteY0" fmla="*/ 0 h 4442826"/>
              <a:gd name="connsiteX1" fmla="*/ 9144000 w 9144000"/>
              <a:gd name="connsiteY1" fmla="*/ 0 h 4442826"/>
              <a:gd name="connsiteX2" fmla="*/ 9144000 w 9144000"/>
              <a:gd name="connsiteY2" fmla="*/ 4442826 h 4442826"/>
              <a:gd name="connsiteX3" fmla="*/ 0 w 9144000"/>
              <a:gd name="connsiteY3" fmla="*/ 4442826 h 4442826"/>
              <a:gd name="connsiteX4" fmla="*/ 0 w 9144000"/>
              <a:gd name="connsiteY4" fmla="*/ 0 h 4442826"/>
              <a:gd name="connsiteX0" fmla="*/ 0 w 9151620"/>
              <a:gd name="connsiteY0" fmla="*/ 0 h 4458066"/>
              <a:gd name="connsiteX1" fmla="*/ 9144000 w 9151620"/>
              <a:gd name="connsiteY1" fmla="*/ 0 h 4458066"/>
              <a:gd name="connsiteX2" fmla="*/ 9151620 w 9151620"/>
              <a:gd name="connsiteY2" fmla="*/ 4458066 h 4458066"/>
              <a:gd name="connsiteX3" fmla="*/ 0 w 9151620"/>
              <a:gd name="connsiteY3" fmla="*/ 4442826 h 4458066"/>
              <a:gd name="connsiteX4" fmla="*/ 0 w 9151620"/>
              <a:gd name="connsiteY4"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0 w 9151620"/>
              <a:gd name="connsiteY4" fmla="*/ 4442826 h 4458066"/>
              <a:gd name="connsiteX5" fmla="*/ 0 w 9151620"/>
              <a:gd name="connsiteY5"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7551420 w 9151620"/>
              <a:gd name="connsiteY4" fmla="*/ 4436111 h 4458066"/>
              <a:gd name="connsiteX5" fmla="*/ 0 w 9151620"/>
              <a:gd name="connsiteY5" fmla="*/ 4442826 h 4458066"/>
              <a:gd name="connsiteX6" fmla="*/ 0 w 9151620"/>
              <a:gd name="connsiteY6"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8282940 w 9151620"/>
              <a:gd name="connsiteY4" fmla="*/ 4436111 h 4458066"/>
              <a:gd name="connsiteX5" fmla="*/ 7551420 w 9151620"/>
              <a:gd name="connsiteY5" fmla="*/ 4436111 h 4458066"/>
              <a:gd name="connsiteX6" fmla="*/ 0 w 9151620"/>
              <a:gd name="connsiteY6" fmla="*/ 4442826 h 4458066"/>
              <a:gd name="connsiteX7" fmla="*/ 0 w 9151620"/>
              <a:gd name="connsiteY7"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8260080 w 9151620"/>
              <a:gd name="connsiteY4" fmla="*/ 4306571 h 4458066"/>
              <a:gd name="connsiteX5" fmla="*/ 7551420 w 9151620"/>
              <a:gd name="connsiteY5" fmla="*/ 4436111 h 4458066"/>
              <a:gd name="connsiteX6" fmla="*/ 0 w 9151620"/>
              <a:gd name="connsiteY6" fmla="*/ 4442826 h 4458066"/>
              <a:gd name="connsiteX7" fmla="*/ 0 w 9151620"/>
              <a:gd name="connsiteY7" fmla="*/ 0 h 4458066"/>
              <a:gd name="connsiteX0" fmla="*/ 0 w 9151620"/>
              <a:gd name="connsiteY0" fmla="*/ 0 h 4462781"/>
              <a:gd name="connsiteX1" fmla="*/ 9144000 w 9151620"/>
              <a:gd name="connsiteY1" fmla="*/ 0 h 4462781"/>
              <a:gd name="connsiteX2" fmla="*/ 9151620 w 9151620"/>
              <a:gd name="connsiteY2" fmla="*/ 4458066 h 4462781"/>
              <a:gd name="connsiteX3" fmla="*/ 8941594 w 9151620"/>
              <a:gd name="connsiteY3" fmla="*/ 4462781 h 4462781"/>
              <a:gd name="connsiteX4" fmla="*/ 8260080 w 9151620"/>
              <a:gd name="connsiteY4" fmla="*/ 4306571 h 4462781"/>
              <a:gd name="connsiteX5" fmla="*/ 7551420 w 9151620"/>
              <a:gd name="connsiteY5" fmla="*/ 4436111 h 4462781"/>
              <a:gd name="connsiteX6" fmla="*/ 0 w 9151620"/>
              <a:gd name="connsiteY6" fmla="*/ 4442826 h 4462781"/>
              <a:gd name="connsiteX7" fmla="*/ 0 w 9151620"/>
              <a:gd name="connsiteY7" fmla="*/ 0 h 4462781"/>
              <a:gd name="connsiteX0" fmla="*/ 0 w 9151620"/>
              <a:gd name="connsiteY0" fmla="*/ 0 h 4462781"/>
              <a:gd name="connsiteX1" fmla="*/ 9144000 w 9151620"/>
              <a:gd name="connsiteY1" fmla="*/ 0 h 4462781"/>
              <a:gd name="connsiteX2" fmla="*/ 9151620 w 9151620"/>
              <a:gd name="connsiteY2" fmla="*/ 4458066 h 4462781"/>
              <a:gd name="connsiteX3" fmla="*/ 8941594 w 9151620"/>
              <a:gd name="connsiteY3" fmla="*/ 4462781 h 4462781"/>
              <a:gd name="connsiteX4" fmla="*/ 8260080 w 9151620"/>
              <a:gd name="connsiteY4" fmla="*/ 4306571 h 4462781"/>
              <a:gd name="connsiteX5" fmla="*/ 7556182 w 9151620"/>
              <a:gd name="connsiteY5" fmla="*/ 4462304 h 4462781"/>
              <a:gd name="connsiteX6" fmla="*/ 0 w 9151620"/>
              <a:gd name="connsiteY6" fmla="*/ 4442826 h 4462781"/>
              <a:gd name="connsiteX7" fmla="*/ 0 w 9151620"/>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41594 w 9144476"/>
              <a:gd name="connsiteY3" fmla="*/ 4462781 h 4462781"/>
              <a:gd name="connsiteX4" fmla="*/ 8260080 w 9144476"/>
              <a:gd name="connsiteY4" fmla="*/ 4306571 h 4462781"/>
              <a:gd name="connsiteX5" fmla="*/ 7556182 w 9144476"/>
              <a:gd name="connsiteY5" fmla="*/ 4462304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41594 w 9144476"/>
              <a:gd name="connsiteY3" fmla="*/ 4462781 h 4462781"/>
              <a:gd name="connsiteX4" fmla="*/ 8260080 w 9144476"/>
              <a:gd name="connsiteY4" fmla="*/ 4306571 h 4462781"/>
              <a:gd name="connsiteX5" fmla="*/ 7541895 w 9144476"/>
              <a:gd name="connsiteY5" fmla="*/ 4452779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53500 w 9144476"/>
              <a:gd name="connsiteY3" fmla="*/ 4462781 h 4462781"/>
              <a:gd name="connsiteX4" fmla="*/ 8260080 w 9144476"/>
              <a:gd name="connsiteY4" fmla="*/ 4306571 h 4462781"/>
              <a:gd name="connsiteX5" fmla="*/ 7541895 w 9144476"/>
              <a:gd name="connsiteY5" fmla="*/ 4452779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53500 w 9144476"/>
              <a:gd name="connsiteY3" fmla="*/ 4462781 h 4462781"/>
              <a:gd name="connsiteX4" fmla="*/ 8260080 w 9144476"/>
              <a:gd name="connsiteY4" fmla="*/ 4306571 h 4462781"/>
              <a:gd name="connsiteX5" fmla="*/ 7541895 w 9144476"/>
              <a:gd name="connsiteY5" fmla="*/ 4452779 h 4462781"/>
              <a:gd name="connsiteX6" fmla="*/ 4584700 w 9144476"/>
              <a:gd name="connsiteY6" fmla="*/ 4455526 h 4462781"/>
              <a:gd name="connsiteX7" fmla="*/ 0 w 9144476"/>
              <a:gd name="connsiteY7" fmla="*/ 0 h 4462781"/>
              <a:gd name="connsiteX0" fmla="*/ 0 w 4597876"/>
              <a:gd name="connsiteY0" fmla="*/ 0 h 4475481"/>
              <a:gd name="connsiteX1" fmla="*/ 4597400 w 4597876"/>
              <a:gd name="connsiteY1" fmla="*/ 12700 h 4475481"/>
              <a:gd name="connsiteX2" fmla="*/ 4597876 w 4597876"/>
              <a:gd name="connsiteY2" fmla="*/ 4470766 h 4475481"/>
              <a:gd name="connsiteX3" fmla="*/ 4406900 w 4597876"/>
              <a:gd name="connsiteY3" fmla="*/ 4475481 h 4475481"/>
              <a:gd name="connsiteX4" fmla="*/ 3713480 w 4597876"/>
              <a:gd name="connsiteY4" fmla="*/ 4319271 h 4475481"/>
              <a:gd name="connsiteX5" fmla="*/ 2995295 w 4597876"/>
              <a:gd name="connsiteY5" fmla="*/ 4465479 h 4475481"/>
              <a:gd name="connsiteX6" fmla="*/ 38100 w 4597876"/>
              <a:gd name="connsiteY6" fmla="*/ 4468226 h 4475481"/>
              <a:gd name="connsiteX7" fmla="*/ 0 w 4597876"/>
              <a:gd name="connsiteY7" fmla="*/ 0 h 4475481"/>
              <a:gd name="connsiteX0" fmla="*/ 0 w 4597876"/>
              <a:gd name="connsiteY0" fmla="*/ 0 h 4490879"/>
              <a:gd name="connsiteX1" fmla="*/ 4597400 w 4597876"/>
              <a:gd name="connsiteY1" fmla="*/ 12700 h 4490879"/>
              <a:gd name="connsiteX2" fmla="*/ 4597876 w 4597876"/>
              <a:gd name="connsiteY2" fmla="*/ 4470766 h 4490879"/>
              <a:gd name="connsiteX3" fmla="*/ 4406900 w 4597876"/>
              <a:gd name="connsiteY3" fmla="*/ 4475481 h 4490879"/>
              <a:gd name="connsiteX4" fmla="*/ 3713480 w 4597876"/>
              <a:gd name="connsiteY4" fmla="*/ 4319271 h 4490879"/>
              <a:gd name="connsiteX5" fmla="*/ 3020695 w 4597876"/>
              <a:gd name="connsiteY5" fmla="*/ 4490879 h 4490879"/>
              <a:gd name="connsiteX6" fmla="*/ 38100 w 4597876"/>
              <a:gd name="connsiteY6" fmla="*/ 4468226 h 4490879"/>
              <a:gd name="connsiteX7" fmla="*/ 0 w 4597876"/>
              <a:gd name="connsiteY7" fmla="*/ 0 h 4490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97876" h="4490879">
                <a:moveTo>
                  <a:pt x="0" y="0"/>
                </a:moveTo>
                <a:lnTo>
                  <a:pt x="4597400" y="12700"/>
                </a:lnTo>
                <a:cubicBezTo>
                  <a:pt x="4597559" y="1498722"/>
                  <a:pt x="4597717" y="2984744"/>
                  <a:pt x="4597876" y="4470766"/>
                </a:cubicBezTo>
                <a:lnTo>
                  <a:pt x="4406900" y="4475481"/>
                </a:lnTo>
                <a:lnTo>
                  <a:pt x="3713480" y="4319271"/>
                </a:lnTo>
                <a:lnTo>
                  <a:pt x="3020695" y="4490879"/>
                </a:lnTo>
                <a:lnTo>
                  <a:pt x="38100" y="4468226"/>
                </a:lnTo>
                <a:lnTo>
                  <a:pt x="0" y="0"/>
                </a:lnTo>
                <a:close/>
              </a:path>
            </a:pathLst>
          </a:custGeom>
          <a:noFill/>
        </p:spPr>
        <p:txBody>
          <a:bodyPr/>
          <a:lstStyle>
            <a:lvl1pPr marL="152396" indent="0">
              <a:buNone/>
              <a:defRPr/>
            </a:lvl1pPr>
          </a:lstStyle>
          <a:p>
            <a:r>
              <a:rPr lang="en-IN"/>
              <a:t> </a:t>
            </a:r>
            <a:endParaRPr lang="en-AU"/>
          </a:p>
        </p:txBody>
      </p:sp>
      <p:sp>
        <p:nvSpPr>
          <p:cNvPr id="13" name="Freeform: Shape 12">
            <a:extLst>
              <a:ext uri="{FF2B5EF4-FFF2-40B4-BE49-F238E27FC236}">
                <a16:creationId xmlns:a16="http://schemas.microsoft.com/office/drawing/2014/main" id="{DCFA8F1A-438C-2D31-EC45-A4CCF4206F40}"/>
              </a:ext>
            </a:extLst>
          </p:cNvPr>
          <p:cNvSpPr/>
          <p:nvPr/>
        </p:nvSpPr>
        <p:spPr>
          <a:xfrm>
            <a:off x="0" y="5740400"/>
            <a:ext cx="12192000" cy="1143000"/>
          </a:xfrm>
          <a:custGeom>
            <a:avLst/>
            <a:gdLst>
              <a:gd name="connsiteX0" fmla="*/ 0 w 9144000"/>
              <a:gd name="connsiteY0" fmla="*/ 857250 h 857250"/>
              <a:gd name="connsiteX1" fmla="*/ 0 w 9144000"/>
              <a:gd name="connsiteY1" fmla="*/ 149828 h 857250"/>
              <a:gd name="connsiteX2" fmla="*/ 7540609 w 9144000"/>
              <a:gd name="connsiteY2" fmla="*/ 149828 h 857250"/>
              <a:gd name="connsiteX3" fmla="*/ 8245698 w 9144000"/>
              <a:gd name="connsiteY3" fmla="*/ 0 h 857250"/>
              <a:gd name="connsiteX4" fmla="*/ 8933831 w 9144000"/>
              <a:gd name="connsiteY4" fmla="*/ 149828 h 857250"/>
              <a:gd name="connsiteX5" fmla="*/ 9144000 w 9144000"/>
              <a:gd name="connsiteY5" fmla="*/ 149828 h 857250"/>
              <a:gd name="connsiteX6" fmla="*/ 9144000 w 9144000"/>
              <a:gd name="connsiteY6" fmla="*/ 857250 h 857250"/>
              <a:gd name="connsiteX7" fmla="*/ 0 w 9144000"/>
              <a:gd name="connsiteY7" fmla="*/ 857250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0" h="857250">
                <a:moveTo>
                  <a:pt x="0" y="857250"/>
                </a:moveTo>
                <a:lnTo>
                  <a:pt x="0" y="149828"/>
                </a:lnTo>
                <a:lnTo>
                  <a:pt x="7540609" y="149828"/>
                </a:lnTo>
                <a:lnTo>
                  <a:pt x="8245698" y="0"/>
                </a:lnTo>
                <a:lnTo>
                  <a:pt x="8933831" y="149828"/>
                </a:lnTo>
                <a:lnTo>
                  <a:pt x="9144000" y="149828"/>
                </a:lnTo>
                <a:lnTo>
                  <a:pt x="9144000" y="857250"/>
                </a:lnTo>
                <a:lnTo>
                  <a:pt x="0" y="857250"/>
                </a:lnTo>
                <a:close/>
              </a:path>
            </a:pathLst>
          </a:custGeom>
          <a:gradFill>
            <a:gsLst>
              <a:gs pos="0">
                <a:srgbClr val="5BC1A0"/>
              </a:gs>
              <a:gs pos="50000">
                <a:srgbClr val="2E9376"/>
              </a:gs>
              <a:gs pos="100000">
                <a:srgbClr val="01654D"/>
              </a:gs>
            </a:gsLst>
            <a:lin ang="0" scaled="1"/>
          </a:gradFill>
          <a:ln w="8132" cap="flat">
            <a:noFill/>
            <a:prstDash val="solid"/>
            <a:miter/>
          </a:ln>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marL="0" lvl="0" defTabSz="1219170" eaLnBrk="1" latinLnBrk="0" hangingPunct="1"/>
            <a:endParaRPr lang="en-AU" sz="2400" kern="1200">
              <a:solidFill>
                <a:schemeClr val="tx1"/>
              </a:solidFill>
              <a:latin typeface="+mn-lt"/>
              <a:ea typeface="+mn-ea"/>
              <a:cs typeface="+mn-cs"/>
            </a:endParaRPr>
          </a:p>
        </p:txBody>
      </p:sp>
      <p:sp>
        <p:nvSpPr>
          <p:cNvPr id="14" name="Freeform: Shape 13">
            <a:extLst>
              <a:ext uri="{FF2B5EF4-FFF2-40B4-BE49-F238E27FC236}">
                <a16:creationId xmlns:a16="http://schemas.microsoft.com/office/drawing/2014/main" id="{6332EFC7-40EB-E5E0-6D5B-205A7815463F}"/>
              </a:ext>
            </a:extLst>
          </p:cNvPr>
          <p:cNvSpPr/>
          <p:nvPr/>
        </p:nvSpPr>
        <p:spPr>
          <a:xfrm>
            <a:off x="10054144" y="5922074"/>
            <a:ext cx="1662048" cy="380111"/>
          </a:xfrm>
          <a:custGeom>
            <a:avLst/>
            <a:gdLst>
              <a:gd name="connsiteX0" fmla="*/ 718995 w 1246536"/>
              <a:gd name="connsiteY0" fmla="*/ 0 h 285083"/>
              <a:gd name="connsiteX1" fmla="*/ 769239 w 1246536"/>
              <a:gd name="connsiteY1" fmla="*/ 10668 h 285083"/>
              <a:gd name="connsiteX2" fmla="*/ 842391 w 1246536"/>
              <a:gd name="connsiteY2" fmla="*/ 94726 h 285083"/>
              <a:gd name="connsiteX3" fmla="*/ 769239 w 1246536"/>
              <a:gd name="connsiteY3" fmla="*/ 147876 h 285083"/>
              <a:gd name="connsiteX4" fmla="*/ 718995 w 1246536"/>
              <a:gd name="connsiteY4" fmla="*/ 137208 h 285083"/>
              <a:gd name="connsiteX5" fmla="*/ 718995 w 1246536"/>
              <a:gd name="connsiteY5" fmla="*/ 48 h 285083"/>
              <a:gd name="connsiteX6" fmla="*/ 769239 w 1246536"/>
              <a:gd name="connsiteY6" fmla="*/ 116729 h 285083"/>
              <a:gd name="connsiteX7" fmla="*/ 808530 w 1246536"/>
              <a:gd name="connsiteY7" fmla="*/ 87535 h 285083"/>
              <a:gd name="connsiteX8" fmla="*/ 769239 w 1246536"/>
              <a:gd name="connsiteY8" fmla="*/ 41624 h 285083"/>
              <a:gd name="connsiteX9" fmla="*/ 752856 w 1246536"/>
              <a:gd name="connsiteY9" fmla="*/ 38148 h 285083"/>
              <a:gd name="connsiteX10" fmla="*/ 752856 w 1246536"/>
              <a:gd name="connsiteY10" fmla="*/ 113252 h 285083"/>
              <a:gd name="connsiteX11" fmla="*/ 769239 w 1246536"/>
              <a:gd name="connsiteY11" fmla="*/ 116729 h 285083"/>
              <a:gd name="connsiteX12" fmla="*/ 947024 w 1246536"/>
              <a:gd name="connsiteY12" fmla="*/ 48482 h 285083"/>
              <a:gd name="connsiteX13" fmla="*/ 947024 w 1246536"/>
              <a:gd name="connsiteY13" fmla="*/ 79391 h 285083"/>
              <a:gd name="connsiteX14" fmla="*/ 917067 w 1246536"/>
              <a:gd name="connsiteY14" fmla="*/ 73009 h 285083"/>
              <a:gd name="connsiteX15" fmla="*/ 917067 w 1246536"/>
              <a:gd name="connsiteY15" fmla="*/ 148114 h 285083"/>
              <a:gd name="connsiteX16" fmla="*/ 947024 w 1246536"/>
              <a:gd name="connsiteY16" fmla="*/ 154496 h 285083"/>
              <a:gd name="connsiteX17" fmla="*/ 947024 w 1246536"/>
              <a:gd name="connsiteY17" fmla="*/ 185642 h 285083"/>
              <a:gd name="connsiteX18" fmla="*/ 853393 w 1246536"/>
              <a:gd name="connsiteY18" fmla="*/ 165735 h 285083"/>
              <a:gd name="connsiteX19" fmla="*/ 853393 w 1246536"/>
              <a:gd name="connsiteY19" fmla="*/ 134588 h 285083"/>
              <a:gd name="connsiteX20" fmla="*/ 883349 w 1246536"/>
              <a:gd name="connsiteY20" fmla="*/ 140970 h 285083"/>
              <a:gd name="connsiteX21" fmla="*/ 883349 w 1246536"/>
              <a:gd name="connsiteY21" fmla="*/ 65865 h 285083"/>
              <a:gd name="connsiteX22" fmla="*/ 853393 w 1246536"/>
              <a:gd name="connsiteY22" fmla="*/ 59484 h 285083"/>
              <a:gd name="connsiteX23" fmla="*/ 853393 w 1246536"/>
              <a:gd name="connsiteY23" fmla="*/ 28575 h 285083"/>
              <a:gd name="connsiteX24" fmla="*/ 947024 w 1246536"/>
              <a:gd name="connsiteY24" fmla="*/ 48482 h 285083"/>
              <a:gd name="connsiteX25" fmla="*/ 1026319 w 1246536"/>
              <a:gd name="connsiteY25" fmla="*/ 62627 h 285083"/>
              <a:gd name="connsiteX26" fmla="*/ 1094994 w 1246536"/>
              <a:gd name="connsiteY26" fmla="*/ 148447 h 285083"/>
              <a:gd name="connsiteX27" fmla="*/ 1026319 w 1246536"/>
              <a:gd name="connsiteY27" fmla="*/ 205264 h 285083"/>
              <a:gd name="connsiteX28" fmla="*/ 957263 w 1246536"/>
              <a:gd name="connsiteY28" fmla="*/ 119205 h 285083"/>
              <a:gd name="connsiteX29" fmla="*/ 1026319 w 1246536"/>
              <a:gd name="connsiteY29" fmla="*/ 62675 h 285083"/>
              <a:gd name="connsiteX30" fmla="*/ 1026319 w 1246536"/>
              <a:gd name="connsiteY30" fmla="*/ 173117 h 285083"/>
              <a:gd name="connsiteX31" fmla="*/ 1060180 w 1246536"/>
              <a:gd name="connsiteY31" fmla="*/ 141018 h 285083"/>
              <a:gd name="connsiteX32" fmla="*/ 1026319 w 1246536"/>
              <a:gd name="connsiteY32" fmla="*/ 94726 h 285083"/>
              <a:gd name="connsiteX33" fmla="*/ 992267 w 1246536"/>
              <a:gd name="connsiteY33" fmla="*/ 126587 h 285083"/>
              <a:gd name="connsiteX34" fmla="*/ 1026319 w 1246536"/>
              <a:gd name="connsiteY34" fmla="*/ 173117 h 285083"/>
              <a:gd name="connsiteX35" fmla="*/ 1111949 w 1246536"/>
              <a:gd name="connsiteY35" fmla="*/ 83534 h 285083"/>
              <a:gd name="connsiteX36" fmla="*/ 1175814 w 1246536"/>
              <a:gd name="connsiteY36" fmla="*/ 97107 h 285083"/>
              <a:gd name="connsiteX37" fmla="*/ 1212675 w 1246536"/>
              <a:gd name="connsiteY37" fmla="*/ 230791 h 285083"/>
              <a:gd name="connsiteX38" fmla="*/ 1212675 w 1246536"/>
              <a:gd name="connsiteY38" fmla="*/ 104918 h 285083"/>
              <a:gd name="connsiteX39" fmla="*/ 1246537 w 1246536"/>
              <a:gd name="connsiteY39" fmla="*/ 112109 h 285083"/>
              <a:gd name="connsiteX40" fmla="*/ 1246537 w 1246536"/>
              <a:gd name="connsiteY40" fmla="*/ 249269 h 285083"/>
              <a:gd name="connsiteX41" fmla="*/ 1182672 w 1246536"/>
              <a:gd name="connsiteY41" fmla="*/ 235696 h 285083"/>
              <a:gd name="connsiteX42" fmla="*/ 1145810 w 1246536"/>
              <a:gd name="connsiteY42" fmla="*/ 102013 h 285083"/>
              <a:gd name="connsiteX43" fmla="*/ 1145810 w 1246536"/>
              <a:gd name="connsiteY43" fmla="*/ 227886 h 285083"/>
              <a:gd name="connsiteX44" fmla="*/ 1111949 w 1246536"/>
              <a:gd name="connsiteY44" fmla="*/ 220694 h 285083"/>
              <a:gd name="connsiteX45" fmla="*/ 1111949 w 1246536"/>
              <a:gd name="connsiteY45" fmla="*/ 83534 h 285083"/>
              <a:gd name="connsiteX46" fmla="*/ 42101 w 1246536"/>
              <a:gd name="connsiteY46" fmla="*/ 138970 h 285083"/>
              <a:gd name="connsiteX47" fmla="*/ 104108 w 1246536"/>
              <a:gd name="connsiteY47" fmla="*/ 125778 h 285083"/>
              <a:gd name="connsiteX48" fmla="*/ 145971 w 1246536"/>
              <a:gd name="connsiteY48" fmla="*/ 254032 h 285083"/>
              <a:gd name="connsiteX49" fmla="*/ 110061 w 1246536"/>
              <a:gd name="connsiteY49" fmla="*/ 261652 h 285083"/>
              <a:gd name="connsiteX50" fmla="*/ 97774 w 1246536"/>
              <a:gd name="connsiteY50" fmla="*/ 222837 h 285083"/>
              <a:gd name="connsiteX51" fmla="*/ 47863 w 1246536"/>
              <a:gd name="connsiteY51" fmla="*/ 233458 h 285083"/>
              <a:gd name="connsiteX52" fmla="*/ 35576 w 1246536"/>
              <a:gd name="connsiteY52" fmla="*/ 277511 h 285083"/>
              <a:gd name="connsiteX53" fmla="*/ 0 w 1246536"/>
              <a:gd name="connsiteY53" fmla="*/ 285083 h 285083"/>
              <a:gd name="connsiteX54" fmla="*/ 42053 w 1246536"/>
              <a:gd name="connsiteY54" fmla="*/ 138970 h 285083"/>
              <a:gd name="connsiteX55" fmla="*/ 88440 w 1246536"/>
              <a:gd name="connsiteY55" fmla="*/ 193929 h 285083"/>
              <a:gd name="connsiteX56" fmla="*/ 72819 w 1246536"/>
              <a:gd name="connsiteY56" fmla="*/ 144923 h 285083"/>
              <a:gd name="connsiteX57" fmla="*/ 57198 w 1246536"/>
              <a:gd name="connsiteY57" fmla="*/ 200597 h 285083"/>
              <a:gd name="connsiteX58" fmla="*/ 88488 w 1246536"/>
              <a:gd name="connsiteY58" fmla="*/ 193929 h 285083"/>
              <a:gd name="connsiteX59" fmla="*/ 214646 w 1246536"/>
              <a:gd name="connsiteY59" fmla="*/ 242173 h 285083"/>
              <a:gd name="connsiteX60" fmla="*/ 148733 w 1246536"/>
              <a:gd name="connsiteY60" fmla="*/ 199930 h 285083"/>
              <a:gd name="connsiteX61" fmla="*/ 183738 w 1246536"/>
              <a:gd name="connsiteY61" fmla="*/ 192500 h 285083"/>
              <a:gd name="connsiteX62" fmla="*/ 215408 w 1246536"/>
              <a:gd name="connsiteY62" fmla="*/ 212408 h 285083"/>
              <a:gd name="connsiteX63" fmla="*/ 239030 w 1246536"/>
              <a:gd name="connsiteY63" fmla="*/ 195310 h 285083"/>
              <a:gd name="connsiteX64" fmla="*/ 227886 w 1246536"/>
              <a:gd name="connsiteY64" fmla="*/ 187166 h 285083"/>
              <a:gd name="connsiteX65" fmla="*/ 183975 w 1246536"/>
              <a:gd name="connsiteY65" fmla="*/ 184452 h 285083"/>
              <a:gd name="connsiteX66" fmla="*/ 154210 w 1246536"/>
              <a:gd name="connsiteY66" fmla="*/ 153210 h 285083"/>
              <a:gd name="connsiteX67" fmla="*/ 207645 w 1246536"/>
              <a:gd name="connsiteY67" fmla="*/ 101013 h 285083"/>
              <a:gd name="connsiteX68" fmla="*/ 268891 w 1246536"/>
              <a:gd name="connsiteY68" fmla="*/ 138017 h 285083"/>
              <a:gd name="connsiteX69" fmla="*/ 234077 w 1246536"/>
              <a:gd name="connsiteY69" fmla="*/ 145399 h 285083"/>
              <a:gd name="connsiteX70" fmla="*/ 208217 w 1246536"/>
              <a:gd name="connsiteY70" fmla="*/ 129873 h 285083"/>
              <a:gd name="connsiteX71" fmla="*/ 189215 w 1246536"/>
              <a:gd name="connsiteY71" fmla="*/ 145018 h 285083"/>
              <a:gd name="connsiteX72" fmla="*/ 199454 w 1246536"/>
              <a:gd name="connsiteY72" fmla="*/ 152352 h 285083"/>
              <a:gd name="connsiteX73" fmla="*/ 242078 w 1246536"/>
              <a:gd name="connsiteY73" fmla="*/ 154400 h 285083"/>
              <a:gd name="connsiteX74" fmla="*/ 273891 w 1246536"/>
              <a:gd name="connsiteY74" fmla="*/ 186357 h 285083"/>
              <a:gd name="connsiteX75" fmla="*/ 214694 w 1246536"/>
              <a:gd name="connsiteY75" fmla="*/ 242125 h 285083"/>
              <a:gd name="connsiteX76" fmla="*/ 283702 w 1246536"/>
              <a:gd name="connsiteY76" fmla="*/ 156115 h 285083"/>
              <a:gd name="connsiteX77" fmla="*/ 353330 w 1246536"/>
              <a:gd name="connsiteY77" fmla="*/ 70104 h 285083"/>
              <a:gd name="connsiteX78" fmla="*/ 419767 w 1246536"/>
              <a:gd name="connsiteY78" fmla="*/ 111633 h 285083"/>
              <a:gd name="connsiteX79" fmla="*/ 384953 w 1246536"/>
              <a:gd name="connsiteY79" fmla="*/ 119015 h 285083"/>
              <a:gd name="connsiteX80" fmla="*/ 353473 w 1246536"/>
              <a:gd name="connsiteY80" fmla="*/ 102156 h 285083"/>
              <a:gd name="connsiteX81" fmla="*/ 318659 w 1246536"/>
              <a:gd name="connsiteY81" fmla="*/ 148638 h 285083"/>
              <a:gd name="connsiteX82" fmla="*/ 353473 w 1246536"/>
              <a:gd name="connsiteY82" fmla="*/ 180546 h 285083"/>
              <a:gd name="connsiteX83" fmla="*/ 384953 w 1246536"/>
              <a:gd name="connsiteY83" fmla="*/ 150114 h 285083"/>
              <a:gd name="connsiteX84" fmla="*/ 419767 w 1246536"/>
              <a:gd name="connsiteY84" fmla="*/ 142732 h 285083"/>
              <a:gd name="connsiteX85" fmla="*/ 353330 w 1246536"/>
              <a:gd name="connsiteY85" fmla="*/ 212693 h 285083"/>
              <a:gd name="connsiteX86" fmla="*/ 283702 w 1246536"/>
              <a:gd name="connsiteY86" fmla="*/ 156115 h 285083"/>
              <a:gd name="connsiteX87" fmla="*/ 436340 w 1246536"/>
              <a:gd name="connsiteY87" fmla="*/ 55150 h 285083"/>
              <a:gd name="connsiteX88" fmla="*/ 540782 w 1246536"/>
              <a:gd name="connsiteY88" fmla="*/ 32956 h 285083"/>
              <a:gd name="connsiteX89" fmla="*/ 540782 w 1246536"/>
              <a:gd name="connsiteY89" fmla="*/ 63865 h 285083"/>
              <a:gd name="connsiteX90" fmla="*/ 470440 w 1246536"/>
              <a:gd name="connsiteY90" fmla="*/ 78819 h 285083"/>
              <a:gd name="connsiteX91" fmla="*/ 470440 w 1246536"/>
              <a:gd name="connsiteY91" fmla="*/ 101775 h 285083"/>
              <a:gd name="connsiteX92" fmla="*/ 531495 w 1246536"/>
              <a:gd name="connsiteY92" fmla="*/ 88821 h 285083"/>
              <a:gd name="connsiteX93" fmla="*/ 531495 w 1246536"/>
              <a:gd name="connsiteY93" fmla="*/ 118015 h 285083"/>
              <a:gd name="connsiteX94" fmla="*/ 470440 w 1246536"/>
              <a:gd name="connsiteY94" fmla="*/ 131016 h 285083"/>
              <a:gd name="connsiteX95" fmla="*/ 470440 w 1246536"/>
              <a:gd name="connsiteY95" fmla="*/ 154162 h 285083"/>
              <a:gd name="connsiteX96" fmla="*/ 540782 w 1246536"/>
              <a:gd name="connsiteY96" fmla="*/ 139208 h 285083"/>
              <a:gd name="connsiteX97" fmla="*/ 540782 w 1246536"/>
              <a:gd name="connsiteY97" fmla="*/ 170117 h 285083"/>
              <a:gd name="connsiteX98" fmla="*/ 436340 w 1246536"/>
              <a:gd name="connsiteY98" fmla="*/ 192310 h 285083"/>
              <a:gd name="connsiteX99" fmla="*/ 436340 w 1246536"/>
              <a:gd name="connsiteY99" fmla="*/ 55150 h 285083"/>
              <a:gd name="connsiteX100" fmla="*/ 561308 w 1246536"/>
              <a:gd name="connsiteY100" fmla="*/ 28623 h 285083"/>
              <a:gd name="connsiteX101" fmla="*/ 625173 w 1246536"/>
              <a:gd name="connsiteY101" fmla="*/ 15049 h 285083"/>
              <a:gd name="connsiteX102" fmla="*/ 662035 w 1246536"/>
              <a:gd name="connsiteY102" fmla="*/ 133112 h 285083"/>
              <a:gd name="connsiteX103" fmla="*/ 662035 w 1246536"/>
              <a:gd name="connsiteY103" fmla="*/ 7239 h 285083"/>
              <a:gd name="connsiteX104" fmla="*/ 695897 w 1246536"/>
              <a:gd name="connsiteY104" fmla="*/ 48 h 285083"/>
              <a:gd name="connsiteX105" fmla="*/ 695897 w 1246536"/>
              <a:gd name="connsiteY105" fmla="*/ 137208 h 285083"/>
              <a:gd name="connsiteX106" fmla="*/ 632032 w 1246536"/>
              <a:gd name="connsiteY106" fmla="*/ 150781 h 285083"/>
              <a:gd name="connsiteX107" fmla="*/ 595170 w 1246536"/>
              <a:gd name="connsiteY107" fmla="*/ 32718 h 285083"/>
              <a:gd name="connsiteX108" fmla="*/ 595170 w 1246536"/>
              <a:gd name="connsiteY108" fmla="*/ 158591 h 285083"/>
              <a:gd name="connsiteX109" fmla="*/ 561308 w 1246536"/>
              <a:gd name="connsiteY109" fmla="*/ 165783 h 285083"/>
              <a:gd name="connsiteX110" fmla="*/ 561308 w 1246536"/>
              <a:gd name="connsiteY110" fmla="*/ 28623 h 285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246536" h="285083">
                <a:moveTo>
                  <a:pt x="718995" y="0"/>
                </a:moveTo>
                <a:lnTo>
                  <a:pt x="769239" y="10668"/>
                </a:lnTo>
                <a:cubicBezTo>
                  <a:pt x="805149" y="18288"/>
                  <a:pt x="842391" y="35766"/>
                  <a:pt x="842391" y="94726"/>
                </a:cubicBezTo>
                <a:cubicBezTo>
                  <a:pt x="842391" y="153876"/>
                  <a:pt x="805149" y="155496"/>
                  <a:pt x="769239" y="147876"/>
                </a:cubicBezTo>
                <a:lnTo>
                  <a:pt x="718995" y="137208"/>
                </a:lnTo>
                <a:lnTo>
                  <a:pt x="718995" y="48"/>
                </a:lnTo>
                <a:close/>
                <a:moveTo>
                  <a:pt x="769239" y="116729"/>
                </a:moveTo>
                <a:cubicBezTo>
                  <a:pt x="791766" y="121539"/>
                  <a:pt x="808530" y="124301"/>
                  <a:pt x="808530" y="87535"/>
                </a:cubicBezTo>
                <a:cubicBezTo>
                  <a:pt x="808530" y="50768"/>
                  <a:pt x="791623" y="46387"/>
                  <a:pt x="769239" y="41624"/>
                </a:cubicBezTo>
                <a:lnTo>
                  <a:pt x="752856" y="38148"/>
                </a:lnTo>
                <a:lnTo>
                  <a:pt x="752856" y="113252"/>
                </a:lnTo>
                <a:cubicBezTo>
                  <a:pt x="752856" y="113252"/>
                  <a:pt x="769239" y="116729"/>
                  <a:pt x="769239" y="116729"/>
                </a:cubicBezTo>
                <a:close/>
                <a:moveTo>
                  <a:pt x="947024" y="48482"/>
                </a:moveTo>
                <a:lnTo>
                  <a:pt x="947024" y="79391"/>
                </a:lnTo>
                <a:cubicBezTo>
                  <a:pt x="947024" y="79391"/>
                  <a:pt x="917067" y="73009"/>
                  <a:pt x="917067" y="73009"/>
                </a:cubicBezTo>
                <a:lnTo>
                  <a:pt x="917067" y="148114"/>
                </a:lnTo>
                <a:cubicBezTo>
                  <a:pt x="917067" y="148114"/>
                  <a:pt x="947024" y="154496"/>
                  <a:pt x="947024" y="154496"/>
                </a:cubicBezTo>
                <a:lnTo>
                  <a:pt x="947024" y="185642"/>
                </a:lnTo>
                <a:cubicBezTo>
                  <a:pt x="947024" y="185642"/>
                  <a:pt x="853393" y="165735"/>
                  <a:pt x="853393" y="165735"/>
                </a:cubicBezTo>
                <a:lnTo>
                  <a:pt x="853393" y="134588"/>
                </a:lnTo>
                <a:cubicBezTo>
                  <a:pt x="853393" y="134588"/>
                  <a:pt x="883349" y="140970"/>
                  <a:pt x="883349" y="140970"/>
                </a:cubicBezTo>
                <a:lnTo>
                  <a:pt x="883349" y="65865"/>
                </a:lnTo>
                <a:cubicBezTo>
                  <a:pt x="883349" y="65865"/>
                  <a:pt x="853393" y="59484"/>
                  <a:pt x="853393" y="59484"/>
                </a:cubicBezTo>
                <a:lnTo>
                  <a:pt x="853393" y="28575"/>
                </a:lnTo>
                <a:cubicBezTo>
                  <a:pt x="853393" y="28575"/>
                  <a:pt x="947024" y="48482"/>
                  <a:pt x="947024" y="48482"/>
                </a:cubicBezTo>
                <a:close/>
                <a:moveTo>
                  <a:pt x="1026319" y="62627"/>
                </a:moveTo>
                <a:cubicBezTo>
                  <a:pt x="1068944" y="71676"/>
                  <a:pt x="1094994" y="107966"/>
                  <a:pt x="1094994" y="148447"/>
                </a:cubicBezTo>
                <a:cubicBezTo>
                  <a:pt x="1094994" y="189119"/>
                  <a:pt x="1068944" y="214313"/>
                  <a:pt x="1026319" y="205264"/>
                </a:cubicBezTo>
                <a:cubicBezTo>
                  <a:pt x="983504" y="196167"/>
                  <a:pt x="957263" y="159829"/>
                  <a:pt x="957263" y="119205"/>
                </a:cubicBezTo>
                <a:cubicBezTo>
                  <a:pt x="957263" y="78724"/>
                  <a:pt x="983504" y="53578"/>
                  <a:pt x="1026319" y="62675"/>
                </a:cubicBezTo>
                <a:moveTo>
                  <a:pt x="1026319" y="173117"/>
                </a:moveTo>
                <a:cubicBezTo>
                  <a:pt x="1049036" y="177927"/>
                  <a:pt x="1060180" y="165926"/>
                  <a:pt x="1060180" y="141018"/>
                </a:cubicBezTo>
                <a:cubicBezTo>
                  <a:pt x="1060180" y="116110"/>
                  <a:pt x="1048846" y="99489"/>
                  <a:pt x="1026319" y="94726"/>
                </a:cubicBezTo>
                <a:cubicBezTo>
                  <a:pt x="1003602" y="89916"/>
                  <a:pt x="992267" y="101870"/>
                  <a:pt x="992267" y="126587"/>
                </a:cubicBezTo>
                <a:cubicBezTo>
                  <a:pt x="992267" y="151495"/>
                  <a:pt x="1003649" y="168307"/>
                  <a:pt x="1026319" y="173117"/>
                </a:cubicBezTo>
                <a:moveTo>
                  <a:pt x="1111949" y="83534"/>
                </a:moveTo>
                <a:lnTo>
                  <a:pt x="1175814" y="97107"/>
                </a:lnTo>
                <a:lnTo>
                  <a:pt x="1212675" y="230791"/>
                </a:lnTo>
                <a:lnTo>
                  <a:pt x="1212675" y="104918"/>
                </a:lnTo>
                <a:cubicBezTo>
                  <a:pt x="1212675" y="104918"/>
                  <a:pt x="1246537" y="112109"/>
                  <a:pt x="1246537" y="112109"/>
                </a:cubicBezTo>
                <a:lnTo>
                  <a:pt x="1246537" y="249269"/>
                </a:lnTo>
                <a:cubicBezTo>
                  <a:pt x="1246537" y="249269"/>
                  <a:pt x="1182672" y="235696"/>
                  <a:pt x="1182672" y="235696"/>
                </a:cubicBezTo>
                <a:lnTo>
                  <a:pt x="1145810" y="102013"/>
                </a:lnTo>
                <a:lnTo>
                  <a:pt x="1145810" y="227886"/>
                </a:lnTo>
                <a:cubicBezTo>
                  <a:pt x="1145810" y="227886"/>
                  <a:pt x="1111949" y="220694"/>
                  <a:pt x="1111949" y="220694"/>
                </a:cubicBezTo>
                <a:lnTo>
                  <a:pt x="1111949" y="83534"/>
                </a:lnTo>
                <a:close/>
                <a:moveTo>
                  <a:pt x="42101" y="138970"/>
                </a:moveTo>
                <a:lnTo>
                  <a:pt x="104108" y="125778"/>
                </a:lnTo>
                <a:lnTo>
                  <a:pt x="145971" y="254032"/>
                </a:lnTo>
                <a:lnTo>
                  <a:pt x="110061" y="261652"/>
                </a:lnTo>
                <a:lnTo>
                  <a:pt x="97774" y="222837"/>
                </a:lnTo>
                <a:lnTo>
                  <a:pt x="47863" y="233458"/>
                </a:lnTo>
                <a:lnTo>
                  <a:pt x="35576" y="277511"/>
                </a:lnTo>
                <a:lnTo>
                  <a:pt x="0" y="285083"/>
                </a:lnTo>
                <a:lnTo>
                  <a:pt x="42053" y="138970"/>
                </a:lnTo>
                <a:close/>
                <a:moveTo>
                  <a:pt x="88440" y="193929"/>
                </a:moveTo>
                <a:lnTo>
                  <a:pt x="72819" y="144923"/>
                </a:lnTo>
                <a:lnTo>
                  <a:pt x="57198" y="200597"/>
                </a:lnTo>
                <a:lnTo>
                  <a:pt x="88488" y="193929"/>
                </a:lnTo>
                <a:close/>
                <a:moveTo>
                  <a:pt x="214646" y="242173"/>
                </a:moveTo>
                <a:cubicBezTo>
                  <a:pt x="168307" y="252031"/>
                  <a:pt x="148733" y="235553"/>
                  <a:pt x="148733" y="199930"/>
                </a:cubicBezTo>
                <a:lnTo>
                  <a:pt x="183738" y="192500"/>
                </a:lnTo>
                <a:cubicBezTo>
                  <a:pt x="183738" y="211979"/>
                  <a:pt x="190977" y="217599"/>
                  <a:pt x="215408" y="212408"/>
                </a:cubicBezTo>
                <a:cubicBezTo>
                  <a:pt x="231982" y="208883"/>
                  <a:pt x="239030" y="203883"/>
                  <a:pt x="239030" y="195310"/>
                </a:cubicBezTo>
                <a:cubicBezTo>
                  <a:pt x="239030" y="190452"/>
                  <a:pt x="235315" y="187547"/>
                  <a:pt x="227886" y="187166"/>
                </a:cubicBezTo>
                <a:lnTo>
                  <a:pt x="183975" y="184452"/>
                </a:lnTo>
                <a:cubicBezTo>
                  <a:pt x="161258" y="182880"/>
                  <a:pt x="154210" y="170545"/>
                  <a:pt x="154210" y="153210"/>
                </a:cubicBezTo>
                <a:cubicBezTo>
                  <a:pt x="154210" y="126540"/>
                  <a:pt x="173212" y="108299"/>
                  <a:pt x="207645" y="101013"/>
                </a:cubicBezTo>
                <a:cubicBezTo>
                  <a:pt x="248603" y="92297"/>
                  <a:pt x="268891" y="108252"/>
                  <a:pt x="268891" y="138017"/>
                </a:cubicBezTo>
                <a:lnTo>
                  <a:pt x="234077" y="145399"/>
                </a:lnTo>
                <a:cubicBezTo>
                  <a:pt x="234077" y="130635"/>
                  <a:pt x="226076" y="126111"/>
                  <a:pt x="208217" y="129873"/>
                </a:cubicBezTo>
                <a:cubicBezTo>
                  <a:pt x="195739" y="132540"/>
                  <a:pt x="189215" y="137208"/>
                  <a:pt x="189215" y="145018"/>
                </a:cubicBezTo>
                <a:cubicBezTo>
                  <a:pt x="189215" y="148923"/>
                  <a:pt x="191262" y="151781"/>
                  <a:pt x="199454" y="152352"/>
                </a:cubicBezTo>
                <a:lnTo>
                  <a:pt x="242078" y="154400"/>
                </a:lnTo>
                <a:cubicBezTo>
                  <a:pt x="263843" y="155400"/>
                  <a:pt x="273891" y="166306"/>
                  <a:pt x="273891" y="186357"/>
                </a:cubicBezTo>
                <a:cubicBezTo>
                  <a:pt x="273891" y="212408"/>
                  <a:pt x="256747" y="233172"/>
                  <a:pt x="214694" y="242125"/>
                </a:cubicBezTo>
                <a:moveTo>
                  <a:pt x="283702" y="156115"/>
                </a:moveTo>
                <a:cubicBezTo>
                  <a:pt x="283702" y="115633"/>
                  <a:pt x="310325" y="79248"/>
                  <a:pt x="353330" y="70104"/>
                </a:cubicBezTo>
                <a:cubicBezTo>
                  <a:pt x="390906" y="62103"/>
                  <a:pt x="415862" y="78010"/>
                  <a:pt x="419767" y="111633"/>
                </a:cubicBezTo>
                <a:lnTo>
                  <a:pt x="384953" y="119015"/>
                </a:lnTo>
                <a:cubicBezTo>
                  <a:pt x="382143" y="104823"/>
                  <a:pt x="370047" y="98631"/>
                  <a:pt x="353473" y="102156"/>
                </a:cubicBezTo>
                <a:cubicBezTo>
                  <a:pt x="333185" y="106490"/>
                  <a:pt x="318659" y="121634"/>
                  <a:pt x="318659" y="148638"/>
                </a:cubicBezTo>
                <a:cubicBezTo>
                  <a:pt x="318659" y="175879"/>
                  <a:pt x="333185" y="184833"/>
                  <a:pt x="353473" y="180546"/>
                </a:cubicBezTo>
                <a:cubicBezTo>
                  <a:pt x="370047" y="177022"/>
                  <a:pt x="382143" y="165497"/>
                  <a:pt x="384953" y="150114"/>
                </a:cubicBezTo>
                <a:lnTo>
                  <a:pt x="419767" y="142732"/>
                </a:lnTo>
                <a:cubicBezTo>
                  <a:pt x="415862" y="178213"/>
                  <a:pt x="390906" y="204692"/>
                  <a:pt x="353330" y="212693"/>
                </a:cubicBezTo>
                <a:cubicBezTo>
                  <a:pt x="310325" y="221837"/>
                  <a:pt x="283702" y="196739"/>
                  <a:pt x="283702" y="156115"/>
                </a:cubicBezTo>
                <a:moveTo>
                  <a:pt x="436340" y="55150"/>
                </a:moveTo>
                <a:lnTo>
                  <a:pt x="540782" y="32956"/>
                </a:lnTo>
                <a:lnTo>
                  <a:pt x="540782" y="63865"/>
                </a:lnTo>
                <a:cubicBezTo>
                  <a:pt x="540782" y="63865"/>
                  <a:pt x="470440" y="78819"/>
                  <a:pt x="470440" y="78819"/>
                </a:cubicBezTo>
                <a:lnTo>
                  <a:pt x="470440" y="101775"/>
                </a:lnTo>
                <a:cubicBezTo>
                  <a:pt x="470440" y="101775"/>
                  <a:pt x="531495" y="88821"/>
                  <a:pt x="531495" y="88821"/>
                </a:cubicBezTo>
                <a:lnTo>
                  <a:pt x="531495" y="118015"/>
                </a:lnTo>
                <a:cubicBezTo>
                  <a:pt x="531495" y="118015"/>
                  <a:pt x="470440" y="131016"/>
                  <a:pt x="470440" y="131016"/>
                </a:cubicBezTo>
                <a:lnTo>
                  <a:pt x="470440" y="154162"/>
                </a:lnTo>
                <a:cubicBezTo>
                  <a:pt x="470440" y="154162"/>
                  <a:pt x="540782" y="139208"/>
                  <a:pt x="540782" y="139208"/>
                </a:cubicBezTo>
                <a:lnTo>
                  <a:pt x="540782" y="170117"/>
                </a:lnTo>
                <a:cubicBezTo>
                  <a:pt x="540782" y="170117"/>
                  <a:pt x="436340" y="192310"/>
                  <a:pt x="436340" y="192310"/>
                </a:cubicBezTo>
                <a:lnTo>
                  <a:pt x="436340" y="55150"/>
                </a:lnTo>
                <a:close/>
                <a:moveTo>
                  <a:pt x="561308" y="28623"/>
                </a:moveTo>
                <a:lnTo>
                  <a:pt x="625173" y="15049"/>
                </a:lnTo>
                <a:lnTo>
                  <a:pt x="662035" y="133112"/>
                </a:lnTo>
                <a:lnTo>
                  <a:pt x="662035" y="7239"/>
                </a:lnTo>
                <a:cubicBezTo>
                  <a:pt x="662035" y="7239"/>
                  <a:pt x="695897" y="48"/>
                  <a:pt x="695897" y="48"/>
                </a:cubicBezTo>
                <a:lnTo>
                  <a:pt x="695897" y="137208"/>
                </a:lnTo>
                <a:cubicBezTo>
                  <a:pt x="695897" y="137208"/>
                  <a:pt x="632032" y="150781"/>
                  <a:pt x="632032" y="150781"/>
                </a:cubicBezTo>
                <a:lnTo>
                  <a:pt x="595170" y="32718"/>
                </a:lnTo>
                <a:lnTo>
                  <a:pt x="595170" y="158591"/>
                </a:lnTo>
                <a:cubicBezTo>
                  <a:pt x="595170" y="158591"/>
                  <a:pt x="561308" y="165783"/>
                  <a:pt x="561308" y="165783"/>
                </a:cubicBezTo>
                <a:lnTo>
                  <a:pt x="561308" y="28623"/>
                </a:lnTo>
                <a:close/>
              </a:path>
            </a:pathLst>
          </a:custGeom>
          <a:solidFill>
            <a:srgbClr val="FFFFFF"/>
          </a:solidFill>
          <a:ln w="4763" cap="flat">
            <a:noFill/>
            <a:prstDash val="solid"/>
            <a:miter/>
          </a:ln>
        </p:spPr>
        <p:txBody>
          <a:bodyPr rtlCol="0" anchor="ctr"/>
          <a:lstStyle/>
          <a:p>
            <a:endParaRPr lang="en-AU" sz="2400"/>
          </a:p>
        </p:txBody>
      </p:sp>
      <p:sp>
        <p:nvSpPr>
          <p:cNvPr id="33" name="Google Shape;10;p2">
            <a:extLst>
              <a:ext uri="{FF2B5EF4-FFF2-40B4-BE49-F238E27FC236}">
                <a16:creationId xmlns:a16="http://schemas.microsoft.com/office/drawing/2014/main" id="{D543CF40-CA6C-AB12-3735-CF8AC652A545}"/>
              </a:ext>
            </a:extLst>
          </p:cNvPr>
          <p:cNvSpPr txBox="1">
            <a:spLocks noGrp="1"/>
          </p:cNvSpPr>
          <p:nvPr>
            <p:ph type="ctrTitle" hasCustomPrompt="1"/>
          </p:nvPr>
        </p:nvSpPr>
        <p:spPr>
          <a:xfrm>
            <a:off x="415610" y="2930237"/>
            <a:ext cx="4610203" cy="689187"/>
          </a:xfrm>
          <a:prstGeom prst="rect">
            <a:avLst/>
          </a:prstGeom>
        </p:spPr>
        <p:txBody>
          <a:bodyPr spcFirstLastPara="1" wrap="square" lIns="90000" tIns="90000" rIns="90000" bIns="36000" anchor="b" anchorCtr="0">
            <a:noAutofit/>
          </a:bodyPr>
          <a:lstStyle>
            <a:lvl1pPr lvl="0" algn="l">
              <a:spcBef>
                <a:spcPts val="0"/>
              </a:spcBef>
              <a:spcAft>
                <a:spcPts val="0"/>
              </a:spcAft>
              <a:buSzPts val="5200"/>
              <a:buNone/>
              <a:defRPr sz="3733" b="1">
                <a:solidFill>
                  <a:schemeClr val="tx1"/>
                </a:solidFill>
                <a:latin typeface="PP Neue Machina Plain Ultrabold" pitchFamily="50" charset="0"/>
              </a:defRPr>
            </a:lvl1pPr>
            <a:lvl2pPr lvl="1" algn="ctr">
              <a:spcBef>
                <a:spcPts val="0"/>
              </a:spcBef>
              <a:spcAft>
                <a:spcPts val="0"/>
              </a:spcAft>
              <a:buSzPts val="5200"/>
              <a:buNone/>
              <a:defRPr sz="6933"/>
            </a:lvl2pPr>
            <a:lvl3pPr lvl="2" algn="ctr">
              <a:spcBef>
                <a:spcPts val="0"/>
              </a:spcBef>
              <a:spcAft>
                <a:spcPts val="0"/>
              </a:spcAft>
              <a:buSzPts val="5200"/>
              <a:buNone/>
              <a:defRPr sz="6933"/>
            </a:lvl3pPr>
            <a:lvl4pPr lvl="3" algn="ctr">
              <a:spcBef>
                <a:spcPts val="0"/>
              </a:spcBef>
              <a:spcAft>
                <a:spcPts val="0"/>
              </a:spcAft>
              <a:buSzPts val="5200"/>
              <a:buNone/>
              <a:defRPr sz="6933"/>
            </a:lvl4pPr>
            <a:lvl5pPr lvl="4" algn="ctr">
              <a:spcBef>
                <a:spcPts val="0"/>
              </a:spcBef>
              <a:spcAft>
                <a:spcPts val="0"/>
              </a:spcAft>
              <a:buSzPts val="5200"/>
              <a:buNone/>
              <a:defRPr sz="6933"/>
            </a:lvl5pPr>
            <a:lvl6pPr lvl="5" algn="ctr">
              <a:spcBef>
                <a:spcPts val="0"/>
              </a:spcBef>
              <a:spcAft>
                <a:spcPts val="0"/>
              </a:spcAft>
              <a:buSzPts val="5200"/>
              <a:buNone/>
              <a:defRPr sz="6933"/>
            </a:lvl6pPr>
            <a:lvl7pPr lvl="6" algn="ctr">
              <a:spcBef>
                <a:spcPts val="0"/>
              </a:spcBef>
              <a:spcAft>
                <a:spcPts val="0"/>
              </a:spcAft>
              <a:buSzPts val="5200"/>
              <a:buNone/>
              <a:defRPr sz="6933"/>
            </a:lvl7pPr>
            <a:lvl8pPr lvl="7" algn="ctr">
              <a:spcBef>
                <a:spcPts val="0"/>
              </a:spcBef>
              <a:spcAft>
                <a:spcPts val="0"/>
              </a:spcAft>
              <a:buSzPts val="5200"/>
              <a:buNone/>
              <a:defRPr sz="6933"/>
            </a:lvl8pPr>
            <a:lvl9pPr lvl="8" algn="ctr">
              <a:spcBef>
                <a:spcPts val="0"/>
              </a:spcBef>
              <a:spcAft>
                <a:spcPts val="0"/>
              </a:spcAft>
              <a:buSzPts val="5200"/>
              <a:buNone/>
              <a:defRPr sz="6933"/>
            </a:lvl9pPr>
          </a:lstStyle>
          <a:p>
            <a:r>
              <a:rPr lang="en-IN"/>
              <a:t>Section Title</a:t>
            </a:r>
            <a:endParaRPr/>
          </a:p>
        </p:txBody>
      </p:sp>
      <p:sp>
        <p:nvSpPr>
          <p:cNvPr id="16" name="Text Placeholder 15">
            <a:extLst>
              <a:ext uri="{FF2B5EF4-FFF2-40B4-BE49-F238E27FC236}">
                <a16:creationId xmlns:a16="http://schemas.microsoft.com/office/drawing/2014/main" id="{17A7E5E8-BE49-EF88-3BBF-34F70B616301}"/>
              </a:ext>
            </a:extLst>
          </p:cNvPr>
          <p:cNvSpPr>
            <a:spLocks noGrp="1"/>
          </p:cNvSpPr>
          <p:nvPr>
            <p:ph type="body" sz="quarter" idx="14" hasCustomPrompt="1"/>
          </p:nvPr>
        </p:nvSpPr>
        <p:spPr>
          <a:xfrm>
            <a:off x="505885" y="1986280"/>
            <a:ext cx="1763183" cy="689187"/>
          </a:xfrm>
          <a:noFill/>
        </p:spPr>
        <p:txBody>
          <a:bodyPr anchor="ctr">
            <a:noAutofit/>
          </a:bodyPr>
          <a:lstStyle>
            <a:lvl1pPr marL="0" indent="0" algn="l">
              <a:buNone/>
              <a:defRPr sz="7200" b="1">
                <a:solidFill>
                  <a:schemeClr val="accent1"/>
                </a:solidFill>
              </a:defRPr>
            </a:lvl1pPr>
          </a:lstStyle>
          <a:p>
            <a:pPr lvl="0"/>
            <a:r>
              <a:rPr lang="en-IN"/>
              <a:t>01</a:t>
            </a:r>
            <a:endParaRPr lang="en-AU"/>
          </a:p>
        </p:txBody>
      </p:sp>
    </p:spTree>
    <p:extLst>
      <p:ext uri="{BB962C8B-B14F-4D97-AF65-F5344CB8AC3E}">
        <p14:creationId xmlns:p14="http://schemas.microsoft.com/office/powerpoint/2010/main" val="3958774405"/>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p:cSld name="1_Title slide">
    <p:spTree>
      <p:nvGrpSpPr>
        <p:cNvPr id="1" name="Shape 9"/>
        <p:cNvGrpSpPr/>
        <p:nvPr/>
      </p:nvGrpSpPr>
      <p:grpSpPr>
        <a:xfrm>
          <a:off x="0" y="0"/>
          <a:ext cx="0" cy="0"/>
          <a:chOff x="0" y="0"/>
          <a:chExt cx="0" cy="0"/>
        </a:xfrm>
      </p:grpSpPr>
      <p:sp>
        <p:nvSpPr>
          <p:cNvPr id="3" name="Picture Placeholder 2">
            <a:extLst>
              <a:ext uri="{FF2B5EF4-FFF2-40B4-BE49-F238E27FC236}">
                <a16:creationId xmlns:a16="http://schemas.microsoft.com/office/drawing/2014/main" id="{8E170EA9-D2AF-9A09-EEFA-388294C307E3}"/>
              </a:ext>
            </a:extLst>
          </p:cNvPr>
          <p:cNvSpPr>
            <a:spLocks noGrp="1"/>
          </p:cNvSpPr>
          <p:nvPr>
            <p:ph type="pic" sz="quarter" idx="13" hasCustomPrompt="1"/>
          </p:nvPr>
        </p:nvSpPr>
        <p:spPr>
          <a:xfrm>
            <a:off x="1" y="938531"/>
            <a:ext cx="12195175" cy="5919469"/>
          </a:xfrm>
          <a:custGeom>
            <a:avLst/>
            <a:gdLst>
              <a:gd name="connsiteX0" fmla="*/ 0 w 9144000"/>
              <a:gd name="connsiteY0" fmla="*/ 0 h 2270297"/>
              <a:gd name="connsiteX1" fmla="*/ 9144000 w 9144000"/>
              <a:gd name="connsiteY1" fmla="*/ 0 h 2270297"/>
              <a:gd name="connsiteX2" fmla="*/ 9144000 w 9144000"/>
              <a:gd name="connsiteY2" fmla="*/ 2270297 h 2270297"/>
              <a:gd name="connsiteX3" fmla="*/ 0 w 9144000"/>
              <a:gd name="connsiteY3" fmla="*/ 2270297 h 2270297"/>
              <a:gd name="connsiteX4" fmla="*/ 0 w 9144000"/>
              <a:gd name="connsiteY4" fmla="*/ 0 h 2270297"/>
              <a:gd name="connsiteX0" fmla="*/ 0 w 9144000"/>
              <a:gd name="connsiteY0" fmla="*/ 5542 h 2275839"/>
              <a:gd name="connsiteX1" fmla="*/ 7642860 w 9144000"/>
              <a:gd name="connsiteY1" fmla="*/ 0 h 2275839"/>
              <a:gd name="connsiteX2" fmla="*/ 9144000 w 9144000"/>
              <a:gd name="connsiteY2" fmla="*/ 5542 h 2275839"/>
              <a:gd name="connsiteX3" fmla="*/ 9144000 w 9144000"/>
              <a:gd name="connsiteY3" fmla="*/ 2275839 h 2275839"/>
              <a:gd name="connsiteX4" fmla="*/ 0 w 9144000"/>
              <a:gd name="connsiteY4" fmla="*/ 2275839 h 2275839"/>
              <a:gd name="connsiteX5" fmla="*/ 0 w 9144000"/>
              <a:gd name="connsiteY5" fmla="*/ 5542 h 2275839"/>
              <a:gd name="connsiteX0" fmla="*/ 0 w 9144000"/>
              <a:gd name="connsiteY0" fmla="*/ 5542 h 2275839"/>
              <a:gd name="connsiteX1" fmla="*/ 7642860 w 9144000"/>
              <a:gd name="connsiteY1" fmla="*/ 0 h 2275839"/>
              <a:gd name="connsiteX2" fmla="*/ 8877300 w 9144000"/>
              <a:gd name="connsiteY2" fmla="*/ 0 h 2275839"/>
              <a:gd name="connsiteX3" fmla="*/ 9144000 w 9144000"/>
              <a:gd name="connsiteY3" fmla="*/ 5542 h 2275839"/>
              <a:gd name="connsiteX4" fmla="*/ 9144000 w 9144000"/>
              <a:gd name="connsiteY4" fmla="*/ 2275839 h 2275839"/>
              <a:gd name="connsiteX5" fmla="*/ 0 w 9144000"/>
              <a:gd name="connsiteY5" fmla="*/ 2275839 h 2275839"/>
              <a:gd name="connsiteX6" fmla="*/ 0 w 9144000"/>
              <a:gd name="connsiteY6" fmla="*/ 5542 h 2275839"/>
              <a:gd name="connsiteX0" fmla="*/ 0 w 9144000"/>
              <a:gd name="connsiteY0" fmla="*/ 13162 h 2283459"/>
              <a:gd name="connsiteX1" fmla="*/ 7642860 w 9144000"/>
              <a:gd name="connsiteY1" fmla="*/ 7620 h 2283459"/>
              <a:gd name="connsiteX2" fmla="*/ 8282940 w 9144000"/>
              <a:gd name="connsiteY2" fmla="*/ 0 h 2283459"/>
              <a:gd name="connsiteX3" fmla="*/ 8877300 w 9144000"/>
              <a:gd name="connsiteY3" fmla="*/ 7620 h 2283459"/>
              <a:gd name="connsiteX4" fmla="*/ 9144000 w 9144000"/>
              <a:gd name="connsiteY4" fmla="*/ 13162 h 2283459"/>
              <a:gd name="connsiteX5" fmla="*/ 9144000 w 9144000"/>
              <a:gd name="connsiteY5" fmla="*/ 2283459 h 2283459"/>
              <a:gd name="connsiteX6" fmla="*/ 0 w 9144000"/>
              <a:gd name="connsiteY6" fmla="*/ 2283459 h 2283459"/>
              <a:gd name="connsiteX7" fmla="*/ 0 w 9144000"/>
              <a:gd name="connsiteY7" fmla="*/ 13162 h 2283459"/>
              <a:gd name="connsiteX0" fmla="*/ 0 w 9144000"/>
              <a:gd name="connsiteY0" fmla="*/ 150322 h 2420619"/>
              <a:gd name="connsiteX1" fmla="*/ 7642860 w 9144000"/>
              <a:gd name="connsiteY1" fmla="*/ 144780 h 2420619"/>
              <a:gd name="connsiteX2" fmla="*/ 8260080 w 9144000"/>
              <a:gd name="connsiteY2" fmla="*/ 0 h 2420619"/>
              <a:gd name="connsiteX3" fmla="*/ 8877300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609523 w 9144000"/>
              <a:gd name="connsiteY1" fmla="*/ 140017 h 2420619"/>
              <a:gd name="connsiteX2" fmla="*/ 8260080 w 9144000"/>
              <a:gd name="connsiteY2" fmla="*/ 0 h 2420619"/>
              <a:gd name="connsiteX3" fmla="*/ 8877300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609523 w 9144000"/>
              <a:gd name="connsiteY1" fmla="*/ 140017 h 2420619"/>
              <a:gd name="connsiteX2" fmla="*/ 8260080 w 9144000"/>
              <a:gd name="connsiteY2" fmla="*/ 0 h 2420619"/>
              <a:gd name="connsiteX3" fmla="*/ 8893969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602379 w 9144000"/>
              <a:gd name="connsiteY1" fmla="*/ 147161 h 2420619"/>
              <a:gd name="connsiteX2" fmla="*/ 8260080 w 9144000"/>
              <a:gd name="connsiteY2" fmla="*/ 0 h 2420619"/>
              <a:gd name="connsiteX3" fmla="*/ 8893969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576185 w 9144000"/>
              <a:gd name="connsiteY1" fmla="*/ 144780 h 2420619"/>
              <a:gd name="connsiteX2" fmla="*/ 8260080 w 9144000"/>
              <a:gd name="connsiteY2" fmla="*/ 0 h 2420619"/>
              <a:gd name="connsiteX3" fmla="*/ 8893969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576185 w 9144000"/>
              <a:gd name="connsiteY1" fmla="*/ 144780 h 2420619"/>
              <a:gd name="connsiteX2" fmla="*/ 8260080 w 9144000"/>
              <a:gd name="connsiteY2" fmla="*/ 0 h 2420619"/>
              <a:gd name="connsiteX3" fmla="*/ 8893969 w 9144000"/>
              <a:gd name="connsiteY3" fmla="*/ 149543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576185 w 9144000"/>
              <a:gd name="connsiteY1" fmla="*/ 144780 h 2420619"/>
              <a:gd name="connsiteX2" fmla="*/ 8260080 w 9144000"/>
              <a:gd name="connsiteY2" fmla="*/ 0 h 2420619"/>
              <a:gd name="connsiteX3" fmla="*/ 8936831 w 9144000"/>
              <a:gd name="connsiteY3" fmla="*/ 151924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6381"/>
              <a:gd name="connsiteY0" fmla="*/ 150322 h 2420619"/>
              <a:gd name="connsiteX1" fmla="*/ 7576185 w 9146381"/>
              <a:gd name="connsiteY1" fmla="*/ 144780 h 2420619"/>
              <a:gd name="connsiteX2" fmla="*/ 8260080 w 9146381"/>
              <a:gd name="connsiteY2" fmla="*/ 0 h 2420619"/>
              <a:gd name="connsiteX3" fmla="*/ 8936831 w 9146381"/>
              <a:gd name="connsiteY3" fmla="*/ 151924 h 2420619"/>
              <a:gd name="connsiteX4" fmla="*/ 9146381 w 9146381"/>
              <a:gd name="connsiteY4" fmla="*/ 147941 h 2420619"/>
              <a:gd name="connsiteX5" fmla="*/ 9144000 w 9146381"/>
              <a:gd name="connsiteY5" fmla="*/ 2420619 h 2420619"/>
              <a:gd name="connsiteX6" fmla="*/ 0 w 9146381"/>
              <a:gd name="connsiteY6" fmla="*/ 2420619 h 2420619"/>
              <a:gd name="connsiteX7" fmla="*/ 0 w 9146381"/>
              <a:gd name="connsiteY7" fmla="*/ 150322 h 2420619"/>
              <a:gd name="connsiteX0" fmla="*/ 0 w 9146381"/>
              <a:gd name="connsiteY0" fmla="*/ 150322 h 2420619"/>
              <a:gd name="connsiteX1" fmla="*/ 7576185 w 9146381"/>
              <a:gd name="connsiteY1" fmla="*/ 144780 h 2420619"/>
              <a:gd name="connsiteX2" fmla="*/ 8260080 w 9146381"/>
              <a:gd name="connsiteY2" fmla="*/ 0 h 2420619"/>
              <a:gd name="connsiteX3" fmla="*/ 8936831 w 9146381"/>
              <a:gd name="connsiteY3" fmla="*/ 147162 h 2420619"/>
              <a:gd name="connsiteX4" fmla="*/ 9146381 w 9146381"/>
              <a:gd name="connsiteY4" fmla="*/ 147941 h 2420619"/>
              <a:gd name="connsiteX5" fmla="*/ 9144000 w 9146381"/>
              <a:gd name="connsiteY5" fmla="*/ 2420619 h 2420619"/>
              <a:gd name="connsiteX6" fmla="*/ 0 w 9146381"/>
              <a:gd name="connsiteY6" fmla="*/ 2420619 h 2420619"/>
              <a:gd name="connsiteX7" fmla="*/ 0 w 9146381"/>
              <a:gd name="connsiteY7" fmla="*/ 150322 h 2420619"/>
              <a:gd name="connsiteX0" fmla="*/ 0 w 9146381"/>
              <a:gd name="connsiteY0" fmla="*/ 150322 h 2420619"/>
              <a:gd name="connsiteX1" fmla="*/ 7566660 w 9146381"/>
              <a:gd name="connsiteY1" fmla="*/ 142399 h 2420619"/>
              <a:gd name="connsiteX2" fmla="*/ 8260080 w 9146381"/>
              <a:gd name="connsiteY2" fmla="*/ 0 h 2420619"/>
              <a:gd name="connsiteX3" fmla="*/ 8936831 w 9146381"/>
              <a:gd name="connsiteY3" fmla="*/ 147162 h 2420619"/>
              <a:gd name="connsiteX4" fmla="*/ 9146381 w 9146381"/>
              <a:gd name="connsiteY4" fmla="*/ 147941 h 2420619"/>
              <a:gd name="connsiteX5" fmla="*/ 9144000 w 9146381"/>
              <a:gd name="connsiteY5" fmla="*/ 2420619 h 2420619"/>
              <a:gd name="connsiteX6" fmla="*/ 0 w 9146381"/>
              <a:gd name="connsiteY6" fmla="*/ 2420619 h 2420619"/>
              <a:gd name="connsiteX7" fmla="*/ 0 w 9146381"/>
              <a:gd name="connsiteY7" fmla="*/ 150322 h 2420619"/>
              <a:gd name="connsiteX0" fmla="*/ 0 w 9146381"/>
              <a:gd name="connsiteY0" fmla="*/ 155084 h 2425381"/>
              <a:gd name="connsiteX1" fmla="*/ 7566660 w 9146381"/>
              <a:gd name="connsiteY1" fmla="*/ 147161 h 2425381"/>
              <a:gd name="connsiteX2" fmla="*/ 8250555 w 9146381"/>
              <a:gd name="connsiteY2" fmla="*/ 0 h 2425381"/>
              <a:gd name="connsiteX3" fmla="*/ 8936831 w 9146381"/>
              <a:gd name="connsiteY3" fmla="*/ 151924 h 2425381"/>
              <a:gd name="connsiteX4" fmla="*/ 9146381 w 9146381"/>
              <a:gd name="connsiteY4" fmla="*/ 152703 h 2425381"/>
              <a:gd name="connsiteX5" fmla="*/ 9144000 w 9146381"/>
              <a:gd name="connsiteY5" fmla="*/ 2425381 h 2425381"/>
              <a:gd name="connsiteX6" fmla="*/ 0 w 9146381"/>
              <a:gd name="connsiteY6" fmla="*/ 2425381 h 2425381"/>
              <a:gd name="connsiteX7" fmla="*/ 0 w 9146381"/>
              <a:gd name="connsiteY7" fmla="*/ 155084 h 2425381"/>
              <a:gd name="connsiteX0" fmla="*/ 0 w 9146381"/>
              <a:gd name="connsiteY0" fmla="*/ 82234 h 2425381"/>
              <a:gd name="connsiteX1" fmla="*/ 7566660 w 9146381"/>
              <a:gd name="connsiteY1" fmla="*/ 147161 h 2425381"/>
              <a:gd name="connsiteX2" fmla="*/ 8250555 w 9146381"/>
              <a:gd name="connsiteY2" fmla="*/ 0 h 2425381"/>
              <a:gd name="connsiteX3" fmla="*/ 8936831 w 9146381"/>
              <a:gd name="connsiteY3" fmla="*/ 151924 h 2425381"/>
              <a:gd name="connsiteX4" fmla="*/ 9146381 w 9146381"/>
              <a:gd name="connsiteY4" fmla="*/ 152703 h 2425381"/>
              <a:gd name="connsiteX5" fmla="*/ 9144000 w 9146381"/>
              <a:gd name="connsiteY5" fmla="*/ 2425381 h 2425381"/>
              <a:gd name="connsiteX6" fmla="*/ 0 w 9146381"/>
              <a:gd name="connsiteY6" fmla="*/ 2425381 h 2425381"/>
              <a:gd name="connsiteX7" fmla="*/ 0 w 9146381"/>
              <a:gd name="connsiteY7" fmla="*/ 82234 h 2425381"/>
              <a:gd name="connsiteX0" fmla="*/ 0 w 9146381"/>
              <a:gd name="connsiteY0" fmla="*/ 82234 h 2425381"/>
              <a:gd name="connsiteX1" fmla="*/ 7566660 w 9146381"/>
              <a:gd name="connsiteY1" fmla="*/ 147161 h 2425381"/>
              <a:gd name="connsiteX2" fmla="*/ 8250555 w 9146381"/>
              <a:gd name="connsiteY2" fmla="*/ 0 h 2425381"/>
              <a:gd name="connsiteX3" fmla="*/ 8936831 w 9146381"/>
              <a:gd name="connsiteY3" fmla="*/ 151924 h 2425381"/>
              <a:gd name="connsiteX4" fmla="*/ 9146381 w 9146381"/>
              <a:gd name="connsiteY4" fmla="*/ 79853 h 2425381"/>
              <a:gd name="connsiteX5" fmla="*/ 9144000 w 9146381"/>
              <a:gd name="connsiteY5" fmla="*/ 2425381 h 2425381"/>
              <a:gd name="connsiteX6" fmla="*/ 0 w 9146381"/>
              <a:gd name="connsiteY6" fmla="*/ 2425381 h 2425381"/>
              <a:gd name="connsiteX7" fmla="*/ 0 w 9146381"/>
              <a:gd name="connsiteY7" fmla="*/ 82234 h 2425381"/>
              <a:gd name="connsiteX0" fmla="*/ 0 w 9146381"/>
              <a:gd name="connsiteY0" fmla="*/ 82234 h 2425381"/>
              <a:gd name="connsiteX1" fmla="*/ 7566660 w 9146381"/>
              <a:gd name="connsiteY1" fmla="*/ 147161 h 2425381"/>
              <a:gd name="connsiteX2" fmla="*/ 8250555 w 9146381"/>
              <a:gd name="connsiteY2" fmla="*/ 0 h 2425381"/>
              <a:gd name="connsiteX3" fmla="*/ 8924131 w 9146381"/>
              <a:gd name="connsiteY3" fmla="*/ 86012 h 2425381"/>
              <a:gd name="connsiteX4" fmla="*/ 9146381 w 9146381"/>
              <a:gd name="connsiteY4" fmla="*/ 79853 h 2425381"/>
              <a:gd name="connsiteX5" fmla="*/ 9144000 w 9146381"/>
              <a:gd name="connsiteY5" fmla="*/ 2425381 h 2425381"/>
              <a:gd name="connsiteX6" fmla="*/ 0 w 9146381"/>
              <a:gd name="connsiteY6" fmla="*/ 2425381 h 2425381"/>
              <a:gd name="connsiteX7" fmla="*/ 0 w 9146381"/>
              <a:gd name="connsiteY7" fmla="*/ 82234 h 2425381"/>
              <a:gd name="connsiteX0" fmla="*/ 0 w 9146381"/>
              <a:gd name="connsiteY0" fmla="*/ 82234 h 2425381"/>
              <a:gd name="connsiteX1" fmla="*/ 7566660 w 9146381"/>
              <a:gd name="connsiteY1" fmla="*/ 74311 h 2425381"/>
              <a:gd name="connsiteX2" fmla="*/ 8250555 w 9146381"/>
              <a:gd name="connsiteY2" fmla="*/ 0 h 2425381"/>
              <a:gd name="connsiteX3" fmla="*/ 8924131 w 9146381"/>
              <a:gd name="connsiteY3" fmla="*/ 86012 h 2425381"/>
              <a:gd name="connsiteX4" fmla="*/ 9146381 w 9146381"/>
              <a:gd name="connsiteY4" fmla="*/ 79853 h 2425381"/>
              <a:gd name="connsiteX5" fmla="*/ 9144000 w 9146381"/>
              <a:gd name="connsiteY5" fmla="*/ 2425381 h 2425381"/>
              <a:gd name="connsiteX6" fmla="*/ 0 w 9146381"/>
              <a:gd name="connsiteY6" fmla="*/ 2425381 h 2425381"/>
              <a:gd name="connsiteX7" fmla="*/ 0 w 9146381"/>
              <a:gd name="connsiteY7" fmla="*/ 82234 h 2425381"/>
              <a:gd name="connsiteX0" fmla="*/ 0 w 9146381"/>
              <a:gd name="connsiteY0" fmla="*/ 82234 h 2425381"/>
              <a:gd name="connsiteX1" fmla="*/ 7566660 w 9146381"/>
              <a:gd name="connsiteY1" fmla="*/ 74311 h 2425381"/>
              <a:gd name="connsiteX2" fmla="*/ 8250555 w 9146381"/>
              <a:gd name="connsiteY2" fmla="*/ 0 h 2425381"/>
              <a:gd name="connsiteX3" fmla="*/ 8927306 w 9146381"/>
              <a:gd name="connsiteY3" fmla="*/ 80808 h 2425381"/>
              <a:gd name="connsiteX4" fmla="*/ 9146381 w 9146381"/>
              <a:gd name="connsiteY4" fmla="*/ 79853 h 2425381"/>
              <a:gd name="connsiteX5" fmla="*/ 9144000 w 9146381"/>
              <a:gd name="connsiteY5" fmla="*/ 2425381 h 2425381"/>
              <a:gd name="connsiteX6" fmla="*/ 0 w 9146381"/>
              <a:gd name="connsiteY6" fmla="*/ 2425381 h 2425381"/>
              <a:gd name="connsiteX7" fmla="*/ 0 w 9146381"/>
              <a:gd name="connsiteY7" fmla="*/ 82234 h 2425381"/>
              <a:gd name="connsiteX0" fmla="*/ 0 w 9146381"/>
              <a:gd name="connsiteY0" fmla="*/ 82234 h 2425381"/>
              <a:gd name="connsiteX1" fmla="*/ 7566660 w 9146381"/>
              <a:gd name="connsiteY1" fmla="*/ 74311 h 2425381"/>
              <a:gd name="connsiteX2" fmla="*/ 8250555 w 9146381"/>
              <a:gd name="connsiteY2" fmla="*/ 0 h 2425381"/>
              <a:gd name="connsiteX3" fmla="*/ 8927306 w 9146381"/>
              <a:gd name="connsiteY3" fmla="*/ 80808 h 2425381"/>
              <a:gd name="connsiteX4" fmla="*/ 9146381 w 9146381"/>
              <a:gd name="connsiteY4" fmla="*/ 85057 h 2425381"/>
              <a:gd name="connsiteX5" fmla="*/ 9144000 w 9146381"/>
              <a:gd name="connsiteY5" fmla="*/ 2425381 h 2425381"/>
              <a:gd name="connsiteX6" fmla="*/ 0 w 9146381"/>
              <a:gd name="connsiteY6" fmla="*/ 2425381 h 2425381"/>
              <a:gd name="connsiteX7" fmla="*/ 0 w 9146381"/>
              <a:gd name="connsiteY7" fmla="*/ 82234 h 2425381"/>
              <a:gd name="connsiteX0" fmla="*/ 0 w 9146381"/>
              <a:gd name="connsiteY0" fmla="*/ 82234 h 2425381"/>
              <a:gd name="connsiteX1" fmla="*/ 7566660 w 9146381"/>
              <a:gd name="connsiteY1" fmla="*/ 74311 h 2425381"/>
              <a:gd name="connsiteX2" fmla="*/ 8250555 w 9146381"/>
              <a:gd name="connsiteY2" fmla="*/ 0 h 2425381"/>
              <a:gd name="connsiteX3" fmla="*/ 8927306 w 9146381"/>
              <a:gd name="connsiteY3" fmla="*/ 80808 h 2425381"/>
              <a:gd name="connsiteX4" fmla="*/ 9146381 w 9146381"/>
              <a:gd name="connsiteY4" fmla="*/ 79854 h 2425381"/>
              <a:gd name="connsiteX5" fmla="*/ 9144000 w 9146381"/>
              <a:gd name="connsiteY5" fmla="*/ 2425381 h 2425381"/>
              <a:gd name="connsiteX6" fmla="*/ 0 w 9146381"/>
              <a:gd name="connsiteY6" fmla="*/ 2425381 h 2425381"/>
              <a:gd name="connsiteX7" fmla="*/ 0 w 9146381"/>
              <a:gd name="connsiteY7" fmla="*/ 82234 h 242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6381" h="2425381">
                <a:moveTo>
                  <a:pt x="0" y="82234"/>
                </a:moveTo>
                <a:lnTo>
                  <a:pt x="7566660" y="74311"/>
                </a:lnTo>
                <a:lnTo>
                  <a:pt x="8250555" y="0"/>
                </a:lnTo>
                <a:lnTo>
                  <a:pt x="8927306" y="80808"/>
                </a:lnTo>
                <a:lnTo>
                  <a:pt x="9146381" y="79854"/>
                </a:lnTo>
                <a:cubicBezTo>
                  <a:pt x="9145587" y="837413"/>
                  <a:pt x="9144794" y="1667822"/>
                  <a:pt x="9144000" y="2425381"/>
                </a:cubicBezTo>
                <a:lnTo>
                  <a:pt x="0" y="2425381"/>
                </a:lnTo>
                <a:lnTo>
                  <a:pt x="0" y="82234"/>
                </a:lnTo>
                <a:close/>
              </a:path>
            </a:pathLst>
          </a:custGeom>
          <a:noFill/>
        </p:spPr>
        <p:txBody>
          <a:bodyPr/>
          <a:lstStyle>
            <a:lvl1pPr marL="152396" indent="0">
              <a:buNone/>
              <a:defRPr/>
            </a:lvl1pPr>
          </a:lstStyle>
          <a:p>
            <a:r>
              <a:rPr lang="en-IN"/>
              <a:t> </a:t>
            </a:r>
            <a:endParaRPr lang="en-AU"/>
          </a:p>
        </p:txBody>
      </p:sp>
      <p:sp>
        <p:nvSpPr>
          <p:cNvPr id="5" name="Google Shape;10;p2">
            <a:extLst>
              <a:ext uri="{FF2B5EF4-FFF2-40B4-BE49-F238E27FC236}">
                <a16:creationId xmlns:a16="http://schemas.microsoft.com/office/drawing/2014/main" id="{7DE77569-CF12-8ADA-417E-A17EED745482}"/>
              </a:ext>
            </a:extLst>
          </p:cNvPr>
          <p:cNvSpPr txBox="1">
            <a:spLocks noGrp="1"/>
          </p:cNvSpPr>
          <p:nvPr>
            <p:ph type="ctrTitle" hasCustomPrompt="1"/>
          </p:nvPr>
        </p:nvSpPr>
        <p:spPr>
          <a:xfrm>
            <a:off x="415611" y="2570018"/>
            <a:ext cx="5680389" cy="1396999"/>
          </a:xfrm>
          <a:prstGeom prst="rect">
            <a:avLst/>
          </a:prstGeom>
        </p:spPr>
        <p:txBody>
          <a:bodyPr spcFirstLastPara="1" wrap="square" lIns="90000" tIns="90000" rIns="90000" bIns="36000" anchor="b" anchorCtr="0">
            <a:noAutofit/>
          </a:bodyPr>
          <a:lstStyle>
            <a:lvl1pPr lvl="0" algn="l">
              <a:spcBef>
                <a:spcPts val="0"/>
              </a:spcBef>
              <a:spcAft>
                <a:spcPts val="0"/>
              </a:spcAft>
              <a:buSzPts val="5200"/>
              <a:buNone/>
              <a:defRPr sz="3733" b="1">
                <a:solidFill>
                  <a:schemeClr val="tx1"/>
                </a:solidFill>
                <a:latin typeface="PP Neue Machina Plain Ultrabold" pitchFamily="50" charset="0"/>
              </a:defRPr>
            </a:lvl1pPr>
            <a:lvl2pPr lvl="1" algn="ctr">
              <a:spcBef>
                <a:spcPts val="0"/>
              </a:spcBef>
              <a:spcAft>
                <a:spcPts val="0"/>
              </a:spcAft>
              <a:buSzPts val="5200"/>
              <a:buNone/>
              <a:defRPr sz="6933"/>
            </a:lvl2pPr>
            <a:lvl3pPr lvl="2" algn="ctr">
              <a:spcBef>
                <a:spcPts val="0"/>
              </a:spcBef>
              <a:spcAft>
                <a:spcPts val="0"/>
              </a:spcAft>
              <a:buSzPts val="5200"/>
              <a:buNone/>
              <a:defRPr sz="6933"/>
            </a:lvl3pPr>
            <a:lvl4pPr lvl="3" algn="ctr">
              <a:spcBef>
                <a:spcPts val="0"/>
              </a:spcBef>
              <a:spcAft>
                <a:spcPts val="0"/>
              </a:spcAft>
              <a:buSzPts val="5200"/>
              <a:buNone/>
              <a:defRPr sz="6933"/>
            </a:lvl4pPr>
            <a:lvl5pPr lvl="4" algn="ctr">
              <a:spcBef>
                <a:spcPts val="0"/>
              </a:spcBef>
              <a:spcAft>
                <a:spcPts val="0"/>
              </a:spcAft>
              <a:buSzPts val="5200"/>
              <a:buNone/>
              <a:defRPr sz="6933"/>
            </a:lvl5pPr>
            <a:lvl6pPr lvl="5" algn="ctr">
              <a:spcBef>
                <a:spcPts val="0"/>
              </a:spcBef>
              <a:spcAft>
                <a:spcPts val="0"/>
              </a:spcAft>
              <a:buSzPts val="5200"/>
              <a:buNone/>
              <a:defRPr sz="6933"/>
            </a:lvl6pPr>
            <a:lvl7pPr lvl="6" algn="ctr">
              <a:spcBef>
                <a:spcPts val="0"/>
              </a:spcBef>
              <a:spcAft>
                <a:spcPts val="0"/>
              </a:spcAft>
              <a:buSzPts val="5200"/>
              <a:buNone/>
              <a:defRPr sz="6933"/>
            </a:lvl7pPr>
            <a:lvl8pPr lvl="7" algn="ctr">
              <a:spcBef>
                <a:spcPts val="0"/>
              </a:spcBef>
              <a:spcAft>
                <a:spcPts val="0"/>
              </a:spcAft>
              <a:buSzPts val="5200"/>
              <a:buNone/>
              <a:defRPr sz="6933"/>
            </a:lvl8pPr>
            <a:lvl9pPr lvl="8" algn="ctr">
              <a:spcBef>
                <a:spcPts val="0"/>
              </a:spcBef>
              <a:spcAft>
                <a:spcPts val="0"/>
              </a:spcAft>
              <a:buSzPts val="5200"/>
              <a:buNone/>
              <a:defRPr sz="6933"/>
            </a:lvl9pPr>
          </a:lstStyle>
          <a:p>
            <a:br>
              <a:rPr lang="en-IN"/>
            </a:br>
            <a:r>
              <a:rPr lang="en-IN"/>
              <a:t>Click here to </a:t>
            </a:r>
            <a:br>
              <a:rPr lang="en-IN"/>
            </a:br>
            <a:r>
              <a:rPr lang="en-IN"/>
              <a:t>add title</a:t>
            </a:r>
            <a:endParaRPr/>
          </a:p>
        </p:txBody>
      </p:sp>
      <p:sp>
        <p:nvSpPr>
          <p:cNvPr id="6" name="Google Shape;11;p2">
            <a:extLst>
              <a:ext uri="{FF2B5EF4-FFF2-40B4-BE49-F238E27FC236}">
                <a16:creationId xmlns:a16="http://schemas.microsoft.com/office/drawing/2014/main" id="{0C50BD5F-C55E-53AD-DB29-26F4E5A5E512}"/>
              </a:ext>
            </a:extLst>
          </p:cNvPr>
          <p:cNvSpPr txBox="1">
            <a:spLocks noGrp="1"/>
          </p:cNvSpPr>
          <p:nvPr>
            <p:ph type="subTitle" idx="1"/>
          </p:nvPr>
        </p:nvSpPr>
        <p:spPr>
          <a:xfrm>
            <a:off x="406400" y="3992417"/>
            <a:ext cx="5680389" cy="609600"/>
          </a:xfrm>
          <a:prstGeom prst="rect">
            <a:avLst/>
          </a:prstGeom>
        </p:spPr>
        <p:txBody>
          <a:bodyPr spcFirstLastPara="1" wrap="square" lIns="90000" tIns="90000" rIns="90000" bIns="90000" anchor="t" anchorCtr="0">
            <a:noAutofit/>
          </a:bodyPr>
          <a:lstStyle>
            <a:lvl1pPr marL="0" lvl="0" indent="0" algn="l">
              <a:lnSpc>
                <a:spcPct val="100000"/>
              </a:lnSpc>
              <a:spcBef>
                <a:spcPts val="0"/>
              </a:spcBef>
              <a:spcAft>
                <a:spcPts val="0"/>
              </a:spcAft>
              <a:buSzPts val="2800"/>
              <a:buNone/>
              <a:defRPr sz="2400">
                <a:solidFill>
                  <a:schemeClr val="accent1"/>
                </a:solidFill>
              </a:defRPr>
            </a:lvl1pPr>
            <a:lvl2pPr lvl="1" algn="ctr">
              <a:lnSpc>
                <a:spcPct val="100000"/>
              </a:lnSpc>
              <a:spcBef>
                <a:spcPts val="0"/>
              </a:spcBef>
              <a:spcAft>
                <a:spcPts val="0"/>
              </a:spcAft>
              <a:buSzPts val="2800"/>
              <a:buNone/>
              <a:defRPr sz="3733"/>
            </a:lvl2pPr>
            <a:lvl3pPr lvl="2" algn="ctr">
              <a:lnSpc>
                <a:spcPct val="100000"/>
              </a:lnSpc>
              <a:spcBef>
                <a:spcPts val="0"/>
              </a:spcBef>
              <a:spcAft>
                <a:spcPts val="0"/>
              </a:spcAft>
              <a:buSzPts val="2800"/>
              <a:buNone/>
              <a:defRPr sz="3733"/>
            </a:lvl3pPr>
            <a:lvl4pPr lvl="3" algn="ctr">
              <a:lnSpc>
                <a:spcPct val="100000"/>
              </a:lnSpc>
              <a:spcBef>
                <a:spcPts val="0"/>
              </a:spcBef>
              <a:spcAft>
                <a:spcPts val="0"/>
              </a:spcAft>
              <a:buSzPts val="2800"/>
              <a:buNone/>
              <a:defRPr sz="3733"/>
            </a:lvl4pPr>
            <a:lvl5pPr lvl="4" algn="ctr">
              <a:lnSpc>
                <a:spcPct val="100000"/>
              </a:lnSpc>
              <a:spcBef>
                <a:spcPts val="0"/>
              </a:spcBef>
              <a:spcAft>
                <a:spcPts val="0"/>
              </a:spcAft>
              <a:buSzPts val="2800"/>
              <a:buNone/>
              <a:defRPr sz="3733"/>
            </a:lvl5pPr>
            <a:lvl6pPr lvl="5" algn="ctr">
              <a:lnSpc>
                <a:spcPct val="100000"/>
              </a:lnSpc>
              <a:spcBef>
                <a:spcPts val="0"/>
              </a:spcBef>
              <a:spcAft>
                <a:spcPts val="0"/>
              </a:spcAft>
              <a:buSzPts val="2800"/>
              <a:buNone/>
              <a:defRPr sz="3733"/>
            </a:lvl6pPr>
            <a:lvl7pPr lvl="6" algn="ctr">
              <a:lnSpc>
                <a:spcPct val="100000"/>
              </a:lnSpc>
              <a:spcBef>
                <a:spcPts val="0"/>
              </a:spcBef>
              <a:spcAft>
                <a:spcPts val="0"/>
              </a:spcAft>
              <a:buSzPts val="2800"/>
              <a:buNone/>
              <a:defRPr sz="3733"/>
            </a:lvl7pPr>
            <a:lvl8pPr lvl="7" algn="ctr">
              <a:lnSpc>
                <a:spcPct val="100000"/>
              </a:lnSpc>
              <a:spcBef>
                <a:spcPts val="0"/>
              </a:spcBef>
              <a:spcAft>
                <a:spcPts val="0"/>
              </a:spcAft>
              <a:buSzPts val="2800"/>
              <a:buNone/>
              <a:defRPr sz="3733"/>
            </a:lvl8pPr>
            <a:lvl9pPr lvl="8" algn="ctr">
              <a:lnSpc>
                <a:spcPct val="100000"/>
              </a:lnSpc>
              <a:spcBef>
                <a:spcPts val="0"/>
              </a:spcBef>
              <a:spcAft>
                <a:spcPts val="0"/>
              </a:spcAft>
              <a:buSzPts val="2800"/>
              <a:buNone/>
              <a:defRPr sz="3733"/>
            </a:lvl9pPr>
          </a:lstStyle>
          <a:p>
            <a:r>
              <a:rPr lang="en-US"/>
              <a:t>Click to edit Master subtitle style</a:t>
            </a:r>
            <a:endParaRPr/>
          </a:p>
        </p:txBody>
      </p:sp>
      <p:sp>
        <p:nvSpPr>
          <p:cNvPr id="7" name="Freeform: Shape 6">
            <a:extLst>
              <a:ext uri="{FF2B5EF4-FFF2-40B4-BE49-F238E27FC236}">
                <a16:creationId xmlns:a16="http://schemas.microsoft.com/office/drawing/2014/main" id="{809891C3-701D-E83E-C330-2FF6C40C1E62}"/>
              </a:ext>
            </a:extLst>
          </p:cNvPr>
          <p:cNvSpPr/>
          <p:nvPr/>
        </p:nvSpPr>
        <p:spPr>
          <a:xfrm>
            <a:off x="0" y="0"/>
            <a:ext cx="12192000" cy="1143000"/>
          </a:xfrm>
          <a:custGeom>
            <a:avLst/>
            <a:gdLst>
              <a:gd name="connsiteX0" fmla="*/ 0 w 9144000"/>
              <a:gd name="connsiteY0" fmla="*/ 0 h 857250"/>
              <a:gd name="connsiteX1" fmla="*/ 0 w 9144000"/>
              <a:gd name="connsiteY1" fmla="*/ 857250 h 857250"/>
              <a:gd name="connsiteX2" fmla="*/ 7540609 w 9144000"/>
              <a:gd name="connsiteY2" fmla="*/ 857250 h 857250"/>
              <a:gd name="connsiteX3" fmla="*/ 8245698 w 9144000"/>
              <a:gd name="connsiteY3" fmla="*/ 707422 h 857250"/>
              <a:gd name="connsiteX4" fmla="*/ 8933831 w 9144000"/>
              <a:gd name="connsiteY4" fmla="*/ 857250 h 857250"/>
              <a:gd name="connsiteX5" fmla="*/ 9144000 w 9144000"/>
              <a:gd name="connsiteY5" fmla="*/ 857250 h 857250"/>
              <a:gd name="connsiteX6" fmla="*/ 9144000 w 9144000"/>
              <a:gd name="connsiteY6" fmla="*/ 0 h 857250"/>
              <a:gd name="connsiteX7" fmla="*/ 0 w 9144000"/>
              <a:gd name="connsiteY7" fmla="*/ 0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0" h="857250">
                <a:moveTo>
                  <a:pt x="0" y="0"/>
                </a:moveTo>
                <a:lnTo>
                  <a:pt x="0" y="857250"/>
                </a:lnTo>
                <a:lnTo>
                  <a:pt x="7540609" y="857250"/>
                </a:lnTo>
                <a:lnTo>
                  <a:pt x="8245698" y="707422"/>
                </a:lnTo>
                <a:lnTo>
                  <a:pt x="8933831" y="857250"/>
                </a:lnTo>
                <a:lnTo>
                  <a:pt x="9144000" y="857250"/>
                </a:lnTo>
                <a:lnTo>
                  <a:pt x="9144000" y="0"/>
                </a:lnTo>
                <a:lnTo>
                  <a:pt x="0" y="0"/>
                </a:lnTo>
                <a:close/>
              </a:path>
            </a:pathLst>
          </a:custGeom>
          <a:gradFill>
            <a:gsLst>
              <a:gs pos="0">
                <a:srgbClr val="5BC1A0"/>
              </a:gs>
              <a:gs pos="50000">
                <a:srgbClr val="2E9376"/>
              </a:gs>
              <a:gs pos="100000">
                <a:srgbClr val="01654D"/>
              </a:gs>
            </a:gsLst>
            <a:lin ang="0" scaled="1"/>
          </a:gradFill>
          <a:ln w="8132" cap="flat">
            <a:noFill/>
            <a:prstDash val="solid"/>
            <a:miter/>
          </a:ln>
        </p:spPr>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marL="0" lvl="0" defTabSz="1219170" eaLnBrk="1" latinLnBrk="0" hangingPunct="1"/>
            <a:endParaRPr lang="en-AU" sz="2400" kern="1200">
              <a:solidFill>
                <a:schemeClr val="tx1"/>
              </a:solidFill>
              <a:latin typeface="+mn-lt"/>
              <a:ea typeface="+mn-ea"/>
              <a:cs typeface="+mn-cs"/>
            </a:endParaRPr>
          </a:p>
        </p:txBody>
      </p:sp>
      <p:sp>
        <p:nvSpPr>
          <p:cNvPr id="8" name="Freeform: Shape 7">
            <a:extLst>
              <a:ext uri="{FF2B5EF4-FFF2-40B4-BE49-F238E27FC236}">
                <a16:creationId xmlns:a16="http://schemas.microsoft.com/office/drawing/2014/main" id="{DA258AEC-2E45-E11A-26EF-45595D0532FE}"/>
              </a:ext>
            </a:extLst>
          </p:cNvPr>
          <p:cNvSpPr/>
          <p:nvPr/>
        </p:nvSpPr>
        <p:spPr>
          <a:xfrm>
            <a:off x="10054144" y="582866"/>
            <a:ext cx="1662048" cy="380111"/>
          </a:xfrm>
          <a:custGeom>
            <a:avLst/>
            <a:gdLst>
              <a:gd name="connsiteX0" fmla="*/ 718995 w 1246536"/>
              <a:gd name="connsiteY0" fmla="*/ 0 h 285083"/>
              <a:gd name="connsiteX1" fmla="*/ 769239 w 1246536"/>
              <a:gd name="connsiteY1" fmla="*/ 10668 h 285083"/>
              <a:gd name="connsiteX2" fmla="*/ 842391 w 1246536"/>
              <a:gd name="connsiteY2" fmla="*/ 94726 h 285083"/>
              <a:gd name="connsiteX3" fmla="*/ 769239 w 1246536"/>
              <a:gd name="connsiteY3" fmla="*/ 147876 h 285083"/>
              <a:gd name="connsiteX4" fmla="*/ 718995 w 1246536"/>
              <a:gd name="connsiteY4" fmla="*/ 137208 h 285083"/>
              <a:gd name="connsiteX5" fmla="*/ 718995 w 1246536"/>
              <a:gd name="connsiteY5" fmla="*/ 48 h 285083"/>
              <a:gd name="connsiteX6" fmla="*/ 769239 w 1246536"/>
              <a:gd name="connsiteY6" fmla="*/ 116681 h 285083"/>
              <a:gd name="connsiteX7" fmla="*/ 808530 w 1246536"/>
              <a:gd name="connsiteY7" fmla="*/ 87487 h 285083"/>
              <a:gd name="connsiteX8" fmla="*/ 769239 w 1246536"/>
              <a:gd name="connsiteY8" fmla="*/ 41577 h 285083"/>
              <a:gd name="connsiteX9" fmla="*/ 752856 w 1246536"/>
              <a:gd name="connsiteY9" fmla="*/ 38100 h 285083"/>
              <a:gd name="connsiteX10" fmla="*/ 752856 w 1246536"/>
              <a:gd name="connsiteY10" fmla="*/ 113205 h 285083"/>
              <a:gd name="connsiteX11" fmla="*/ 769239 w 1246536"/>
              <a:gd name="connsiteY11" fmla="*/ 116681 h 285083"/>
              <a:gd name="connsiteX12" fmla="*/ 947024 w 1246536"/>
              <a:gd name="connsiteY12" fmla="*/ 48482 h 285083"/>
              <a:gd name="connsiteX13" fmla="*/ 947024 w 1246536"/>
              <a:gd name="connsiteY13" fmla="*/ 79391 h 285083"/>
              <a:gd name="connsiteX14" fmla="*/ 917067 w 1246536"/>
              <a:gd name="connsiteY14" fmla="*/ 73009 h 285083"/>
              <a:gd name="connsiteX15" fmla="*/ 917067 w 1246536"/>
              <a:gd name="connsiteY15" fmla="*/ 148114 h 285083"/>
              <a:gd name="connsiteX16" fmla="*/ 947024 w 1246536"/>
              <a:gd name="connsiteY16" fmla="*/ 154496 h 285083"/>
              <a:gd name="connsiteX17" fmla="*/ 947024 w 1246536"/>
              <a:gd name="connsiteY17" fmla="*/ 185642 h 285083"/>
              <a:gd name="connsiteX18" fmla="*/ 853393 w 1246536"/>
              <a:gd name="connsiteY18" fmla="*/ 165735 h 285083"/>
              <a:gd name="connsiteX19" fmla="*/ 853393 w 1246536"/>
              <a:gd name="connsiteY19" fmla="*/ 134588 h 285083"/>
              <a:gd name="connsiteX20" fmla="*/ 883349 w 1246536"/>
              <a:gd name="connsiteY20" fmla="*/ 140970 h 285083"/>
              <a:gd name="connsiteX21" fmla="*/ 883349 w 1246536"/>
              <a:gd name="connsiteY21" fmla="*/ 65865 h 285083"/>
              <a:gd name="connsiteX22" fmla="*/ 853393 w 1246536"/>
              <a:gd name="connsiteY22" fmla="*/ 59484 h 285083"/>
              <a:gd name="connsiteX23" fmla="*/ 853393 w 1246536"/>
              <a:gd name="connsiteY23" fmla="*/ 28575 h 285083"/>
              <a:gd name="connsiteX24" fmla="*/ 947024 w 1246536"/>
              <a:gd name="connsiteY24" fmla="*/ 48482 h 285083"/>
              <a:gd name="connsiteX25" fmla="*/ 1026319 w 1246536"/>
              <a:gd name="connsiteY25" fmla="*/ 62579 h 285083"/>
              <a:gd name="connsiteX26" fmla="*/ 1094994 w 1246536"/>
              <a:gd name="connsiteY26" fmla="*/ 148399 h 285083"/>
              <a:gd name="connsiteX27" fmla="*/ 1026319 w 1246536"/>
              <a:gd name="connsiteY27" fmla="*/ 205216 h 285083"/>
              <a:gd name="connsiteX28" fmla="*/ 957263 w 1246536"/>
              <a:gd name="connsiteY28" fmla="*/ 119158 h 285083"/>
              <a:gd name="connsiteX29" fmla="*/ 1026319 w 1246536"/>
              <a:gd name="connsiteY29" fmla="*/ 62627 h 285083"/>
              <a:gd name="connsiteX30" fmla="*/ 1026319 w 1246536"/>
              <a:gd name="connsiteY30" fmla="*/ 173117 h 285083"/>
              <a:gd name="connsiteX31" fmla="*/ 1060180 w 1246536"/>
              <a:gd name="connsiteY31" fmla="*/ 141018 h 285083"/>
              <a:gd name="connsiteX32" fmla="*/ 1026319 w 1246536"/>
              <a:gd name="connsiteY32" fmla="*/ 94726 h 285083"/>
              <a:gd name="connsiteX33" fmla="*/ 992267 w 1246536"/>
              <a:gd name="connsiteY33" fmla="*/ 126587 h 285083"/>
              <a:gd name="connsiteX34" fmla="*/ 1026319 w 1246536"/>
              <a:gd name="connsiteY34" fmla="*/ 173117 h 285083"/>
              <a:gd name="connsiteX35" fmla="*/ 1111949 w 1246536"/>
              <a:gd name="connsiteY35" fmla="*/ 83534 h 285083"/>
              <a:gd name="connsiteX36" fmla="*/ 1175814 w 1246536"/>
              <a:gd name="connsiteY36" fmla="*/ 97107 h 285083"/>
              <a:gd name="connsiteX37" fmla="*/ 1212675 w 1246536"/>
              <a:gd name="connsiteY37" fmla="*/ 230791 h 285083"/>
              <a:gd name="connsiteX38" fmla="*/ 1212675 w 1246536"/>
              <a:gd name="connsiteY38" fmla="*/ 104918 h 285083"/>
              <a:gd name="connsiteX39" fmla="*/ 1246537 w 1246536"/>
              <a:gd name="connsiteY39" fmla="*/ 112109 h 285083"/>
              <a:gd name="connsiteX40" fmla="*/ 1246537 w 1246536"/>
              <a:gd name="connsiteY40" fmla="*/ 249269 h 285083"/>
              <a:gd name="connsiteX41" fmla="*/ 1182672 w 1246536"/>
              <a:gd name="connsiteY41" fmla="*/ 235696 h 285083"/>
              <a:gd name="connsiteX42" fmla="*/ 1145810 w 1246536"/>
              <a:gd name="connsiteY42" fmla="*/ 102013 h 285083"/>
              <a:gd name="connsiteX43" fmla="*/ 1145810 w 1246536"/>
              <a:gd name="connsiteY43" fmla="*/ 227886 h 285083"/>
              <a:gd name="connsiteX44" fmla="*/ 1111949 w 1246536"/>
              <a:gd name="connsiteY44" fmla="*/ 220694 h 285083"/>
              <a:gd name="connsiteX45" fmla="*/ 1111949 w 1246536"/>
              <a:gd name="connsiteY45" fmla="*/ 83534 h 285083"/>
              <a:gd name="connsiteX46" fmla="*/ 42101 w 1246536"/>
              <a:gd name="connsiteY46" fmla="*/ 138970 h 285083"/>
              <a:gd name="connsiteX47" fmla="*/ 104108 w 1246536"/>
              <a:gd name="connsiteY47" fmla="*/ 125778 h 285083"/>
              <a:gd name="connsiteX48" fmla="*/ 145971 w 1246536"/>
              <a:gd name="connsiteY48" fmla="*/ 254032 h 285083"/>
              <a:gd name="connsiteX49" fmla="*/ 110061 w 1246536"/>
              <a:gd name="connsiteY49" fmla="*/ 261652 h 285083"/>
              <a:gd name="connsiteX50" fmla="*/ 97774 w 1246536"/>
              <a:gd name="connsiteY50" fmla="*/ 222837 h 285083"/>
              <a:gd name="connsiteX51" fmla="*/ 47863 w 1246536"/>
              <a:gd name="connsiteY51" fmla="*/ 233458 h 285083"/>
              <a:gd name="connsiteX52" fmla="*/ 35576 w 1246536"/>
              <a:gd name="connsiteY52" fmla="*/ 277511 h 285083"/>
              <a:gd name="connsiteX53" fmla="*/ 0 w 1246536"/>
              <a:gd name="connsiteY53" fmla="*/ 285083 h 285083"/>
              <a:gd name="connsiteX54" fmla="*/ 42053 w 1246536"/>
              <a:gd name="connsiteY54" fmla="*/ 138970 h 285083"/>
              <a:gd name="connsiteX55" fmla="*/ 88440 w 1246536"/>
              <a:gd name="connsiteY55" fmla="*/ 193881 h 285083"/>
              <a:gd name="connsiteX56" fmla="*/ 72819 w 1246536"/>
              <a:gd name="connsiteY56" fmla="*/ 144875 h 285083"/>
              <a:gd name="connsiteX57" fmla="*/ 57198 w 1246536"/>
              <a:gd name="connsiteY57" fmla="*/ 200549 h 285083"/>
              <a:gd name="connsiteX58" fmla="*/ 88488 w 1246536"/>
              <a:gd name="connsiteY58" fmla="*/ 193881 h 285083"/>
              <a:gd name="connsiteX59" fmla="*/ 214646 w 1246536"/>
              <a:gd name="connsiteY59" fmla="*/ 242173 h 285083"/>
              <a:gd name="connsiteX60" fmla="*/ 148733 w 1246536"/>
              <a:gd name="connsiteY60" fmla="*/ 199930 h 285083"/>
              <a:gd name="connsiteX61" fmla="*/ 183738 w 1246536"/>
              <a:gd name="connsiteY61" fmla="*/ 192500 h 285083"/>
              <a:gd name="connsiteX62" fmla="*/ 215408 w 1246536"/>
              <a:gd name="connsiteY62" fmla="*/ 212408 h 285083"/>
              <a:gd name="connsiteX63" fmla="*/ 239030 w 1246536"/>
              <a:gd name="connsiteY63" fmla="*/ 195310 h 285083"/>
              <a:gd name="connsiteX64" fmla="*/ 227886 w 1246536"/>
              <a:gd name="connsiteY64" fmla="*/ 187166 h 285083"/>
              <a:gd name="connsiteX65" fmla="*/ 183975 w 1246536"/>
              <a:gd name="connsiteY65" fmla="*/ 184452 h 285083"/>
              <a:gd name="connsiteX66" fmla="*/ 154210 w 1246536"/>
              <a:gd name="connsiteY66" fmla="*/ 153210 h 285083"/>
              <a:gd name="connsiteX67" fmla="*/ 207645 w 1246536"/>
              <a:gd name="connsiteY67" fmla="*/ 101013 h 285083"/>
              <a:gd name="connsiteX68" fmla="*/ 268891 w 1246536"/>
              <a:gd name="connsiteY68" fmla="*/ 138017 h 285083"/>
              <a:gd name="connsiteX69" fmla="*/ 234077 w 1246536"/>
              <a:gd name="connsiteY69" fmla="*/ 145399 h 285083"/>
              <a:gd name="connsiteX70" fmla="*/ 208217 w 1246536"/>
              <a:gd name="connsiteY70" fmla="*/ 129873 h 285083"/>
              <a:gd name="connsiteX71" fmla="*/ 189215 w 1246536"/>
              <a:gd name="connsiteY71" fmla="*/ 145018 h 285083"/>
              <a:gd name="connsiteX72" fmla="*/ 199454 w 1246536"/>
              <a:gd name="connsiteY72" fmla="*/ 152352 h 285083"/>
              <a:gd name="connsiteX73" fmla="*/ 242078 w 1246536"/>
              <a:gd name="connsiteY73" fmla="*/ 154400 h 285083"/>
              <a:gd name="connsiteX74" fmla="*/ 273891 w 1246536"/>
              <a:gd name="connsiteY74" fmla="*/ 186357 h 285083"/>
              <a:gd name="connsiteX75" fmla="*/ 214694 w 1246536"/>
              <a:gd name="connsiteY75" fmla="*/ 242126 h 285083"/>
              <a:gd name="connsiteX76" fmla="*/ 283702 w 1246536"/>
              <a:gd name="connsiteY76" fmla="*/ 156067 h 285083"/>
              <a:gd name="connsiteX77" fmla="*/ 353330 w 1246536"/>
              <a:gd name="connsiteY77" fmla="*/ 70056 h 285083"/>
              <a:gd name="connsiteX78" fmla="*/ 419767 w 1246536"/>
              <a:gd name="connsiteY78" fmla="*/ 111585 h 285083"/>
              <a:gd name="connsiteX79" fmla="*/ 384953 w 1246536"/>
              <a:gd name="connsiteY79" fmla="*/ 118967 h 285083"/>
              <a:gd name="connsiteX80" fmla="*/ 353473 w 1246536"/>
              <a:gd name="connsiteY80" fmla="*/ 102108 h 285083"/>
              <a:gd name="connsiteX81" fmla="*/ 318659 w 1246536"/>
              <a:gd name="connsiteY81" fmla="*/ 148590 h 285083"/>
              <a:gd name="connsiteX82" fmla="*/ 353473 w 1246536"/>
              <a:gd name="connsiteY82" fmla="*/ 180499 h 285083"/>
              <a:gd name="connsiteX83" fmla="*/ 384953 w 1246536"/>
              <a:gd name="connsiteY83" fmla="*/ 150066 h 285083"/>
              <a:gd name="connsiteX84" fmla="*/ 419767 w 1246536"/>
              <a:gd name="connsiteY84" fmla="*/ 142685 h 285083"/>
              <a:gd name="connsiteX85" fmla="*/ 353330 w 1246536"/>
              <a:gd name="connsiteY85" fmla="*/ 212646 h 285083"/>
              <a:gd name="connsiteX86" fmla="*/ 283702 w 1246536"/>
              <a:gd name="connsiteY86" fmla="*/ 156067 h 285083"/>
              <a:gd name="connsiteX87" fmla="*/ 436340 w 1246536"/>
              <a:gd name="connsiteY87" fmla="*/ 55150 h 285083"/>
              <a:gd name="connsiteX88" fmla="*/ 540782 w 1246536"/>
              <a:gd name="connsiteY88" fmla="*/ 32956 h 285083"/>
              <a:gd name="connsiteX89" fmla="*/ 540782 w 1246536"/>
              <a:gd name="connsiteY89" fmla="*/ 63865 h 285083"/>
              <a:gd name="connsiteX90" fmla="*/ 470440 w 1246536"/>
              <a:gd name="connsiteY90" fmla="*/ 78819 h 285083"/>
              <a:gd name="connsiteX91" fmla="*/ 470440 w 1246536"/>
              <a:gd name="connsiteY91" fmla="*/ 101775 h 285083"/>
              <a:gd name="connsiteX92" fmla="*/ 531495 w 1246536"/>
              <a:gd name="connsiteY92" fmla="*/ 88821 h 285083"/>
              <a:gd name="connsiteX93" fmla="*/ 531495 w 1246536"/>
              <a:gd name="connsiteY93" fmla="*/ 118015 h 285083"/>
              <a:gd name="connsiteX94" fmla="*/ 470440 w 1246536"/>
              <a:gd name="connsiteY94" fmla="*/ 131016 h 285083"/>
              <a:gd name="connsiteX95" fmla="*/ 470440 w 1246536"/>
              <a:gd name="connsiteY95" fmla="*/ 154162 h 285083"/>
              <a:gd name="connsiteX96" fmla="*/ 540782 w 1246536"/>
              <a:gd name="connsiteY96" fmla="*/ 139208 h 285083"/>
              <a:gd name="connsiteX97" fmla="*/ 540782 w 1246536"/>
              <a:gd name="connsiteY97" fmla="*/ 170117 h 285083"/>
              <a:gd name="connsiteX98" fmla="*/ 436340 w 1246536"/>
              <a:gd name="connsiteY98" fmla="*/ 192310 h 285083"/>
              <a:gd name="connsiteX99" fmla="*/ 436340 w 1246536"/>
              <a:gd name="connsiteY99" fmla="*/ 55150 h 285083"/>
              <a:gd name="connsiteX100" fmla="*/ 561308 w 1246536"/>
              <a:gd name="connsiteY100" fmla="*/ 28575 h 285083"/>
              <a:gd name="connsiteX101" fmla="*/ 625173 w 1246536"/>
              <a:gd name="connsiteY101" fmla="*/ 15002 h 285083"/>
              <a:gd name="connsiteX102" fmla="*/ 662035 w 1246536"/>
              <a:gd name="connsiteY102" fmla="*/ 133064 h 285083"/>
              <a:gd name="connsiteX103" fmla="*/ 662035 w 1246536"/>
              <a:gd name="connsiteY103" fmla="*/ 7191 h 285083"/>
              <a:gd name="connsiteX104" fmla="*/ 695897 w 1246536"/>
              <a:gd name="connsiteY104" fmla="*/ 0 h 285083"/>
              <a:gd name="connsiteX105" fmla="*/ 695897 w 1246536"/>
              <a:gd name="connsiteY105" fmla="*/ 137160 h 285083"/>
              <a:gd name="connsiteX106" fmla="*/ 632032 w 1246536"/>
              <a:gd name="connsiteY106" fmla="*/ 150733 h 285083"/>
              <a:gd name="connsiteX107" fmla="*/ 595170 w 1246536"/>
              <a:gd name="connsiteY107" fmla="*/ 32671 h 285083"/>
              <a:gd name="connsiteX108" fmla="*/ 595170 w 1246536"/>
              <a:gd name="connsiteY108" fmla="*/ 158544 h 285083"/>
              <a:gd name="connsiteX109" fmla="*/ 561308 w 1246536"/>
              <a:gd name="connsiteY109" fmla="*/ 165735 h 285083"/>
              <a:gd name="connsiteX110" fmla="*/ 561308 w 1246536"/>
              <a:gd name="connsiteY110" fmla="*/ 28575 h 285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246536" h="285083">
                <a:moveTo>
                  <a:pt x="718995" y="0"/>
                </a:moveTo>
                <a:lnTo>
                  <a:pt x="769239" y="10668"/>
                </a:lnTo>
                <a:cubicBezTo>
                  <a:pt x="805149" y="18288"/>
                  <a:pt x="842391" y="35766"/>
                  <a:pt x="842391" y="94726"/>
                </a:cubicBezTo>
                <a:cubicBezTo>
                  <a:pt x="842391" y="153876"/>
                  <a:pt x="805149" y="155496"/>
                  <a:pt x="769239" y="147876"/>
                </a:cubicBezTo>
                <a:lnTo>
                  <a:pt x="718995" y="137208"/>
                </a:lnTo>
                <a:lnTo>
                  <a:pt x="718995" y="48"/>
                </a:lnTo>
                <a:close/>
                <a:moveTo>
                  <a:pt x="769239" y="116681"/>
                </a:moveTo>
                <a:cubicBezTo>
                  <a:pt x="791766" y="121491"/>
                  <a:pt x="808530" y="124254"/>
                  <a:pt x="808530" y="87487"/>
                </a:cubicBezTo>
                <a:cubicBezTo>
                  <a:pt x="808530" y="50721"/>
                  <a:pt x="791623" y="46339"/>
                  <a:pt x="769239" y="41577"/>
                </a:cubicBezTo>
                <a:lnTo>
                  <a:pt x="752856" y="38100"/>
                </a:lnTo>
                <a:lnTo>
                  <a:pt x="752856" y="113205"/>
                </a:lnTo>
                <a:cubicBezTo>
                  <a:pt x="752856" y="113205"/>
                  <a:pt x="769239" y="116681"/>
                  <a:pt x="769239" y="116681"/>
                </a:cubicBezTo>
                <a:close/>
                <a:moveTo>
                  <a:pt x="947024" y="48482"/>
                </a:moveTo>
                <a:lnTo>
                  <a:pt x="947024" y="79391"/>
                </a:lnTo>
                <a:cubicBezTo>
                  <a:pt x="947024" y="79391"/>
                  <a:pt x="917067" y="73009"/>
                  <a:pt x="917067" y="73009"/>
                </a:cubicBezTo>
                <a:lnTo>
                  <a:pt x="917067" y="148114"/>
                </a:lnTo>
                <a:cubicBezTo>
                  <a:pt x="917067" y="148114"/>
                  <a:pt x="947024" y="154496"/>
                  <a:pt x="947024" y="154496"/>
                </a:cubicBezTo>
                <a:lnTo>
                  <a:pt x="947024" y="185642"/>
                </a:lnTo>
                <a:cubicBezTo>
                  <a:pt x="947024" y="185642"/>
                  <a:pt x="853393" y="165735"/>
                  <a:pt x="853393" y="165735"/>
                </a:cubicBezTo>
                <a:lnTo>
                  <a:pt x="853393" y="134588"/>
                </a:lnTo>
                <a:cubicBezTo>
                  <a:pt x="853393" y="134588"/>
                  <a:pt x="883349" y="140970"/>
                  <a:pt x="883349" y="140970"/>
                </a:cubicBezTo>
                <a:lnTo>
                  <a:pt x="883349" y="65865"/>
                </a:lnTo>
                <a:cubicBezTo>
                  <a:pt x="883349" y="65865"/>
                  <a:pt x="853393" y="59484"/>
                  <a:pt x="853393" y="59484"/>
                </a:cubicBezTo>
                <a:lnTo>
                  <a:pt x="853393" y="28575"/>
                </a:lnTo>
                <a:cubicBezTo>
                  <a:pt x="853393" y="28575"/>
                  <a:pt x="947024" y="48482"/>
                  <a:pt x="947024" y="48482"/>
                </a:cubicBezTo>
                <a:close/>
                <a:moveTo>
                  <a:pt x="1026319" y="62579"/>
                </a:moveTo>
                <a:cubicBezTo>
                  <a:pt x="1068944" y="71628"/>
                  <a:pt x="1094994" y="107918"/>
                  <a:pt x="1094994" y="148399"/>
                </a:cubicBezTo>
                <a:cubicBezTo>
                  <a:pt x="1094994" y="189071"/>
                  <a:pt x="1068944" y="214265"/>
                  <a:pt x="1026319" y="205216"/>
                </a:cubicBezTo>
                <a:cubicBezTo>
                  <a:pt x="983504" y="196120"/>
                  <a:pt x="957263" y="159782"/>
                  <a:pt x="957263" y="119158"/>
                </a:cubicBezTo>
                <a:cubicBezTo>
                  <a:pt x="957263" y="78676"/>
                  <a:pt x="983504" y="53530"/>
                  <a:pt x="1026319" y="62627"/>
                </a:cubicBezTo>
                <a:moveTo>
                  <a:pt x="1026319" y="173117"/>
                </a:moveTo>
                <a:cubicBezTo>
                  <a:pt x="1049036" y="177927"/>
                  <a:pt x="1060180" y="165925"/>
                  <a:pt x="1060180" y="141018"/>
                </a:cubicBezTo>
                <a:cubicBezTo>
                  <a:pt x="1060180" y="116110"/>
                  <a:pt x="1048846" y="99489"/>
                  <a:pt x="1026319" y="94726"/>
                </a:cubicBezTo>
                <a:cubicBezTo>
                  <a:pt x="1003602" y="89916"/>
                  <a:pt x="992267" y="101870"/>
                  <a:pt x="992267" y="126587"/>
                </a:cubicBezTo>
                <a:cubicBezTo>
                  <a:pt x="992267" y="151495"/>
                  <a:pt x="1003649" y="168307"/>
                  <a:pt x="1026319" y="173117"/>
                </a:cubicBezTo>
                <a:moveTo>
                  <a:pt x="1111949" y="83534"/>
                </a:moveTo>
                <a:lnTo>
                  <a:pt x="1175814" y="97107"/>
                </a:lnTo>
                <a:lnTo>
                  <a:pt x="1212675" y="230791"/>
                </a:lnTo>
                <a:lnTo>
                  <a:pt x="1212675" y="104918"/>
                </a:lnTo>
                <a:cubicBezTo>
                  <a:pt x="1212675" y="104918"/>
                  <a:pt x="1246537" y="112109"/>
                  <a:pt x="1246537" y="112109"/>
                </a:cubicBezTo>
                <a:lnTo>
                  <a:pt x="1246537" y="249269"/>
                </a:lnTo>
                <a:cubicBezTo>
                  <a:pt x="1246537" y="249269"/>
                  <a:pt x="1182672" y="235696"/>
                  <a:pt x="1182672" y="235696"/>
                </a:cubicBezTo>
                <a:lnTo>
                  <a:pt x="1145810" y="102013"/>
                </a:lnTo>
                <a:lnTo>
                  <a:pt x="1145810" y="227886"/>
                </a:lnTo>
                <a:cubicBezTo>
                  <a:pt x="1145810" y="227886"/>
                  <a:pt x="1111949" y="220694"/>
                  <a:pt x="1111949" y="220694"/>
                </a:cubicBezTo>
                <a:lnTo>
                  <a:pt x="1111949" y="83534"/>
                </a:lnTo>
                <a:close/>
                <a:moveTo>
                  <a:pt x="42101" y="138970"/>
                </a:moveTo>
                <a:lnTo>
                  <a:pt x="104108" y="125778"/>
                </a:lnTo>
                <a:lnTo>
                  <a:pt x="145971" y="254032"/>
                </a:lnTo>
                <a:lnTo>
                  <a:pt x="110061" y="261652"/>
                </a:lnTo>
                <a:lnTo>
                  <a:pt x="97774" y="222837"/>
                </a:lnTo>
                <a:lnTo>
                  <a:pt x="47863" y="233458"/>
                </a:lnTo>
                <a:lnTo>
                  <a:pt x="35576" y="277511"/>
                </a:lnTo>
                <a:lnTo>
                  <a:pt x="0" y="285083"/>
                </a:lnTo>
                <a:lnTo>
                  <a:pt x="42053" y="138970"/>
                </a:lnTo>
                <a:close/>
                <a:moveTo>
                  <a:pt x="88440" y="193881"/>
                </a:moveTo>
                <a:lnTo>
                  <a:pt x="72819" y="144875"/>
                </a:lnTo>
                <a:lnTo>
                  <a:pt x="57198" y="200549"/>
                </a:lnTo>
                <a:lnTo>
                  <a:pt x="88488" y="193881"/>
                </a:lnTo>
                <a:close/>
                <a:moveTo>
                  <a:pt x="214646" y="242173"/>
                </a:moveTo>
                <a:cubicBezTo>
                  <a:pt x="168307" y="252032"/>
                  <a:pt x="148733" y="235553"/>
                  <a:pt x="148733" y="199930"/>
                </a:cubicBezTo>
                <a:lnTo>
                  <a:pt x="183738" y="192500"/>
                </a:lnTo>
                <a:cubicBezTo>
                  <a:pt x="183738" y="211979"/>
                  <a:pt x="190977" y="217599"/>
                  <a:pt x="215408" y="212408"/>
                </a:cubicBezTo>
                <a:cubicBezTo>
                  <a:pt x="231982" y="208883"/>
                  <a:pt x="239030" y="203883"/>
                  <a:pt x="239030" y="195310"/>
                </a:cubicBezTo>
                <a:cubicBezTo>
                  <a:pt x="239030" y="190452"/>
                  <a:pt x="235315" y="187547"/>
                  <a:pt x="227886" y="187166"/>
                </a:cubicBezTo>
                <a:lnTo>
                  <a:pt x="183975" y="184452"/>
                </a:lnTo>
                <a:cubicBezTo>
                  <a:pt x="161258" y="182880"/>
                  <a:pt x="154210" y="170545"/>
                  <a:pt x="154210" y="153210"/>
                </a:cubicBezTo>
                <a:cubicBezTo>
                  <a:pt x="154210" y="126540"/>
                  <a:pt x="173212" y="108299"/>
                  <a:pt x="207645" y="101013"/>
                </a:cubicBezTo>
                <a:cubicBezTo>
                  <a:pt x="248603" y="92297"/>
                  <a:pt x="268891" y="108252"/>
                  <a:pt x="268891" y="138017"/>
                </a:cubicBezTo>
                <a:lnTo>
                  <a:pt x="234077" y="145399"/>
                </a:lnTo>
                <a:cubicBezTo>
                  <a:pt x="234077" y="130635"/>
                  <a:pt x="226076" y="126111"/>
                  <a:pt x="208217" y="129873"/>
                </a:cubicBezTo>
                <a:cubicBezTo>
                  <a:pt x="195739" y="132540"/>
                  <a:pt x="189215" y="137208"/>
                  <a:pt x="189215" y="145018"/>
                </a:cubicBezTo>
                <a:cubicBezTo>
                  <a:pt x="189215" y="148923"/>
                  <a:pt x="191262" y="151781"/>
                  <a:pt x="199454" y="152352"/>
                </a:cubicBezTo>
                <a:lnTo>
                  <a:pt x="242078" y="154400"/>
                </a:lnTo>
                <a:cubicBezTo>
                  <a:pt x="263843" y="155400"/>
                  <a:pt x="273891" y="166306"/>
                  <a:pt x="273891" y="186357"/>
                </a:cubicBezTo>
                <a:cubicBezTo>
                  <a:pt x="273891" y="212408"/>
                  <a:pt x="256747" y="233172"/>
                  <a:pt x="214694" y="242126"/>
                </a:cubicBezTo>
                <a:moveTo>
                  <a:pt x="283702" y="156067"/>
                </a:moveTo>
                <a:cubicBezTo>
                  <a:pt x="283702" y="115586"/>
                  <a:pt x="310325" y="79200"/>
                  <a:pt x="353330" y="70056"/>
                </a:cubicBezTo>
                <a:cubicBezTo>
                  <a:pt x="390906" y="62055"/>
                  <a:pt x="415862" y="77962"/>
                  <a:pt x="419767" y="111585"/>
                </a:cubicBezTo>
                <a:lnTo>
                  <a:pt x="384953" y="118967"/>
                </a:lnTo>
                <a:cubicBezTo>
                  <a:pt x="382143" y="104775"/>
                  <a:pt x="370047" y="98584"/>
                  <a:pt x="353473" y="102108"/>
                </a:cubicBezTo>
                <a:cubicBezTo>
                  <a:pt x="333185" y="106442"/>
                  <a:pt x="318659" y="121587"/>
                  <a:pt x="318659" y="148590"/>
                </a:cubicBezTo>
                <a:cubicBezTo>
                  <a:pt x="318659" y="175832"/>
                  <a:pt x="333185" y="184785"/>
                  <a:pt x="353473" y="180499"/>
                </a:cubicBezTo>
                <a:cubicBezTo>
                  <a:pt x="370047" y="176974"/>
                  <a:pt x="382143" y="165449"/>
                  <a:pt x="384953" y="150066"/>
                </a:cubicBezTo>
                <a:lnTo>
                  <a:pt x="419767" y="142685"/>
                </a:lnTo>
                <a:cubicBezTo>
                  <a:pt x="415862" y="178165"/>
                  <a:pt x="390906" y="204645"/>
                  <a:pt x="353330" y="212646"/>
                </a:cubicBezTo>
                <a:cubicBezTo>
                  <a:pt x="310325" y="221790"/>
                  <a:pt x="283702" y="196691"/>
                  <a:pt x="283702" y="156067"/>
                </a:cubicBezTo>
                <a:moveTo>
                  <a:pt x="436340" y="55150"/>
                </a:moveTo>
                <a:lnTo>
                  <a:pt x="540782" y="32956"/>
                </a:lnTo>
                <a:lnTo>
                  <a:pt x="540782" y="63865"/>
                </a:lnTo>
                <a:cubicBezTo>
                  <a:pt x="540782" y="63865"/>
                  <a:pt x="470440" y="78819"/>
                  <a:pt x="470440" y="78819"/>
                </a:cubicBezTo>
                <a:lnTo>
                  <a:pt x="470440" y="101775"/>
                </a:lnTo>
                <a:cubicBezTo>
                  <a:pt x="470440" y="101775"/>
                  <a:pt x="531495" y="88821"/>
                  <a:pt x="531495" y="88821"/>
                </a:cubicBezTo>
                <a:lnTo>
                  <a:pt x="531495" y="118015"/>
                </a:lnTo>
                <a:cubicBezTo>
                  <a:pt x="531495" y="118015"/>
                  <a:pt x="470440" y="131016"/>
                  <a:pt x="470440" y="131016"/>
                </a:cubicBezTo>
                <a:lnTo>
                  <a:pt x="470440" y="154162"/>
                </a:lnTo>
                <a:cubicBezTo>
                  <a:pt x="470440" y="154162"/>
                  <a:pt x="540782" y="139208"/>
                  <a:pt x="540782" y="139208"/>
                </a:cubicBezTo>
                <a:lnTo>
                  <a:pt x="540782" y="170117"/>
                </a:lnTo>
                <a:cubicBezTo>
                  <a:pt x="540782" y="170117"/>
                  <a:pt x="436340" y="192310"/>
                  <a:pt x="436340" y="192310"/>
                </a:cubicBezTo>
                <a:lnTo>
                  <a:pt x="436340" y="55150"/>
                </a:lnTo>
                <a:close/>
                <a:moveTo>
                  <a:pt x="561308" y="28575"/>
                </a:moveTo>
                <a:lnTo>
                  <a:pt x="625173" y="15002"/>
                </a:lnTo>
                <a:lnTo>
                  <a:pt x="662035" y="133064"/>
                </a:lnTo>
                <a:lnTo>
                  <a:pt x="662035" y="7191"/>
                </a:lnTo>
                <a:cubicBezTo>
                  <a:pt x="662035" y="7191"/>
                  <a:pt x="695897" y="0"/>
                  <a:pt x="695897" y="0"/>
                </a:cubicBezTo>
                <a:lnTo>
                  <a:pt x="695897" y="137160"/>
                </a:lnTo>
                <a:cubicBezTo>
                  <a:pt x="695897" y="137160"/>
                  <a:pt x="632032" y="150733"/>
                  <a:pt x="632032" y="150733"/>
                </a:cubicBezTo>
                <a:lnTo>
                  <a:pt x="595170" y="32671"/>
                </a:lnTo>
                <a:lnTo>
                  <a:pt x="595170" y="158544"/>
                </a:lnTo>
                <a:cubicBezTo>
                  <a:pt x="595170" y="158544"/>
                  <a:pt x="561308" y="165735"/>
                  <a:pt x="561308" y="165735"/>
                </a:cubicBezTo>
                <a:lnTo>
                  <a:pt x="561308" y="28575"/>
                </a:lnTo>
                <a:close/>
              </a:path>
            </a:pathLst>
          </a:custGeom>
          <a:solidFill>
            <a:srgbClr val="FFFFFF"/>
          </a:solidFill>
          <a:ln w="4763" cap="flat">
            <a:noFill/>
            <a:prstDash val="solid"/>
            <a:miter/>
          </a:ln>
        </p:spPr>
        <p:txBody>
          <a:bodyPr rtlCol="0" anchor="ctr"/>
          <a:lstStyle/>
          <a:p>
            <a:endParaRPr lang="en-AU" sz="2400"/>
          </a:p>
        </p:txBody>
      </p:sp>
      <p:grpSp>
        <p:nvGrpSpPr>
          <p:cNvPr id="9" name="Graphic 3">
            <a:extLst>
              <a:ext uri="{FF2B5EF4-FFF2-40B4-BE49-F238E27FC236}">
                <a16:creationId xmlns:a16="http://schemas.microsoft.com/office/drawing/2014/main" id="{C131A2F5-C9CC-0D2D-7381-C29F6CE6AAAA}"/>
              </a:ext>
            </a:extLst>
          </p:cNvPr>
          <p:cNvGrpSpPr/>
          <p:nvPr/>
        </p:nvGrpSpPr>
        <p:grpSpPr>
          <a:xfrm>
            <a:off x="248284" y="864934"/>
            <a:ext cx="985709" cy="97980"/>
            <a:chOff x="186213" y="648700"/>
            <a:chExt cx="739282" cy="73485"/>
          </a:xfrm>
          <a:solidFill>
            <a:srgbClr val="FFFFFF"/>
          </a:solidFill>
        </p:grpSpPr>
        <p:sp>
          <p:nvSpPr>
            <p:cNvPr id="10" name="Freeform: Shape 9">
              <a:extLst>
                <a:ext uri="{FF2B5EF4-FFF2-40B4-BE49-F238E27FC236}">
                  <a16:creationId xmlns:a16="http://schemas.microsoft.com/office/drawing/2014/main" id="{6CE1E40E-8CD1-8C11-0C19-93375CBB7D7A}"/>
                </a:ext>
              </a:extLst>
            </p:cNvPr>
            <p:cNvSpPr/>
            <p:nvPr/>
          </p:nvSpPr>
          <p:spPr>
            <a:xfrm>
              <a:off x="186213" y="668274"/>
              <a:ext cx="46386" cy="53911"/>
            </a:xfrm>
            <a:custGeom>
              <a:avLst/>
              <a:gdLst>
                <a:gd name="connsiteX0" fmla="*/ 16574 w 46386"/>
                <a:gd name="connsiteY0" fmla="*/ 53864 h 53911"/>
                <a:gd name="connsiteX1" fmla="*/ 8334 w 46386"/>
                <a:gd name="connsiteY1" fmla="*/ 52197 h 53911"/>
                <a:gd name="connsiteX2" fmla="*/ 2286 w 46386"/>
                <a:gd name="connsiteY2" fmla="*/ 47101 h 53911"/>
                <a:gd name="connsiteX3" fmla="*/ 0 w 46386"/>
                <a:gd name="connsiteY3" fmla="*/ 38624 h 53911"/>
                <a:gd name="connsiteX4" fmla="*/ 4334 w 46386"/>
                <a:gd name="connsiteY4" fmla="*/ 27861 h 53911"/>
                <a:gd name="connsiteX5" fmla="*/ 16574 w 46386"/>
                <a:gd name="connsiteY5" fmla="*/ 22908 h 53911"/>
                <a:gd name="connsiteX6" fmla="*/ 35052 w 46386"/>
                <a:gd name="connsiteY6" fmla="*/ 21431 h 53911"/>
                <a:gd name="connsiteX7" fmla="*/ 35052 w 46386"/>
                <a:gd name="connsiteY7" fmla="*/ 18240 h 53911"/>
                <a:gd name="connsiteX8" fmla="*/ 32147 w 46386"/>
                <a:gd name="connsiteY8" fmla="*/ 10239 h 53911"/>
                <a:gd name="connsiteX9" fmla="*/ 24813 w 46386"/>
                <a:gd name="connsiteY9" fmla="*/ 8049 h 53911"/>
                <a:gd name="connsiteX10" fmla="*/ 16812 w 46386"/>
                <a:gd name="connsiteY10" fmla="*/ 10382 h 53911"/>
                <a:gd name="connsiteX11" fmla="*/ 13621 w 46386"/>
                <a:gd name="connsiteY11" fmla="*/ 17907 h 53911"/>
                <a:gd name="connsiteX12" fmla="*/ 2667 w 46386"/>
                <a:gd name="connsiteY12" fmla="*/ 17907 h 53911"/>
                <a:gd name="connsiteX13" fmla="*/ 5477 w 46386"/>
                <a:gd name="connsiteY13" fmla="*/ 7477 h 53911"/>
                <a:gd name="connsiteX14" fmla="*/ 13287 w 46386"/>
                <a:gd name="connsiteY14" fmla="*/ 1762 h 53911"/>
                <a:gd name="connsiteX15" fmla="*/ 24860 w 46386"/>
                <a:gd name="connsiteY15" fmla="*/ 0 h 53911"/>
                <a:gd name="connsiteX16" fmla="*/ 33195 w 46386"/>
                <a:gd name="connsiteY16" fmla="*/ 810 h 53911"/>
                <a:gd name="connsiteX17" fmla="*/ 40053 w 46386"/>
                <a:gd name="connsiteY17" fmla="*/ 3619 h 53911"/>
                <a:gd name="connsiteX18" fmla="*/ 44720 w 46386"/>
                <a:gd name="connsiteY18" fmla="*/ 9144 h 53911"/>
                <a:gd name="connsiteX19" fmla="*/ 46387 w 46386"/>
                <a:gd name="connsiteY19" fmla="*/ 18097 h 53911"/>
                <a:gd name="connsiteX20" fmla="*/ 46387 w 46386"/>
                <a:gd name="connsiteY20" fmla="*/ 53007 h 53911"/>
                <a:gd name="connsiteX21" fmla="*/ 35576 w 46386"/>
                <a:gd name="connsiteY21" fmla="*/ 53007 h 53911"/>
                <a:gd name="connsiteX22" fmla="*/ 35147 w 46386"/>
                <a:gd name="connsiteY22" fmla="*/ 45672 h 53911"/>
                <a:gd name="connsiteX23" fmla="*/ 27146 w 46386"/>
                <a:gd name="connsiteY23" fmla="*/ 51721 h 53911"/>
                <a:gd name="connsiteX24" fmla="*/ 16574 w 46386"/>
                <a:gd name="connsiteY24" fmla="*/ 53911 h 53911"/>
                <a:gd name="connsiteX25" fmla="*/ 20050 w 46386"/>
                <a:gd name="connsiteY25" fmla="*/ 45672 h 53911"/>
                <a:gd name="connsiteX26" fmla="*/ 28623 w 46386"/>
                <a:gd name="connsiteY26" fmla="*/ 43386 h 53911"/>
                <a:gd name="connsiteX27" fmla="*/ 34909 w 46386"/>
                <a:gd name="connsiteY27" fmla="*/ 37767 h 53911"/>
                <a:gd name="connsiteX28" fmla="*/ 34909 w 46386"/>
                <a:gd name="connsiteY28" fmla="*/ 28289 h 53911"/>
                <a:gd name="connsiteX29" fmla="*/ 16859 w 46386"/>
                <a:gd name="connsiteY29" fmla="*/ 30623 h 53911"/>
                <a:gd name="connsiteX30" fmla="*/ 11525 w 46386"/>
                <a:gd name="connsiteY30" fmla="*/ 38052 h 53911"/>
                <a:gd name="connsiteX31" fmla="*/ 13811 w 46386"/>
                <a:gd name="connsiteY31" fmla="*/ 43672 h 53911"/>
                <a:gd name="connsiteX32" fmla="*/ 20098 w 46386"/>
                <a:gd name="connsiteY32" fmla="*/ 45672 h 53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386" h="53911">
                  <a:moveTo>
                    <a:pt x="16574" y="53864"/>
                  </a:moveTo>
                  <a:cubicBezTo>
                    <a:pt x="13573" y="53864"/>
                    <a:pt x="10811" y="53292"/>
                    <a:pt x="8334" y="52197"/>
                  </a:cubicBezTo>
                  <a:cubicBezTo>
                    <a:pt x="5810" y="51054"/>
                    <a:pt x="3810" y="49387"/>
                    <a:pt x="2286" y="47101"/>
                  </a:cubicBezTo>
                  <a:cubicBezTo>
                    <a:pt x="762" y="44863"/>
                    <a:pt x="0" y="42005"/>
                    <a:pt x="0" y="38624"/>
                  </a:cubicBezTo>
                  <a:cubicBezTo>
                    <a:pt x="0" y="33861"/>
                    <a:pt x="1429" y="30289"/>
                    <a:pt x="4334" y="27861"/>
                  </a:cubicBezTo>
                  <a:cubicBezTo>
                    <a:pt x="7239" y="25432"/>
                    <a:pt x="11335" y="23765"/>
                    <a:pt x="16574" y="22908"/>
                  </a:cubicBezTo>
                  <a:cubicBezTo>
                    <a:pt x="21812" y="22050"/>
                    <a:pt x="28004" y="21526"/>
                    <a:pt x="35052" y="21431"/>
                  </a:cubicBezTo>
                  <a:lnTo>
                    <a:pt x="35052" y="18240"/>
                  </a:lnTo>
                  <a:cubicBezTo>
                    <a:pt x="35052" y="14335"/>
                    <a:pt x="34100" y="11668"/>
                    <a:pt x="32147" y="10239"/>
                  </a:cubicBezTo>
                  <a:cubicBezTo>
                    <a:pt x="30242" y="8763"/>
                    <a:pt x="27765" y="8049"/>
                    <a:pt x="24813" y="8049"/>
                  </a:cubicBezTo>
                  <a:cubicBezTo>
                    <a:pt x="21622" y="8049"/>
                    <a:pt x="18955" y="8811"/>
                    <a:pt x="16812" y="10382"/>
                  </a:cubicBezTo>
                  <a:cubicBezTo>
                    <a:pt x="14669" y="11954"/>
                    <a:pt x="13621" y="14478"/>
                    <a:pt x="13621" y="17907"/>
                  </a:cubicBezTo>
                  <a:lnTo>
                    <a:pt x="2667" y="17907"/>
                  </a:lnTo>
                  <a:cubicBezTo>
                    <a:pt x="2667" y="13573"/>
                    <a:pt x="3620" y="10096"/>
                    <a:pt x="5477" y="7477"/>
                  </a:cubicBezTo>
                  <a:cubicBezTo>
                    <a:pt x="7334" y="4858"/>
                    <a:pt x="9954" y="2953"/>
                    <a:pt x="13287" y="1762"/>
                  </a:cubicBezTo>
                  <a:cubicBezTo>
                    <a:pt x="16621" y="571"/>
                    <a:pt x="20479" y="0"/>
                    <a:pt x="24860" y="0"/>
                  </a:cubicBezTo>
                  <a:cubicBezTo>
                    <a:pt x="27813" y="0"/>
                    <a:pt x="30623" y="286"/>
                    <a:pt x="33195" y="810"/>
                  </a:cubicBezTo>
                  <a:cubicBezTo>
                    <a:pt x="35814" y="1333"/>
                    <a:pt x="38100" y="2286"/>
                    <a:pt x="40053" y="3619"/>
                  </a:cubicBezTo>
                  <a:cubicBezTo>
                    <a:pt x="42053" y="4953"/>
                    <a:pt x="43577" y="6810"/>
                    <a:pt x="44720" y="9144"/>
                  </a:cubicBezTo>
                  <a:cubicBezTo>
                    <a:pt x="45863" y="11478"/>
                    <a:pt x="46387" y="14478"/>
                    <a:pt x="46387" y="18097"/>
                  </a:cubicBezTo>
                  <a:lnTo>
                    <a:pt x="46387" y="53007"/>
                  </a:lnTo>
                  <a:lnTo>
                    <a:pt x="35576" y="53007"/>
                  </a:lnTo>
                  <a:lnTo>
                    <a:pt x="35147" y="45672"/>
                  </a:lnTo>
                  <a:cubicBezTo>
                    <a:pt x="32861" y="48244"/>
                    <a:pt x="30194" y="50244"/>
                    <a:pt x="27146" y="51721"/>
                  </a:cubicBezTo>
                  <a:cubicBezTo>
                    <a:pt x="24098" y="53197"/>
                    <a:pt x="20574" y="53911"/>
                    <a:pt x="16574" y="53911"/>
                  </a:cubicBezTo>
                  <a:close/>
                  <a:moveTo>
                    <a:pt x="20050" y="45672"/>
                  </a:moveTo>
                  <a:cubicBezTo>
                    <a:pt x="23193" y="45672"/>
                    <a:pt x="26051" y="44910"/>
                    <a:pt x="28623" y="43386"/>
                  </a:cubicBezTo>
                  <a:cubicBezTo>
                    <a:pt x="31194" y="41862"/>
                    <a:pt x="33290" y="40005"/>
                    <a:pt x="34909" y="37767"/>
                  </a:cubicBezTo>
                  <a:lnTo>
                    <a:pt x="34909" y="28289"/>
                  </a:lnTo>
                  <a:cubicBezTo>
                    <a:pt x="26432" y="28289"/>
                    <a:pt x="20384" y="29099"/>
                    <a:pt x="16859" y="30623"/>
                  </a:cubicBezTo>
                  <a:cubicBezTo>
                    <a:pt x="13287" y="32147"/>
                    <a:pt x="11525" y="34623"/>
                    <a:pt x="11525" y="38052"/>
                  </a:cubicBezTo>
                  <a:cubicBezTo>
                    <a:pt x="11525" y="40481"/>
                    <a:pt x="12287" y="42339"/>
                    <a:pt x="13811" y="43672"/>
                  </a:cubicBezTo>
                  <a:cubicBezTo>
                    <a:pt x="15335" y="45006"/>
                    <a:pt x="17431" y="45672"/>
                    <a:pt x="20098" y="45672"/>
                  </a:cubicBezTo>
                  <a:close/>
                </a:path>
              </a:pathLst>
            </a:custGeom>
            <a:solidFill>
              <a:srgbClr val="FFFFFF"/>
            </a:solidFill>
            <a:ln w="4763" cap="flat">
              <a:noFill/>
              <a:prstDash val="solid"/>
              <a:miter/>
            </a:ln>
          </p:spPr>
          <p:txBody>
            <a:bodyPr rtlCol="0" anchor="ctr"/>
            <a:lstStyle/>
            <a:p>
              <a:endParaRPr lang="en-AU" sz="2400"/>
            </a:p>
          </p:txBody>
        </p:sp>
        <p:sp>
          <p:nvSpPr>
            <p:cNvPr id="11" name="Freeform: Shape 10">
              <a:extLst>
                <a:ext uri="{FF2B5EF4-FFF2-40B4-BE49-F238E27FC236}">
                  <a16:creationId xmlns:a16="http://schemas.microsoft.com/office/drawing/2014/main" id="{7CF981CF-1213-E141-4DE4-256DCAEA2971}"/>
                </a:ext>
              </a:extLst>
            </p:cNvPr>
            <p:cNvSpPr/>
            <p:nvPr/>
          </p:nvSpPr>
          <p:spPr>
            <a:xfrm>
              <a:off x="245459" y="668226"/>
              <a:ext cx="44195" cy="53959"/>
            </a:xfrm>
            <a:custGeom>
              <a:avLst/>
              <a:gdLst>
                <a:gd name="connsiteX0" fmla="*/ 22527 w 44195"/>
                <a:gd name="connsiteY0" fmla="*/ 53959 h 53959"/>
                <a:gd name="connsiteX1" fmla="*/ 14097 w 44195"/>
                <a:gd name="connsiteY1" fmla="*/ 53102 h 53959"/>
                <a:gd name="connsiteX2" fmla="*/ 6906 w 44195"/>
                <a:gd name="connsiteY2" fmla="*/ 50197 h 53959"/>
                <a:gd name="connsiteX3" fmla="*/ 1857 w 44195"/>
                <a:gd name="connsiteY3" fmla="*/ 44815 h 53959"/>
                <a:gd name="connsiteX4" fmla="*/ 0 w 44195"/>
                <a:gd name="connsiteY4" fmla="*/ 36528 h 53959"/>
                <a:gd name="connsiteX5" fmla="*/ 10906 w 44195"/>
                <a:gd name="connsiteY5" fmla="*/ 36528 h 53959"/>
                <a:gd name="connsiteX6" fmla="*/ 14335 w 44195"/>
                <a:gd name="connsiteY6" fmla="*/ 43863 h 53959"/>
                <a:gd name="connsiteX7" fmla="*/ 22622 w 44195"/>
                <a:gd name="connsiteY7" fmla="*/ 45958 h 53959"/>
                <a:gd name="connsiteX8" fmla="*/ 30004 w 44195"/>
                <a:gd name="connsiteY8" fmla="*/ 44339 h 53959"/>
                <a:gd name="connsiteX9" fmla="*/ 32766 w 44195"/>
                <a:gd name="connsiteY9" fmla="*/ 38910 h 53959"/>
                <a:gd name="connsiteX10" fmla="*/ 29956 w 44195"/>
                <a:gd name="connsiteY10" fmla="*/ 33861 h 53959"/>
                <a:gd name="connsiteX11" fmla="*/ 20050 w 44195"/>
                <a:gd name="connsiteY11" fmla="*/ 30623 h 53959"/>
                <a:gd name="connsiteX12" fmla="*/ 9954 w 44195"/>
                <a:gd name="connsiteY12" fmla="*/ 27289 h 53959"/>
                <a:gd name="connsiteX13" fmla="*/ 3429 w 44195"/>
                <a:gd name="connsiteY13" fmla="*/ 22336 h 53959"/>
                <a:gd name="connsiteX14" fmla="*/ 1143 w 44195"/>
                <a:gd name="connsiteY14" fmla="*/ 14430 h 53959"/>
                <a:gd name="connsiteX15" fmla="*/ 2810 w 44195"/>
                <a:gd name="connsiteY15" fmla="*/ 7953 h 53959"/>
                <a:gd name="connsiteX16" fmla="*/ 7382 w 44195"/>
                <a:gd name="connsiteY16" fmla="*/ 3477 h 53959"/>
                <a:gd name="connsiteX17" fmla="*/ 14002 w 44195"/>
                <a:gd name="connsiteY17" fmla="*/ 857 h 53959"/>
                <a:gd name="connsiteX18" fmla="*/ 21907 w 44195"/>
                <a:gd name="connsiteY18" fmla="*/ 0 h 53959"/>
                <a:gd name="connsiteX19" fmla="*/ 29670 w 44195"/>
                <a:gd name="connsiteY19" fmla="*/ 905 h 53959"/>
                <a:gd name="connsiteX20" fmla="*/ 36338 w 44195"/>
                <a:gd name="connsiteY20" fmla="*/ 3762 h 53959"/>
                <a:gd name="connsiteX21" fmla="*/ 41005 w 44195"/>
                <a:gd name="connsiteY21" fmla="*/ 8954 h 53959"/>
                <a:gd name="connsiteX22" fmla="*/ 42720 w 44195"/>
                <a:gd name="connsiteY22" fmla="*/ 16812 h 53959"/>
                <a:gd name="connsiteX23" fmla="*/ 31861 w 44195"/>
                <a:gd name="connsiteY23" fmla="*/ 16812 h 53959"/>
                <a:gd name="connsiteX24" fmla="*/ 28908 w 44195"/>
                <a:gd name="connsiteY24" fmla="*/ 10096 h 53959"/>
                <a:gd name="connsiteX25" fmla="*/ 21907 w 44195"/>
                <a:gd name="connsiteY25" fmla="*/ 8144 h 53959"/>
                <a:gd name="connsiteX26" fmla="*/ 15097 w 44195"/>
                <a:gd name="connsiteY26" fmla="*/ 9525 h 53959"/>
                <a:gd name="connsiteX27" fmla="*/ 12573 w 44195"/>
                <a:gd name="connsiteY27" fmla="*/ 14002 h 53959"/>
                <a:gd name="connsiteX28" fmla="*/ 13906 w 44195"/>
                <a:gd name="connsiteY28" fmla="*/ 17002 h 53959"/>
                <a:gd name="connsiteX29" fmla="*/ 18288 w 44195"/>
                <a:gd name="connsiteY29" fmla="*/ 19288 h 53959"/>
                <a:gd name="connsiteX30" fmla="*/ 26384 w 44195"/>
                <a:gd name="connsiteY30" fmla="*/ 21527 h 53959"/>
                <a:gd name="connsiteX31" fmla="*/ 35862 w 44195"/>
                <a:gd name="connsiteY31" fmla="*/ 24717 h 53959"/>
                <a:gd name="connsiteX32" fmla="*/ 42053 w 44195"/>
                <a:gd name="connsiteY32" fmla="*/ 29670 h 53959"/>
                <a:gd name="connsiteX33" fmla="*/ 44196 w 44195"/>
                <a:gd name="connsiteY33" fmla="*/ 37671 h 53959"/>
                <a:gd name="connsiteX34" fmla="*/ 42481 w 44195"/>
                <a:gd name="connsiteY34" fmla="*/ 45148 h 53959"/>
                <a:gd name="connsiteX35" fmla="*/ 37767 w 44195"/>
                <a:gd name="connsiteY35" fmla="*/ 50197 h 53959"/>
                <a:gd name="connsiteX36" fmla="*/ 30861 w 44195"/>
                <a:gd name="connsiteY36" fmla="*/ 53054 h 53959"/>
                <a:gd name="connsiteX37" fmla="*/ 22527 w 44195"/>
                <a:gd name="connsiteY37" fmla="*/ 53959 h 53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44195" h="53959">
                  <a:moveTo>
                    <a:pt x="22527" y="53959"/>
                  </a:moveTo>
                  <a:cubicBezTo>
                    <a:pt x="19621" y="53959"/>
                    <a:pt x="16812" y="53673"/>
                    <a:pt x="14097" y="53102"/>
                  </a:cubicBezTo>
                  <a:cubicBezTo>
                    <a:pt x="11430" y="52530"/>
                    <a:pt x="9001" y="51530"/>
                    <a:pt x="6906" y="50197"/>
                  </a:cubicBezTo>
                  <a:cubicBezTo>
                    <a:pt x="4810" y="48863"/>
                    <a:pt x="3096" y="47054"/>
                    <a:pt x="1857" y="44815"/>
                  </a:cubicBezTo>
                  <a:cubicBezTo>
                    <a:pt x="619" y="42577"/>
                    <a:pt x="0" y="39815"/>
                    <a:pt x="0" y="36528"/>
                  </a:cubicBezTo>
                  <a:lnTo>
                    <a:pt x="10906" y="36528"/>
                  </a:lnTo>
                  <a:cubicBezTo>
                    <a:pt x="10906" y="40005"/>
                    <a:pt x="12049" y="42481"/>
                    <a:pt x="14335" y="43863"/>
                  </a:cubicBezTo>
                  <a:cubicBezTo>
                    <a:pt x="16621" y="45244"/>
                    <a:pt x="19383" y="45958"/>
                    <a:pt x="22622" y="45958"/>
                  </a:cubicBezTo>
                  <a:cubicBezTo>
                    <a:pt x="25670" y="45958"/>
                    <a:pt x="28146" y="45434"/>
                    <a:pt x="30004" y="44339"/>
                  </a:cubicBezTo>
                  <a:cubicBezTo>
                    <a:pt x="31861" y="43244"/>
                    <a:pt x="32766" y="41434"/>
                    <a:pt x="32766" y="38910"/>
                  </a:cubicBezTo>
                  <a:cubicBezTo>
                    <a:pt x="32766" y="36671"/>
                    <a:pt x="31814" y="35004"/>
                    <a:pt x="29956" y="33861"/>
                  </a:cubicBezTo>
                  <a:cubicBezTo>
                    <a:pt x="28051" y="32766"/>
                    <a:pt x="24765" y="31671"/>
                    <a:pt x="20050" y="30623"/>
                  </a:cubicBezTo>
                  <a:cubicBezTo>
                    <a:pt x="16145" y="29670"/>
                    <a:pt x="12811" y="28575"/>
                    <a:pt x="9954" y="27289"/>
                  </a:cubicBezTo>
                  <a:cubicBezTo>
                    <a:pt x="7096" y="26003"/>
                    <a:pt x="4953" y="24384"/>
                    <a:pt x="3429" y="22336"/>
                  </a:cubicBezTo>
                  <a:cubicBezTo>
                    <a:pt x="1905" y="20288"/>
                    <a:pt x="1143" y="17669"/>
                    <a:pt x="1143" y="14430"/>
                  </a:cubicBezTo>
                  <a:cubicBezTo>
                    <a:pt x="1143" y="11954"/>
                    <a:pt x="1715" y="9763"/>
                    <a:pt x="2810" y="7953"/>
                  </a:cubicBezTo>
                  <a:cubicBezTo>
                    <a:pt x="3905" y="6144"/>
                    <a:pt x="5477" y="4620"/>
                    <a:pt x="7382" y="3477"/>
                  </a:cubicBezTo>
                  <a:cubicBezTo>
                    <a:pt x="9287" y="2286"/>
                    <a:pt x="11525" y="1429"/>
                    <a:pt x="14002" y="857"/>
                  </a:cubicBezTo>
                  <a:cubicBezTo>
                    <a:pt x="16478" y="286"/>
                    <a:pt x="19145" y="0"/>
                    <a:pt x="21907" y="0"/>
                  </a:cubicBezTo>
                  <a:cubicBezTo>
                    <a:pt x="24670" y="0"/>
                    <a:pt x="27146" y="286"/>
                    <a:pt x="29670" y="905"/>
                  </a:cubicBezTo>
                  <a:cubicBezTo>
                    <a:pt x="32147" y="1476"/>
                    <a:pt x="34385" y="2429"/>
                    <a:pt x="36338" y="3762"/>
                  </a:cubicBezTo>
                  <a:cubicBezTo>
                    <a:pt x="38291" y="5096"/>
                    <a:pt x="39862" y="6810"/>
                    <a:pt x="41005" y="8954"/>
                  </a:cubicBezTo>
                  <a:cubicBezTo>
                    <a:pt x="42148" y="11097"/>
                    <a:pt x="42720" y="13716"/>
                    <a:pt x="42720" y="16812"/>
                  </a:cubicBezTo>
                  <a:lnTo>
                    <a:pt x="31861" y="16812"/>
                  </a:lnTo>
                  <a:cubicBezTo>
                    <a:pt x="31861" y="13621"/>
                    <a:pt x="30861" y="11382"/>
                    <a:pt x="28908" y="10096"/>
                  </a:cubicBezTo>
                  <a:cubicBezTo>
                    <a:pt x="26956" y="8811"/>
                    <a:pt x="24622" y="8144"/>
                    <a:pt x="21907" y="8144"/>
                  </a:cubicBezTo>
                  <a:cubicBezTo>
                    <a:pt x="19050" y="8144"/>
                    <a:pt x="16764" y="8620"/>
                    <a:pt x="15097" y="9525"/>
                  </a:cubicBezTo>
                  <a:cubicBezTo>
                    <a:pt x="13430" y="10430"/>
                    <a:pt x="12573" y="11954"/>
                    <a:pt x="12573" y="14002"/>
                  </a:cubicBezTo>
                  <a:cubicBezTo>
                    <a:pt x="12573" y="15192"/>
                    <a:pt x="13002" y="16193"/>
                    <a:pt x="13906" y="17002"/>
                  </a:cubicBezTo>
                  <a:cubicBezTo>
                    <a:pt x="14811" y="17812"/>
                    <a:pt x="16240" y="18621"/>
                    <a:pt x="18288" y="19288"/>
                  </a:cubicBezTo>
                  <a:cubicBezTo>
                    <a:pt x="20288" y="20002"/>
                    <a:pt x="23003" y="20717"/>
                    <a:pt x="26384" y="21527"/>
                  </a:cubicBezTo>
                  <a:cubicBezTo>
                    <a:pt x="30004" y="22384"/>
                    <a:pt x="33195" y="23431"/>
                    <a:pt x="35862" y="24717"/>
                  </a:cubicBezTo>
                  <a:cubicBezTo>
                    <a:pt x="38529" y="26003"/>
                    <a:pt x="40577" y="27623"/>
                    <a:pt x="42053" y="29670"/>
                  </a:cubicBezTo>
                  <a:cubicBezTo>
                    <a:pt x="43529" y="31718"/>
                    <a:pt x="44196" y="34385"/>
                    <a:pt x="44196" y="37671"/>
                  </a:cubicBezTo>
                  <a:cubicBezTo>
                    <a:pt x="44196" y="40577"/>
                    <a:pt x="43625" y="43101"/>
                    <a:pt x="42481" y="45148"/>
                  </a:cubicBezTo>
                  <a:cubicBezTo>
                    <a:pt x="41339" y="47196"/>
                    <a:pt x="39767" y="48911"/>
                    <a:pt x="37767" y="50197"/>
                  </a:cubicBezTo>
                  <a:cubicBezTo>
                    <a:pt x="35766" y="51483"/>
                    <a:pt x="33480" y="52435"/>
                    <a:pt x="30861" y="53054"/>
                  </a:cubicBezTo>
                  <a:cubicBezTo>
                    <a:pt x="28242" y="53673"/>
                    <a:pt x="25479" y="53959"/>
                    <a:pt x="22527" y="53959"/>
                  </a:cubicBezTo>
                  <a:close/>
                </a:path>
              </a:pathLst>
            </a:custGeom>
            <a:solidFill>
              <a:srgbClr val="FFFFFF"/>
            </a:solidFill>
            <a:ln w="4763" cap="flat">
              <a:noFill/>
              <a:prstDash val="solid"/>
              <a:miter/>
            </a:ln>
          </p:spPr>
          <p:txBody>
            <a:bodyPr rtlCol="0" anchor="ctr"/>
            <a:lstStyle/>
            <a:p>
              <a:endParaRPr lang="en-AU" sz="2400"/>
            </a:p>
          </p:txBody>
        </p:sp>
        <p:sp>
          <p:nvSpPr>
            <p:cNvPr id="12" name="Freeform: Shape 11">
              <a:extLst>
                <a:ext uri="{FF2B5EF4-FFF2-40B4-BE49-F238E27FC236}">
                  <a16:creationId xmlns:a16="http://schemas.microsoft.com/office/drawing/2014/main" id="{8628DDFB-3137-2E43-2BB6-F90F429DE246}"/>
                </a:ext>
              </a:extLst>
            </p:cNvPr>
            <p:cNvSpPr/>
            <p:nvPr/>
          </p:nvSpPr>
          <p:spPr>
            <a:xfrm>
              <a:off x="299466" y="668274"/>
              <a:ext cx="48291" cy="53863"/>
            </a:xfrm>
            <a:custGeom>
              <a:avLst/>
              <a:gdLst>
                <a:gd name="connsiteX0" fmla="*/ 25146 w 48291"/>
                <a:gd name="connsiteY0" fmla="*/ 53769 h 53863"/>
                <a:gd name="connsiteX1" fmla="*/ 12240 w 48291"/>
                <a:gd name="connsiteY1" fmla="*/ 50911 h 53863"/>
                <a:gd name="connsiteX2" fmla="*/ 3286 w 48291"/>
                <a:gd name="connsiteY2" fmla="*/ 42100 h 53863"/>
                <a:gd name="connsiteX3" fmla="*/ 0 w 48291"/>
                <a:gd name="connsiteY3" fmla="*/ 27099 h 53863"/>
                <a:gd name="connsiteX4" fmla="*/ 3191 w 48291"/>
                <a:gd name="connsiteY4" fmla="*/ 11954 h 53863"/>
                <a:gd name="connsiteX5" fmla="*/ 12002 w 48291"/>
                <a:gd name="connsiteY5" fmla="*/ 2953 h 53863"/>
                <a:gd name="connsiteX6" fmla="*/ 25146 w 48291"/>
                <a:gd name="connsiteY6" fmla="*/ 0 h 53863"/>
                <a:gd name="connsiteX7" fmla="*/ 36528 w 48291"/>
                <a:gd name="connsiteY7" fmla="*/ 2095 h 53863"/>
                <a:gd name="connsiteX8" fmla="*/ 44625 w 48291"/>
                <a:gd name="connsiteY8" fmla="*/ 8334 h 53863"/>
                <a:gd name="connsiteX9" fmla="*/ 47815 w 48291"/>
                <a:gd name="connsiteY9" fmla="*/ 18859 h 53863"/>
                <a:gd name="connsiteX10" fmla="*/ 36528 w 48291"/>
                <a:gd name="connsiteY10" fmla="*/ 18859 h 53863"/>
                <a:gd name="connsiteX11" fmla="*/ 33337 w 48291"/>
                <a:gd name="connsiteY11" fmla="*/ 11716 h 53863"/>
                <a:gd name="connsiteX12" fmla="*/ 25241 w 48291"/>
                <a:gd name="connsiteY12" fmla="*/ 9096 h 53863"/>
                <a:gd name="connsiteX13" fmla="*/ 15097 w 48291"/>
                <a:gd name="connsiteY13" fmla="*/ 13811 h 53863"/>
                <a:gd name="connsiteX14" fmla="*/ 11859 w 48291"/>
                <a:gd name="connsiteY14" fmla="*/ 27099 h 53863"/>
                <a:gd name="connsiteX15" fmla="*/ 13287 w 48291"/>
                <a:gd name="connsiteY15" fmla="*/ 36624 h 53863"/>
                <a:gd name="connsiteX16" fmla="*/ 17716 w 48291"/>
                <a:gd name="connsiteY16" fmla="*/ 42672 h 53863"/>
                <a:gd name="connsiteX17" fmla="*/ 25289 w 48291"/>
                <a:gd name="connsiteY17" fmla="*/ 44767 h 53863"/>
                <a:gd name="connsiteX18" fmla="*/ 33671 w 48291"/>
                <a:gd name="connsiteY18" fmla="*/ 42005 h 53863"/>
                <a:gd name="connsiteX19" fmla="*/ 37005 w 48291"/>
                <a:gd name="connsiteY19" fmla="*/ 34004 h 53863"/>
                <a:gd name="connsiteX20" fmla="*/ 48292 w 48291"/>
                <a:gd name="connsiteY20" fmla="*/ 34004 h 53863"/>
                <a:gd name="connsiteX21" fmla="*/ 45101 w 48291"/>
                <a:gd name="connsiteY21" fmla="*/ 44958 h 53863"/>
                <a:gd name="connsiteX22" fmla="*/ 36909 w 48291"/>
                <a:gd name="connsiteY22" fmla="*/ 51625 h 53863"/>
                <a:gd name="connsiteX23" fmla="*/ 25241 w 48291"/>
                <a:gd name="connsiteY23" fmla="*/ 53864 h 53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8291" h="53863">
                  <a:moveTo>
                    <a:pt x="25146" y="53769"/>
                  </a:moveTo>
                  <a:cubicBezTo>
                    <a:pt x="20336" y="53769"/>
                    <a:pt x="16050" y="52816"/>
                    <a:pt x="12240" y="50911"/>
                  </a:cubicBezTo>
                  <a:cubicBezTo>
                    <a:pt x="8477" y="49006"/>
                    <a:pt x="5477" y="46053"/>
                    <a:pt x="3286" y="42100"/>
                  </a:cubicBezTo>
                  <a:cubicBezTo>
                    <a:pt x="1095" y="38148"/>
                    <a:pt x="0" y="33147"/>
                    <a:pt x="0" y="27099"/>
                  </a:cubicBezTo>
                  <a:cubicBezTo>
                    <a:pt x="0" y="21050"/>
                    <a:pt x="1048" y="15954"/>
                    <a:pt x="3191" y="11954"/>
                  </a:cubicBezTo>
                  <a:cubicBezTo>
                    <a:pt x="5334" y="7953"/>
                    <a:pt x="8239" y="4953"/>
                    <a:pt x="12002" y="2953"/>
                  </a:cubicBezTo>
                  <a:cubicBezTo>
                    <a:pt x="15764" y="952"/>
                    <a:pt x="20145" y="0"/>
                    <a:pt x="25146" y="0"/>
                  </a:cubicBezTo>
                  <a:cubicBezTo>
                    <a:pt x="29337" y="0"/>
                    <a:pt x="33147" y="714"/>
                    <a:pt x="36528" y="2095"/>
                  </a:cubicBezTo>
                  <a:cubicBezTo>
                    <a:pt x="39910" y="3477"/>
                    <a:pt x="42624" y="5572"/>
                    <a:pt x="44625" y="8334"/>
                  </a:cubicBezTo>
                  <a:cubicBezTo>
                    <a:pt x="46625" y="11097"/>
                    <a:pt x="47720" y="14621"/>
                    <a:pt x="47815" y="18859"/>
                  </a:cubicBezTo>
                  <a:lnTo>
                    <a:pt x="36528" y="18859"/>
                  </a:lnTo>
                  <a:cubicBezTo>
                    <a:pt x="36338" y="15811"/>
                    <a:pt x="35290" y="13430"/>
                    <a:pt x="33337" y="11716"/>
                  </a:cubicBezTo>
                  <a:cubicBezTo>
                    <a:pt x="31385" y="9954"/>
                    <a:pt x="28670" y="9096"/>
                    <a:pt x="25241" y="9096"/>
                  </a:cubicBezTo>
                  <a:cubicBezTo>
                    <a:pt x="20622" y="9096"/>
                    <a:pt x="17240" y="10668"/>
                    <a:pt x="15097" y="13811"/>
                  </a:cubicBezTo>
                  <a:cubicBezTo>
                    <a:pt x="12906" y="16954"/>
                    <a:pt x="11859" y="21384"/>
                    <a:pt x="11859" y="27099"/>
                  </a:cubicBezTo>
                  <a:cubicBezTo>
                    <a:pt x="11859" y="30813"/>
                    <a:pt x="12335" y="33957"/>
                    <a:pt x="13287" y="36624"/>
                  </a:cubicBezTo>
                  <a:cubicBezTo>
                    <a:pt x="14240" y="39243"/>
                    <a:pt x="15716" y="41291"/>
                    <a:pt x="17716" y="42672"/>
                  </a:cubicBezTo>
                  <a:cubicBezTo>
                    <a:pt x="19717" y="44053"/>
                    <a:pt x="22193" y="44767"/>
                    <a:pt x="25289" y="44767"/>
                  </a:cubicBezTo>
                  <a:cubicBezTo>
                    <a:pt x="28765" y="44767"/>
                    <a:pt x="31575" y="43863"/>
                    <a:pt x="33671" y="42005"/>
                  </a:cubicBezTo>
                  <a:cubicBezTo>
                    <a:pt x="35766" y="40148"/>
                    <a:pt x="36862" y="37481"/>
                    <a:pt x="37005" y="34004"/>
                  </a:cubicBezTo>
                  <a:lnTo>
                    <a:pt x="48292" y="34004"/>
                  </a:lnTo>
                  <a:cubicBezTo>
                    <a:pt x="48196" y="38338"/>
                    <a:pt x="47101" y="42005"/>
                    <a:pt x="45101" y="44958"/>
                  </a:cubicBezTo>
                  <a:cubicBezTo>
                    <a:pt x="43053" y="47911"/>
                    <a:pt x="40338" y="50149"/>
                    <a:pt x="36909" y="51625"/>
                  </a:cubicBezTo>
                  <a:cubicBezTo>
                    <a:pt x="33480" y="53102"/>
                    <a:pt x="29575" y="53864"/>
                    <a:pt x="25241" y="53864"/>
                  </a:cubicBezTo>
                  <a:close/>
                </a:path>
              </a:pathLst>
            </a:custGeom>
            <a:solidFill>
              <a:srgbClr val="FFFFFF"/>
            </a:solidFill>
            <a:ln w="4763" cap="flat">
              <a:noFill/>
              <a:prstDash val="solid"/>
              <a:miter/>
            </a:ln>
          </p:spPr>
          <p:txBody>
            <a:bodyPr rtlCol="0" anchor="ctr"/>
            <a:lstStyle/>
            <a:p>
              <a:endParaRPr lang="en-AU" sz="2400"/>
            </a:p>
          </p:txBody>
        </p:sp>
        <p:sp>
          <p:nvSpPr>
            <p:cNvPr id="13" name="Freeform: Shape 12">
              <a:extLst>
                <a:ext uri="{FF2B5EF4-FFF2-40B4-BE49-F238E27FC236}">
                  <a16:creationId xmlns:a16="http://schemas.microsoft.com/office/drawing/2014/main" id="{6568211E-F406-E89A-6C72-3F81BE0CAEAE}"/>
                </a:ext>
              </a:extLst>
            </p:cNvPr>
            <p:cNvSpPr/>
            <p:nvPr/>
          </p:nvSpPr>
          <p:spPr>
            <a:xfrm>
              <a:off x="358330" y="668274"/>
              <a:ext cx="48672" cy="53911"/>
            </a:xfrm>
            <a:custGeom>
              <a:avLst/>
              <a:gdLst>
                <a:gd name="connsiteX0" fmla="*/ 25575 w 48672"/>
                <a:gd name="connsiteY0" fmla="*/ 53911 h 53911"/>
                <a:gd name="connsiteX1" fmla="*/ 11335 w 48672"/>
                <a:gd name="connsiteY1" fmla="*/ 50530 h 53911"/>
                <a:gd name="connsiteX2" fmla="*/ 2810 w 48672"/>
                <a:gd name="connsiteY2" fmla="*/ 41005 h 53911"/>
                <a:gd name="connsiteX3" fmla="*/ 0 w 48672"/>
                <a:gd name="connsiteY3" fmla="*/ 26813 h 53911"/>
                <a:gd name="connsiteX4" fmla="*/ 2762 w 48672"/>
                <a:gd name="connsiteY4" fmla="*/ 12668 h 53911"/>
                <a:gd name="connsiteX5" fmla="*/ 11001 w 48672"/>
                <a:gd name="connsiteY5" fmla="*/ 3334 h 53911"/>
                <a:gd name="connsiteX6" fmla="*/ 24717 w 48672"/>
                <a:gd name="connsiteY6" fmla="*/ 0 h 53911"/>
                <a:gd name="connsiteX7" fmla="*/ 42243 w 48672"/>
                <a:gd name="connsiteY7" fmla="*/ 6620 h 53911"/>
                <a:gd name="connsiteX8" fmla="*/ 48673 w 48672"/>
                <a:gd name="connsiteY8" fmla="*/ 25527 h 53911"/>
                <a:gd name="connsiteX9" fmla="*/ 48578 w 48672"/>
                <a:gd name="connsiteY9" fmla="*/ 27384 h 53911"/>
                <a:gd name="connsiteX10" fmla="*/ 48387 w 48672"/>
                <a:gd name="connsiteY10" fmla="*/ 28956 h 53911"/>
                <a:gd name="connsiteX11" fmla="*/ 11573 w 48672"/>
                <a:gd name="connsiteY11" fmla="*/ 28956 h 53911"/>
                <a:gd name="connsiteX12" fmla="*/ 13049 w 48672"/>
                <a:gd name="connsiteY12" fmla="*/ 37100 h 53911"/>
                <a:gd name="connsiteX13" fmla="*/ 17574 w 48672"/>
                <a:gd name="connsiteY13" fmla="*/ 43053 h 53911"/>
                <a:gd name="connsiteX14" fmla="*/ 25670 w 48672"/>
                <a:gd name="connsiteY14" fmla="*/ 45291 h 53911"/>
                <a:gd name="connsiteX15" fmla="*/ 34052 w 48672"/>
                <a:gd name="connsiteY15" fmla="*/ 42910 h 53911"/>
                <a:gd name="connsiteX16" fmla="*/ 37243 w 48672"/>
                <a:gd name="connsiteY16" fmla="*/ 35862 h 53911"/>
                <a:gd name="connsiteX17" fmla="*/ 48625 w 48672"/>
                <a:gd name="connsiteY17" fmla="*/ 35862 h 53911"/>
                <a:gd name="connsiteX18" fmla="*/ 45482 w 48672"/>
                <a:gd name="connsiteY18" fmla="*/ 45672 h 53911"/>
                <a:gd name="connsiteX19" fmla="*/ 37576 w 48672"/>
                <a:gd name="connsiteY19" fmla="*/ 51816 h 53911"/>
                <a:gd name="connsiteX20" fmla="*/ 25622 w 48672"/>
                <a:gd name="connsiteY20" fmla="*/ 53911 h 53911"/>
                <a:gd name="connsiteX21" fmla="*/ 11621 w 48672"/>
                <a:gd name="connsiteY21" fmla="*/ 21241 h 53911"/>
                <a:gd name="connsiteX22" fmla="*/ 37100 w 48672"/>
                <a:gd name="connsiteY22" fmla="*/ 21241 h 53911"/>
                <a:gd name="connsiteX23" fmla="*/ 33576 w 48672"/>
                <a:gd name="connsiteY23" fmla="*/ 11668 h 53911"/>
                <a:gd name="connsiteX24" fmla="*/ 24622 w 48672"/>
                <a:gd name="connsiteY24" fmla="*/ 8382 h 53911"/>
                <a:gd name="connsiteX25" fmla="*/ 15478 w 48672"/>
                <a:gd name="connsiteY25" fmla="*/ 11716 h 53911"/>
                <a:gd name="connsiteX26" fmla="*/ 11621 w 48672"/>
                <a:gd name="connsiteY26" fmla="*/ 21288 h 53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8672" h="53911">
                  <a:moveTo>
                    <a:pt x="25575" y="53911"/>
                  </a:moveTo>
                  <a:cubicBezTo>
                    <a:pt x="19860" y="53911"/>
                    <a:pt x="15145" y="52768"/>
                    <a:pt x="11335" y="50530"/>
                  </a:cubicBezTo>
                  <a:cubicBezTo>
                    <a:pt x="7525" y="48244"/>
                    <a:pt x="4715" y="45101"/>
                    <a:pt x="2810" y="41005"/>
                  </a:cubicBezTo>
                  <a:cubicBezTo>
                    <a:pt x="905" y="36909"/>
                    <a:pt x="0" y="32194"/>
                    <a:pt x="0" y="26813"/>
                  </a:cubicBezTo>
                  <a:cubicBezTo>
                    <a:pt x="0" y="21431"/>
                    <a:pt x="905" y="16669"/>
                    <a:pt x="2762" y="12668"/>
                  </a:cubicBezTo>
                  <a:cubicBezTo>
                    <a:pt x="4620" y="8668"/>
                    <a:pt x="7334" y="5524"/>
                    <a:pt x="11001" y="3334"/>
                  </a:cubicBezTo>
                  <a:cubicBezTo>
                    <a:pt x="14669" y="1095"/>
                    <a:pt x="19241" y="0"/>
                    <a:pt x="24717" y="0"/>
                  </a:cubicBezTo>
                  <a:cubicBezTo>
                    <a:pt x="32147" y="0"/>
                    <a:pt x="37957" y="2191"/>
                    <a:pt x="42243" y="6620"/>
                  </a:cubicBezTo>
                  <a:cubicBezTo>
                    <a:pt x="46530" y="11049"/>
                    <a:pt x="48673" y="17335"/>
                    <a:pt x="48673" y="25527"/>
                  </a:cubicBezTo>
                  <a:cubicBezTo>
                    <a:pt x="48673" y="26003"/>
                    <a:pt x="48673" y="26622"/>
                    <a:pt x="48578" y="27384"/>
                  </a:cubicBezTo>
                  <a:cubicBezTo>
                    <a:pt x="48530" y="28099"/>
                    <a:pt x="48482" y="28623"/>
                    <a:pt x="48387" y="28956"/>
                  </a:cubicBezTo>
                  <a:lnTo>
                    <a:pt x="11573" y="28956"/>
                  </a:lnTo>
                  <a:cubicBezTo>
                    <a:pt x="11573" y="31909"/>
                    <a:pt x="12097" y="34623"/>
                    <a:pt x="13049" y="37100"/>
                  </a:cubicBezTo>
                  <a:cubicBezTo>
                    <a:pt x="14002" y="39576"/>
                    <a:pt x="15478" y="41577"/>
                    <a:pt x="17574" y="43053"/>
                  </a:cubicBezTo>
                  <a:cubicBezTo>
                    <a:pt x="19622" y="44529"/>
                    <a:pt x="22336" y="45291"/>
                    <a:pt x="25670" y="45291"/>
                  </a:cubicBezTo>
                  <a:cubicBezTo>
                    <a:pt x="29242" y="45291"/>
                    <a:pt x="32052" y="44482"/>
                    <a:pt x="34052" y="42910"/>
                  </a:cubicBezTo>
                  <a:cubicBezTo>
                    <a:pt x="36100" y="41338"/>
                    <a:pt x="37148" y="39005"/>
                    <a:pt x="37243" y="35862"/>
                  </a:cubicBezTo>
                  <a:lnTo>
                    <a:pt x="48625" y="35862"/>
                  </a:lnTo>
                  <a:cubicBezTo>
                    <a:pt x="48435" y="39719"/>
                    <a:pt x="47387" y="43005"/>
                    <a:pt x="45482" y="45672"/>
                  </a:cubicBezTo>
                  <a:cubicBezTo>
                    <a:pt x="43577" y="48387"/>
                    <a:pt x="40957" y="50387"/>
                    <a:pt x="37576" y="51816"/>
                  </a:cubicBezTo>
                  <a:cubicBezTo>
                    <a:pt x="34195" y="53245"/>
                    <a:pt x="30242" y="53911"/>
                    <a:pt x="25622" y="53911"/>
                  </a:cubicBezTo>
                  <a:close/>
                  <a:moveTo>
                    <a:pt x="11621" y="21241"/>
                  </a:moveTo>
                  <a:lnTo>
                    <a:pt x="37100" y="21241"/>
                  </a:lnTo>
                  <a:cubicBezTo>
                    <a:pt x="37005" y="17050"/>
                    <a:pt x="35814" y="13859"/>
                    <a:pt x="33576" y="11668"/>
                  </a:cubicBezTo>
                  <a:cubicBezTo>
                    <a:pt x="31337" y="9477"/>
                    <a:pt x="28384" y="8382"/>
                    <a:pt x="24622" y="8382"/>
                  </a:cubicBezTo>
                  <a:cubicBezTo>
                    <a:pt x="20860" y="8382"/>
                    <a:pt x="17717" y="9477"/>
                    <a:pt x="15478" y="11716"/>
                  </a:cubicBezTo>
                  <a:cubicBezTo>
                    <a:pt x="13192" y="13906"/>
                    <a:pt x="11906" y="17097"/>
                    <a:pt x="11621" y="21288"/>
                  </a:cubicBezTo>
                  <a:close/>
                </a:path>
              </a:pathLst>
            </a:custGeom>
            <a:solidFill>
              <a:srgbClr val="FFFFFF"/>
            </a:solidFill>
            <a:ln w="4763" cap="flat">
              <a:noFill/>
              <a:prstDash val="solid"/>
              <a:miter/>
            </a:ln>
          </p:spPr>
          <p:txBody>
            <a:bodyPr rtlCol="0" anchor="ctr"/>
            <a:lstStyle/>
            <a:p>
              <a:endParaRPr lang="en-AU" sz="2400"/>
            </a:p>
          </p:txBody>
        </p:sp>
        <p:sp>
          <p:nvSpPr>
            <p:cNvPr id="14" name="Freeform: Shape 13">
              <a:extLst>
                <a:ext uri="{FF2B5EF4-FFF2-40B4-BE49-F238E27FC236}">
                  <a16:creationId xmlns:a16="http://schemas.microsoft.com/office/drawing/2014/main" id="{D8F38885-24DD-CF7F-C52D-F71266C0C1E0}"/>
                </a:ext>
              </a:extLst>
            </p:cNvPr>
            <p:cNvSpPr/>
            <p:nvPr/>
          </p:nvSpPr>
          <p:spPr>
            <a:xfrm>
              <a:off x="420385" y="668369"/>
              <a:ext cx="46196" cy="52863"/>
            </a:xfrm>
            <a:custGeom>
              <a:avLst/>
              <a:gdLst>
                <a:gd name="connsiteX0" fmla="*/ 0 w 46196"/>
                <a:gd name="connsiteY0" fmla="*/ 52864 h 52863"/>
                <a:gd name="connsiteX1" fmla="*/ 0 w 46196"/>
                <a:gd name="connsiteY1" fmla="*/ 762 h 52863"/>
                <a:gd name="connsiteX2" fmla="*/ 11097 w 46196"/>
                <a:gd name="connsiteY2" fmla="*/ 762 h 52863"/>
                <a:gd name="connsiteX3" fmla="*/ 11382 w 46196"/>
                <a:gd name="connsiteY3" fmla="*/ 8668 h 52863"/>
                <a:gd name="connsiteX4" fmla="*/ 18336 w 46196"/>
                <a:gd name="connsiteY4" fmla="*/ 2715 h 52863"/>
                <a:gd name="connsiteX5" fmla="*/ 29623 w 46196"/>
                <a:gd name="connsiteY5" fmla="*/ 0 h 52863"/>
                <a:gd name="connsiteX6" fmla="*/ 42053 w 46196"/>
                <a:gd name="connsiteY6" fmla="*/ 4953 h 52863"/>
                <a:gd name="connsiteX7" fmla="*/ 46196 w 46196"/>
                <a:gd name="connsiteY7" fmla="*/ 19098 h 52863"/>
                <a:gd name="connsiteX8" fmla="*/ 46196 w 46196"/>
                <a:gd name="connsiteY8" fmla="*/ 52864 h 52863"/>
                <a:gd name="connsiteX9" fmla="*/ 34671 w 46196"/>
                <a:gd name="connsiteY9" fmla="*/ 52864 h 52863"/>
                <a:gd name="connsiteX10" fmla="*/ 34671 w 46196"/>
                <a:gd name="connsiteY10" fmla="*/ 20622 h 52863"/>
                <a:gd name="connsiteX11" fmla="*/ 33861 w 46196"/>
                <a:gd name="connsiteY11" fmla="*/ 14764 h 52863"/>
                <a:gd name="connsiteX12" fmla="*/ 31147 w 46196"/>
                <a:gd name="connsiteY12" fmla="*/ 10811 h 52863"/>
                <a:gd name="connsiteX13" fmla="*/ 25956 w 46196"/>
                <a:gd name="connsiteY13" fmla="*/ 9382 h 52863"/>
                <a:gd name="connsiteX14" fmla="*/ 17431 w 46196"/>
                <a:gd name="connsiteY14" fmla="*/ 11716 h 52863"/>
                <a:gd name="connsiteX15" fmla="*/ 11621 w 46196"/>
                <a:gd name="connsiteY15" fmla="*/ 17002 h 52863"/>
                <a:gd name="connsiteX16" fmla="*/ 11621 w 46196"/>
                <a:gd name="connsiteY16" fmla="*/ 52864 h 52863"/>
                <a:gd name="connsiteX17" fmla="*/ 48 w 46196"/>
                <a:gd name="connsiteY17" fmla="*/ 52864 h 52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6196" h="52863">
                  <a:moveTo>
                    <a:pt x="0" y="52864"/>
                  </a:moveTo>
                  <a:lnTo>
                    <a:pt x="0" y="762"/>
                  </a:lnTo>
                  <a:lnTo>
                    <a:pt x="11097" y="762"/>
                  </a:lnTo>
                  <a:lnTo>
                    <a:pt x="11382" y="8668"/>
                  </a:lnTo>
                  <a:cubicBezTo>
                    <a:pt x="13097" y="6477"/>
                    <a:pt x="15431" y="4524"/>
                    <a:pt x="18336" y="2715"/>
                  </a:cubicBezTo>
                  <a:cubicBezTo>
                    <a:pt x="21241" y="905"/>
                    <a:pt x="25003" y="0"/>
                    <a:pt x="29623" y="0"/>
                  </a:cubicBezTo>
                  <a:cubicBezTo>
                    <a:pt x="35147" y="0"/>
                    <a:pt x="39291" y="1667"/>
                    <a:pt x="42053" y="4953"/>
                  </a:cubicBezTo>
                  <a:cubicBezTo>
                    <a:pt x="44815" y="8239"/>
                    <a:pt x="46196" y="12954"/>
                    <a:pt x="46196" y="19098"/>
                  </a:cubicBezTo>
                  <a:lnTo>
                    <a:pt x="46196" y="52864"/>
                  </a:lnTo>
                  <a:lnTo>
                    <a:pt x="34671" y="52864"/>
                  </a:lnTo>
                  <a:lnTo>
                    <a:pt x="34671" y="20622"/>
                  </a:lnTo>
                  <a:cubicBezTo>
                    <a:pt x="34671" y="18431"/>
                    <a:pt x="34385" y="16478"/>
                    <a:pt x="33861" y="14764"/>
                  </a:cubicBezTo>
                  <a:cubicBezTo>
                    <a:pt x="33338" y="13049"/>
                    <a:pt x="32433" y="11763"/>
                    <a:pt x="31147" y="10811"/>
                  </a:cubicBezTo>
                  <a:cubicBezTo>
                    <a:pt x="29861" y="9858"/>
                    <a:pt x="28146" y="9382"/>
                    <a:pt x="25956" y="9382"/>
                  </a:cubicBezTo>
                  <a:cubicBezTo>
                    <a:pt x="22622" y="9382"/>
                    <a:pt x="19764" y="10144"/>
                    <a:pt x="17431" y="11716"/>
                  </a:cubicBezTo>
                  <a:cubicBezTo>
                    <a:pt x="15097" y="13287"/>
                    <a:pt x="13145" y="15002"/>
                    <a:pt x="11621" y="17002"/>
                  </a:cubicBezTo>
                  <a:lnTo>
                    <a:pt x="11621" y="52864"/>
                  </a:lnTo>
                  <a:lnTo>
                    <a:pt x="48" y="52864"/>
                  </a:lnTo>
                  <a:close/>
                </a:path>
              </a:pathLst>
            </a:custGeom>
            <a:solidFill>
              <a:srgbClr val="FFFFFF"/>
            </a:solidFill>
            <a:ln w="4763" cap="flat">
              <a:noFill/>
              <a:prstDash val="solid"/>
              <a:miter/>
            </a:ln>
          </p:spPr>
          <p:txBody>
            <a:bodyPr rtlCol="0" anchor="ctr"/>
            <a:lstStyle/>
            <a:p>
              <a:endParaRPr lang="en-AU" sz="2400"/>
            </a:p>
          </p:txBody>
        </p:sp>
        <p:sp>
          <p:nvSpPr>
            <p:cNvPr id="15" name="Freeform: Shape 14">
              <a:extLst>
                <a:ext uri="{FF2B5EF4-FFF2-40B4-BE49-F238E27FC236}">
                  <a16:creationId xmlns:a16="http://schemas.microsoft.com/office/drawing/2014/main" id="{95A316F7-D278-4BB7-100F-EC654A265B4D}"/>
                </a:ext>
              </a:extLst>
            </p:cNvPr>
            <p:cNvSpPr/>
            <p:nvPr/>
          </p:nvSpPr>
          <p:spPr>
            <a:xfrm>
              <a:off x="479440" y="649271"/>
              <a:ext cx="49434" cy="72866"/>
            </a:xfrm>
            <a:custGeom>
              <a:avLst/>
              <a:gdLst>
                <a:gd name="connsiteX0" fmla="*/ 20669 w 49434"/>
                <a:gd name="connsiteY0" fmla="*/ 72866 h 72866"/>
                <a:gd name="connsiteX1" fmla="*/ 9906 w 49434"/>
                <a:gd name="connsiteY1" fmla="*/ 69866 h 72866"/>
                <a:gd name="connsiteX2" fmla="*/ 2619 w 49434"/>
                <a:gd name="connsiteY2" fmla="*/ 60817 h 72866"/>
                <a:gd name="connsiteX3" fmla="*/ 0 w 49434"/>
                <a:gd name="connsiteY3" fmla="*/ 45672 h 72866"/>
                <a:gd name="connsiteX4" fmla="*/ 2810 w 49434"/>
                <a:gd name="connsiteY4" fmla="*/ 30766 h 72866"/>
                <a:gd name="connsiteX5" fmla="*/ 10573 w 49434"/>
                <a:gd name="connsiteY5" fmla="*/ 21907 h 72866"/>
                <a:gd name="connsiteX6" fmla="*/ 22003 w 49434"/>
                <a:gd name="connsiteY6" fmla="*/ 18955 h 72866"/>
                <a:gd name="connsiteX7" fmla="*/ 31480 w 49434"/>
                <a:gd name="connsiteY7" fmla="*/ 21288 h 72866"/>
                <a:gd name="connsiteX8" fmla="*/ 37909 w 49434"/>
                <a:gd name="connsiteY8" fmla="*/ 27527 h 72866"/>
                <a:gd name="connsiteX9" fmla="*/ 37909 w 49434"/>
                <a:gd name="connsiteY9" fmla="*/ 0 h 72866"/>
                <a:gd name="connsiteX10" fmla="*/ 49435 w 49434"/>
                <a:gd name="connsiteY10" fmla="*/ 0 h 72866"/>
                <a:gd name="connsiteX11" fmla="*/ 49435 w 49434"/>
                <a:gd name="connsiteY11" fmla="*/ 71961 h 72866"/>
                <a:gd name="connsiteX12" fmla="*/ 38481 w 49434"/>
                <a:gd name="connsiteY12" fmla="*/ 71961 h 72866"/>
                <a:gd name="connsiteX13" fmla="*/ 37909 w 49434"/>
                <a:gd name="connsiteY13" fmla="*/ 64484 h 72866"/>
                <a:gd name="connsiteX14" fmla="*/ 30909 w 49434"/>
                <a:gd name="connsiteY14" fmla="*/ 70580 h 72866"/>
                <a:gd name="connsiteX15" fmla="*/ 20765 w 49434"/>
                <a:gd name="connsiteY15" fmla="*/ 72866 h 72866"/>
                <a:gd name="connsiteX16" fmla="*/ 23670 w 49434"/>
                <a:gd name="connsiteY16" fmla="*/ 63865 h 72866"/>
                <a:gd name="connsiteX17" fmla="*/ 32337 w 49434"/>
                <a:gd name="connsiteY17" fmla="*/ 61293 h 72866"/>
                <a:gd name="connsiteX18" fmla="*/ 37862 w 49434"/>
                <a:gd name="connsiteY18" fmla="*/ 55102 h 72866"/>
                <a:gd name="connsiteX19" fmla="*/ 37862 w 49434"/>
                <a:gd name="connsiteY19" fmla="*/ 37433 h 72866"/>
                <a:gd name="connsiteX20" fmla="*/ 32718 w 49434"/>
                <a:gd name="connsiteY20" fmla="*/ 30766 h 72866"/>
                <a:gd name="connsiteX21" fmla="*/ 24575 w 49434"/>
                <a:gd name="connsiteY21" fmla="*/ 28004 h 72866"/>
                <a:gd name="connsiteX22" fmla="*/ 15097 w 49434"/>
                <a:gd name="connsiteY22" fmla="*/ 32575 h 72866"/>
                <a:gd name="connsiteX23" fmla="*/ 11859 w 49434"/>
                <a:gd name="connsiteY23" fmla="*/ 45625 h 72866"/>
                <a:gd name="connsiteX24" fmla="*/ 14954 w 49434"/>
                <a:gd name="connsiteY24" fmla="*/ 59293 h 72866"/>
                <a:gd name="connsiteX25" fmla="*/ 23765 w 49434"/>
                <a:gd name="connsiteY25" fmla="*/ 63865 h 72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9434" h="72866">
                  <a:moveTo>
                    <a:pt x="20669" y="72866"/>
                  </a:moveTo>
                  <a:cubicBezTo>
                    <a:pt x="16621" y="72866"/>
                    <a:pt x="13002" y="71866"/>
                    <a:pt x="9906" y="69866"/>
                  </a:cubicBezTo>
                  <a:cubicBezTo>
                    <a:pt x="6763" y="67866"/>
                    <a:pt x="4334" y="64865"/>
                    <a:pt x="2619" y="60817"/>
                  </a:cubicBezTo>
                  <a:cubicBezTo>
                    <a:pt x="857" y="56769"/>
                    <a:pt x="0" y="51721"/>
                    <a:pt x="0" y="45672"/>
                  </a:cubicBezTo>
                  <a:cubicBezTo>
                    <a:pt x="0" y="39624"/>
                    <a:pt x="953" y="34719"/>
                    <a:pt x="2810" y="30766"/>
                  </a:cubicBezTo>
                  <a:cubicBezTo>
                    <a:pt x="4667" y="26813"/>
                    <a:pt x="7287" y="23860"/>
                    <a:pt x="10573" y="21907"/>
                  </a:cubicBezTo>
                  <a:cubicBezTo>
                    <a:pt x="13859" y="19907"/>
                    <a:pt x="17669" y="18955"/>
                    <a:pt x="22003" y="18955"/>
                  </a:cubicBezTo>
                  <a:cubicBezTo>
                    <a:pt x="25622" y="18955"/>
                    <a:pt x="28766" y="19764"/>
                    <a:pt x="31480" y="21288"/>
                  </a:cubicBezTo>
                  <a:cubicBezTo>
                    <a:pt x="34147" y="22860"/>
                    <a:pt x="36290" y="24956"/>
                    <a:pt x="37909" y="27527"/>
                  </a:cubicBezTo>
                  <a:lnTo>
                    <a:pt x="37909" y="0"/>
                  </a:lnTo>
                  <a:lnTo>
                    <a:pt x="49435" y="0"/>
                  </a:lnTo>
                  <a:lnTo>
                    <a:pt x="49435" y="71961"/>
                  </a:lnTo>
                  <a:lnTo>
                    <a:pt x="38481" y="71961"/>
                  </a:lnTo>
                  <a:lnTo>
                    <a:pt x="37909" y="64484"/>
                  </a:lnTo>
                  <a:cubicBezTo>
                    <a:pt x="36052" y="67008"/>
                    <a:pt x="33719" y="69056"/>
                    <a:pt x="30909" y="70580"/>
                  </a:cubicBezTo>
                  <a:cubicBezTo>
                    <a:pt x="28099" y="72104"/>
                    <a:pt x="24717" y="72866"/>
                    <a:pt x="20765" y="72866"/>
                  </a:cubicBezTo>
                  <a:close/>
                  <a:moveTo>
                    <a:pt x="23670" y="63865"/>
                  </a:moveTo>
                  <a:cubicBezTo>
                    <a:pt x="27099" y="63865"/>
                    <a:pt x="29956" y="63008"/>
                    <a:pt x="32337" y="61293"/>
                  </a:cubicBezTo>
                  <a:cubicBezTo>
                    <a:pt x="34671" y="59579"/>
                    <a:pt x="36528" y="57531"/>
                    <a:pt x="37862" y="55102"/>
                  </a:cubicBezTo>
                  <a:lnTo>
                    <a:pt x="37862" y="37433"/>
                  </a:lnTo>
                  <a:cubicBezTo>
                    <a:pt x="36624" y="34814"/>
                    <a:pt x="34909" y="32623"/>
                    <a:pt x="32718" y="30766"/>
                  </a:cubicBezTo>
                  <a:cubicBezTo>
                    <a:pt x="30528" y="28908"/>
                    <a:pt x="27813" y="28004"/>
                    <a:pt x="24575" y="28004"/>
                  </a:cubicBezTo>
                  <a:cubicBezTo>
                    <a:pt x="20431" y="28004"/>
                    <a:pt x="17288" y="29527"/>
                    <a:pt x="15097" y="32575"/>
                  </a:cubicBezTo>
                  <a:cubicBezTo>
                    <a:pt x="12906" y="35623"/>
                    <a:pt x="11859" y="39957"/>
                    <a:pt x="11859" y="45625"/>
                  </a:cubicBezTo>
                  <a:cubicBezTo>
                    <a:pt x="11859" y="51673"/>
                    <a:pt x="12906" y="56245"/>
                    <a:pt x="14954" y="59293"/>
                  </a:cubicBezTo>
                  <a:cubicBezTo>
                    <a:pt x="17002" y="62341"/>
                    <a:pt x="19955" y="63865"/>
                    <a:pt x="23765" y="63865"/>
                  </a:cubicBezTo>
                  <a:close/>
                </a:path>
              </a:pathLst>
            </a:custGeom>
            <a:solidFill>
              <a:srgbClr val="FFFFFF"/>
            </a:solidFill>
            <a:ln w="4763" cap="flat">
              <a:noFill/>
              <a:prstDash val="solid"/>
              <a:miter/>
            </a:ln>
          </p:spPr>
          <p:txBody>
            <a:bodyPr rtlCol="0" anchor="ctr"/>
            <a:lstStyle/>
            <a:p>
              <a:endParaRPr lang="en-AU" sz="2400"/>
            </a:p>
          </p:txBody>
        </p:sp>
        <p:sp>
          <p:nvSpPr>
            <p:cNvPr id="16" name="Freeform: Shape 15">
              <a:extLst>
                <a:ext uri="{FF2B5EF4-FFF2-40B4-BE49-F238E27FC236}">
                  <a16:creationId xmlns:a16="http://schemas.microsoft.com/office/drawing/2014/main" id="{69EC3119-E563-663A-5036-D1D719AD7643}"/>
                </a:ext>
              </a:extLst>
            </p:cNvPr>
            <p:cNvSpPr/>
            <p:nvPr/>
          </p:nvSpPr>
          <p:spPr>
            <a:xfrm>
              <a:off x="543972" y="648700"/>
              <a:ext cx="13620" cy="72532"/>
            </a:xfrm>
            <a:custGeom>
              <a:avLst/>
              <a:gdLst>
                <a:gd name="connsiteX0" fmla="*/ 6810 w 13620"/>
                <a:gd name="connsiteY0" fmla="*/ 12097 h 72532"/>
                <a:gd name="connsiteX1" fmla="*/ 1762 w 13620"/>
                <a:gd name="connsiteY1" fmla="*/ 10382 h 72532"/>
                <a:gd name="connsiteX2" fmla="*/ 0 w 13620"/>
                <a:gd name="connsiteY2" fmla="*/ 6096 h 72532"/>
                <a:gd name="connsiteX3" fmla="*/ 1762 w 13620"/>
                <a:gd name="connsiteY3" fmla="*/ 1715 h 72532"/>
                <a:gd name="connsiteX4" fmla="*/ 6810 w 13620"/>
                <a:gd name="connsiteY4" fmla="*/ 0 h 72532"/>
                <a:gd name="connsiteX5" fmla="*/ 11811 w 13620"/>
                <a:gd name="connsiteY5" fmla="*/ 1715 h 72532"/>
                <a:gd name="connsiteX6" fmla="*/ 13621 w 13620"/>
                <a:gd name="connsiteY6" fmla="*/ 6048 h 72532"/>
                <a:gd name="connsiteX7" fmla="*/ 11811 w 13620"/>
                <a:gd name="connsiteY7" fmla="*/ 10382 h 72532"/>
                <a:gd name="connsiteX8" fmla="*/ 6810 w 13620"/>
                <a:gd name="connsiteY8" fmla="*/ 12097 h 72532"/>
                <a:gd name="connsiteX9" fmla="*/ 1000 w 13620"/>
                <a:gd name="connsiteY9" fmla="*/ 72533 h 72532"/>
                <a:gd name="connsiteX10" fmla="*/ 1000 w 13620"/>
                <a:gd name="connsiteY10" fmla="*/ 20431 h 72532"/>
                <a:gd name="connsiteX11" fmla="*/ 12573 w 13620"/>
                <a:gd name="connsiteY11" fmla="*/ 20431 h 72532"/>
                <a:gd name="connsiteX12" fmla="*/ 12573 w 13620"/>
                <a:gd name="connsiteY12" fmla="*/ 72533 h 72532"/>
                <a:gd name="connsiteX13" fmla="*/ 1000 w 13620"/>
                <a:gd name="connsiteY13" fmla="*/ 72533 h 72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620" h="72532">
                  <a:moveTo>
                    <a:pt x="6810" y="12097"/>
                  </a:moveTo>
                  <a:cubicBezTo>
                    <a:pt x="4620" y="12097"/>
                    <a:pt x="2953" y="11525"/>
                    <a:pt x="1762" y="10382"/>
                  </a:cubicBezTo>
                  <a:cubicBezTo>
                    <a:pt x="571" y="9239"/>
                    <a:pt x="0" y="7810"/>
                    <a:pt x="0" y="6096"/>
                  </a:cubicBezTo>
                  <a:cubicBezTo>
                    <a:pt x="0" y="4381"/>
                    <a:pt x="571" y="2857"/>
                    <a:pt x="1762" y="1715"/>
                  </a:cubicBezTo>
                  <a:cubicBezTo>
                    <a:pt x="2953" y="571"/>
                    <a:pt x="4620" y="0"/>
                    <a:pt x="6810" y="0"/>
                  </a:cubicBezTo>
                  <a:cubicBezTo>
                    <a:pt x="9001" y="0"/>
                    <a:pt x="10620" y="571"/>
                    <a:pt x="11811" y="1715"/>
                  </a:cubicBezTo>
                  <a:cubicBezTo>
                    <a:pt x="13002" y="2857"/>
                    <a:pt x="13621" y="4286"/>
                    <a:pt x="13621" y="6048"/>
                  </a:cubicBezTo>
                  <a:cubicBezTo>
                    <a:pt x="13621" y="7810"/>
                    <a:pt x="13002" y="9239"/>
                    <a:pt x="11811" y="10382"/>
                  </a:cubicBezTo>
                  <a:cubicBezTo>
                    <a:pt x="10620" y="11525"/>
                    <a:pt x="8953" y="12097"/>
                    <a:pt x="6810" y="12097"/>
                  </a:cubicBezTo>
                  <a:close/>
                  <a:moveTo>
                    <a:pt x="1000" y="72533"/>
                  </a:moveTo>
                  <a:lnTo>
                    <a:pt x="1000" y="20431"/>
                  </a:lnTo>
                  <a:lnTo>
                    <a:pt x="12573" y="20431"/>
                  </a:lnTo>
                  <a:lnTo>
                    <a:pt x="12573" y="72533"/>
                  </a:lnTo>
                  <a:lnTo>
                    <a:pt x="1000" y="72533"/>
                  </a:lnTo>
                  <a:close/>
                </a:path>
              </a:pathLst>
            </a:custGeom>
            <a:solidFill>
              <a:srgbClr val="FFFFFF"/>
            </a:solidFill>
            <a:ln w="4763" cap="flat">
              <a:noFill/>
              <a:prstDash val="solid"/>
              <a:miter/>
            </a:ln>
          </p:spPr>
          <p:txBody>
            <a:bodyPr rtlCol="0" anchor="ctr"/>
            <a:lstStyle/>
            <a:p>
              <a:endParaRPr lang="en-AU" sz="2400"/>
            </a:p>
          </p:txBody>
        </p:sp>
        <p:sp>
          <p:nvSpPr>
            <p:cNvPr id="17" name="Freeform: Shape 16">
              <a:extLst>
                <a:ext uri="{FF2B5EF4-FFF2-40B4-BE49-F238E27FC236}">
                  <a16:creationId xmlns:a16="http://schemas.microsoft.com/office/drawing/2014/main" id="{CCBC75E7-CF29-C6C4-008D-0BC574CFC762}"/>
                </a:ext>
              </a:extLst>
            </p:cNvPr>
            <p:cNvSpPr/>
            <p:nvPr/>
          </p:nvSpPr>
          <p:spPr>
            <a:xfrm>
              <a:off x="569928" y="668131"/>
              <a:ext cx="51006" cy="53959"/>
            </a:xfrm>
            <a:custGeom>
              <a:avLst/>
              <a:gdLst>
                <a:gd name="connsiteX0" fmla="*/ 25289 w 51006"/>
                <a:gd name="connsiteY0" fmla="*/ 53959 h 53959"/>
                <a:gd name="connsiteX1" fmla="*/ 11859 w 51006"/>
                <a:gd name="connsiteY1" fmla="*/ 50768 h 53959"/>
                <a:gd name="connsiteX2" fmla="*/ 3096 w 51006"/>
                <a:gd name="connsiteY2" fmla="*/ 41577 h 53959"/>
                <a:gd name="connsiteX3" fmla="*/ 0 w 51006"/>
                <a:gd name="connsiteY3" fmla="*/ 27146 h 53959"/>
                <a:gd name="connsiteX4" fmla="*/ 3096 w 51006"/>
                <a:gd name="connsiteY4" fmla="*/ 12478 h 53959"/>
                <a:gd name="connsiteX5" fmla="*/ 11859 w 51006"/>
                <a:gd name="connsiteY5" fmla="*/ 3191 h 53959"/>
                <a:gd name="connsiteX6" fmla="*/ 25289 w 51006"/>
                <a:gd name="connsiteY6" fmla="*/ 0 h 53959"/>
                <a:gd name="connsiteX7" fmla="*/ 39005 w 51006"/>
                <a:gd name="connsiteY7" fmla="*/ 3191 h 53959"/>
                <a:gd name="connsiteX8" fmla="*/ 47863 w 51006"/>
                <a:gd name="connsiteY8" fmla="*/ 12478 h 53959"/>
                <a:gd name="connsiteX9" fmla="*/ 51006 w 51006"/>
                <a:gd name="connsiteY9" fmla="*/ 27146 h 53959"/>
                <a:gd name="connsiteX10" fmla="*/ 47863 w 51006"/>
                <a:gd name="connsiteY10" fmla="*/ 41577 h 53959"/>
                <a:gd name="connsiteX11" fmla="*/ 39005 w 51006"/>
                <a:gd name="connsiteY11" fmla="*/ 50768 h 53959"/>
                <a:gd name="connsiteX12" fmla="*/ 25289 w 51006"/>
                <a:gd name="connsiteY12" fmla="*/ 53959 h 53959"/>
                <a:gd name="connsiteX13" fmla="*/ 25289 w 51006"/>
                <a:gd name="connsiteY13" fmla="*/ 45006 h 53959"/>
                <a:gd name="connsiteX14" fmla="*/ 33576 w 51006"/>
                <a:gd name="connsiteY14" fmla="*/ 42672 h 53959"/>
                <a:gd name="connsiteX15" fmla="*/ 37909 w 51006"/>
                <a:gd name="connsiteY15" fmla="*/ 36290 h 53959"/>
                <a:gd name="connsiteX16" fmla="*/ 39195 w 51006"/>
                <a:gd name="connsiteY16" fmla="*/ 27242 h 53959"/>
                <a:gd name="connsiteX17" fmla="*/ 37909 w 51006"/>
                <a:gd name="connsiteY17" fmla="*/ 18002 h 53959"/>
                <a:gd name="connsiteX18" fmla="*/ 33576 w 51006"/>
                <a:gd name="connsiteY18" fmla="*/ 11525 h 53959"/>
                <a:gd name="connsiteX19" fmla="*/ 25289 w 51006"/>
                <a:gd name="connsiteY19" fmla="*/ 9144 h 53959"/>
                <a:gd name="connsiteX20" fmla="*/ 17335 w 51006"/>
                <a:gd name="connsiteY20" fmla="*/ 11525 h 53959"/>
                <a:gd name="connsiteX21" fmla="*/ 13097 w 51006"/>
                <a:gd name="connsiteY21" fmla="*/ 18002 h 53959"/>
                <a:gd name="connsiteX22" fmla="*/ 11811 w 51006"/>
                <a:gd name="connsiteY22" fmla="*/ 27242 h 53959"/>
                <a:gd name="connsiteX23" fmla="*/ 13097 w 51006"/>
                <a:gd name="connsiteY23" fmla="*/ 36290 h 53959"/>
                <a:gd name="connsiteX24" fmla="*/ 17335 w 51006"/>
                <a:gd name="connsiteY24" fmla="*/ 42672 h 53959"/>
                <a:gd name="connsiteX25" fmla="*/ 25289 w 51006"/>
                <a:gd name="connsiteY25" fmla="*/ 45006 h 53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006" h="53959">
                  <a:moveTo>
                    <a:pt x="25289" y="53959"/>
                  </a:moveTo>
                  <a:cubicBezTo>
                    <a:pt x="20145" y="53959"/>
                    <a:pt x="15621" y="52911"/>
                    <a:pt x="11859" y="50768"/>
                  </a:cubicBezTo>
                  <a:cubicBezTo>
                    <a:pt x="8049" y="48673"/>
                    <a:pt x="5144" y="45577"/>
                    <a:pt x="3096" y="41577"/>
                  </a:cubicBezTo>
                  <a:cubicBezTo>
                    <a:pt x="1048" y="37576"/>
                    <a:pt x="0" y="32766"/>
                    <a:pt x="0" y="27146"/>
                  </a:cubicBezTo>
                  <a:cubicBezTo>
                    <a:pt x="0" y="21527"/>
                    <a:pt x="1048" y="16574"/>
                    <a:pt x="3096" y="12478"/>
                  </a:cubicBezTo>
                  <a:cubicBezTo>
                    <a:pt x="5144" y="8382"/>
                    <a:pt x="8049" y="5334"/>
                    <a:pt x="11859" y="3191"/>
                  </a:cubicBezTo>
                  <a:cubicBezTo>
                    <a:pt x="15669" y="1048"/>
                    <a:pt x="20145" y="0"/>
                    <a:pt x="25289" y="0"/>
                  </a:cubicBezTo>
                  <a:cubicBezTo>
                    <a:pt x="30432" y="0"/>
                    <a:pt x="35147" y="1048"/>
                    <a:pt x="39005" y="3191"/>
                  </a:cubicBezTo>
                  <a:cubicBezTo>
                    <a:pt x="42863" y="5334"/>
                    <a:pt x="45815" y="8430"/>
                    <a:pt x="47863" y="12478"/>
                  </a:cubicBezTo>
                  <a:cubicBezTo>
                    <a:pt x="49959" y="16526"/>
                    <a:pt x="51006" y="21431"/>
                    <a:pt x="51006" y="27146"/>
                  </a:cubicBezTo>
                  <a:cubicBezTo>
                    <a:pt x="51006" y="32861"/>
                    <a:pt x="49959" y="37529"/>
                    <a:pt x="47863" y="41577"/>
                  </a:cubicBezTo>
                  <a:cubicBezTo>
                    <a:pt x="45768" y="45577"/>
                    <a:pt x="42815" y="48673"/>
                    <a:pt x="39005" y="50768"/>
                  </a:cubicBezTo>
                  <a:cubicBezTo>
                    <a:pt x="35195" y="52911"/>
                    <a:pt x="30623" y="53959"/>
                    <a:pt x="25289" y="53959"/>
                  </a:cubicBezTo>
                  <a:close/>
                  <a:moveTo>
                    <a:pt x="25289" y="45006"/>
                  </a:moveTo>
                  <a:cubicBezTo>
                    <a:pt x="28766" y="45006"/>
                    <a:pt x="31528" y="44244"/>
                    <a:pt x="33576" y="42672"/>
                  </a:cubicBezTo>
                  <a:cubicBezTo>
                    <a:pt x="35624" y="41100"/>
                    <a:pt x="37052" y="38957"/>
                    <a:pt x="37909" y="36290"/>
                  </a:cubicBezTo>
                  <a:cubicBezTo>
                    <a:pt x="38767" y="33576"/>
                    <a:pt x="39195" y="30575"/>
                    <a:pt x="39195" y="27242"/>
                  </a:cubicBezTo>
                  <a:cubicBezTo>
                    <a:pt x="39195" y="23908"/>
                    <a:pt x="38767" y="20717"/>
                    <a:pt x="37909" y="18002"/>
                  </a:cubicBezTo>
                  <a:cubicBezTo>
                    <a:pt x="37052" y="15288"/>
                    <a:pt x="35624" y="13097"/>
                    <a:pt x="33576" y="11525"/>
                  </a:cubicBezTo>
                  <a:cubicBezTo>
                    <a:pt x="31528" y="9954"/>
                    <a:pt x="28766" y="9144"/>
                    <a:pt x="25289" y="9144"/>
                  </a:cubicBezTo>
                  <a:cubicBezTo>
                    <a:pt x="21812" y="9144"/>
                    <a:pt x="19288" y="9954"/>
                    <a:pt x="17335" y="11525"/>
                  </a:cubicBezTo>
                  <a:cubicBezTo>
                    <a:pt x="15383" y="13097"/>
                    <a:pt x="13954" y="15288"/>
                    <a:pt x="13097" y="18002"/>
                  </a:cubicBezTo>
                  <a:cubicBezTo>
                    <a:pt x="12240" y="20717"/>
                    <a:pt x="11811" y="23813"/>
                    <a:pt x="11811" y="27242"/>
                  </a:cubicBezTo>
                  <a:cubicBezTo>
                    <a:pt x="11811" y="30671"/>
                    <a:pt x="12240" y="33623"/>
                    <a:pt x="13097" y="36290"/>
                  </a:cubicBezTo>
                  <a:cubicBezTo>
                    <a:pt x="13954" y="38957"/>
                    <a:pt x="15383" y="41100"/>
                    <a:pt x="17335" y="42672"/>
                  </a:cubicBezTo>
                  <a:cubicBezTo>
                    <a:pt x="19288" y="44244"/>
                    <a:pt x="21955" y="45006"/>
                    <a:pt x="25289" y="45006"/>
                  </a:cubicBezTo>
                  <a:close/>
                </a:path>
              </a:pathLst>
            </a:custGeom>
            <a:solidFill>
              <a:srgbClr val="FFFFFF"/>
            </a:solidFill>
            <a:ln w="4763" cap="flat">
              <a:noFill/>
              <a:prstDash val="solid"/>
              <a:miter/>
            </a:ln>
          </p:spPr>
          <p:txBody>
            <a:bodyPr rtlCol="0" anchor="ctr"/>
            <a:lstStyle/>
            <a:p>
              <a:endParaRPr lang="en-AU" sz="2400"/>
            </a:p>
          </p:txBody>
        </p:sp>
        <p:sp>
          <p:nvSpPr>
            <p:cNvPr id="18" name="Freeform: Shape 17">
              <a:extLst>
                <a:ext uri="{FF2B5EF4-FFF2-40B4-BE49-F238E27FC236}">
                  <a16:creationId xmlns:a16="http://schemas.microsoft.com/office/drawing/2014/main" id="{5E27F734-96CC-1D43-A119-EBFAA488ED94}"/>
                </a:ext>
              </a:extLst>
            </p:cNvPr>
            <p:cNvSpPr/>
            <p:nvPr/>
          </p:nvSpPr>
          <p:spPr>
            <a:xfrm>
              <a:off x="634317" y="668369"/>
              <a:ext cx="46196" cy="52863"/>
            </a:xfrm>
            <a:custGeom>
              <a:avLst/>
              <a:gdLst>
                <a:gd name="connsiteX0" fmla="*/ 0 w 46196"/>
                <a:gd name="connsiteY0" fmla="*/ 52864 h 52863"/>
                <a:gd name="connsiteX1" fmla="*/ 0 w 46196"/>
                <a:gd name="connsiteY1" fmla="*/ 762 h 52863"/>
                <a:gd name="connsiteX2" fmla="*/ 11097 w 46196"/>
                <a:gd name="connsiteY2" fmla="*/ 762 h 52863"/>
                <a:gd name="connsiteX3" fmla="*/ 11382 w 46196"/>
                <a:gd name="connsiteY3" fmla="*/ 8668 h 52863"/>
                <a:gd name="connsiteX4" fmla="*/ 18336 w 46196"/>
                <a:gd name="connsiteY4" fmla="*/ 2715 h 52863"/>
                <a:gd name="connsiteX5" fmla="*/ 29623 w 46196"/>
                <a:gd name="connsiteY5" fmla="*/ 0 h 52863"/>
                <a:gd name="connsiteX6" fmla="*/ 42053 w 46196"/>
                <a:gd name="connsiteY6" fmla="*/ 4953 h 52863"/>
                <a:gd name="connsiteX7" fmla="*/ 46196 w 46196"/>
                <a:gd name="connsiteY7" fmla="*/ 19098 h 52863"/>
                <a:gd name="connsiteX8" fmla="*/ 46196 w 46196"/>
                <a:gd name="connsiteY8" fmla="*/ 52864 h 52863"/>
                <a:gd name="connsiteX9" fmla="*/ 34671 w 46196"/>
                <a:gd name="connsiteY9" fmla="*/ 52864 h 52863"/>
                <a:gd name="connsiteX10" fmla="*/ 34671 w 46196"/>
                <a:gd name="connsiteY10" fmla="*/ 20622 h 52863"/>
                <a:gd name="connsiteX11" fmla="*/ 33861 w 46196"/>
                <a:gd name="connsiteY11" fmla="*/ 14764 h 52863"/>
                <a:gd name="connsiteX12" fmla="*/ 31147 w 46196"/>
                <a:gd name="connsiteY12" fmla="*/ 10811 h 52863"/>
                <a:gd name="connsiteX13" fmla="*/ 25956 w 46196"/>
                <a:gd name="connsiteY13" fmla="*/ 9382 h 52863"/>
                <a:gd name="connsiteX14" fmla="*/ 17431 w 46196"/>
                <a:gd name="connsiteY14" fmla="*/ 11716 h 52863"/>
                <a:gd name="connsiteX15" fmla="*/ 11621 w 46196"/>
                <a:gd name="connsiteY15" fmla="*/ 17002 h 52863"/>
                <a:gd name="connsiteX16" fmla="*/ 11621 w 46196"/>
                <a:gd name="connsiteY16" fmla="*/ 52864 h 52863"/>
                <a:gd name="connsiteX17" fmla="*/ 48 w 46196"/>
                <a:gd name="connsiteY17" fmla="*/ 52864 h 52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6196" h="52863">
                  <a:moveTo>
                    <a:pt x="0" y="52864"/>
                  </a:moveTo>
                  <a:lnTo>
                    <a:pt x="0" y="762"/>
                  </a:lnTo>
                  <a:lnTo>
                    <a:pt x="11097" y="762"/>
                  </a:lnTo>
                  <a:lnTo>
                    <a:pt x="11382" y="8668"/>
                  </a:lnTo>
                  <a:cubicBezTo>
                    <a:pt x="13097" y="6477"/>
                    <a:pt x="15430" y="4524"/>
                    <a:pt x="18336" y="2715"/>
                  </a:cubicBezTo>
                  <a:cubicBezTo>
                    <a:pt x="21241" y="905"/>
                    <a:pt x="25003" y="0"/>
                    <a:pt x="29623" y="0"/>
                  </a:cubicBezTo>
                  <a:cubicBezTo>
                    <a:pt x="35147" y="0"/>
                    <a:pt x="39291" y="1667"/>
                    <a:pt x="42053" y="4953"/>
                  </a:cubicBezTo>
                  <a:cubicBezTo>
                    <a:pt x="44815" y="8239"/>
                    <a:pt x="46196" y="12954"/>
                    <a:pt x="46196" y="19098"/>
                  </a:cubicBezTo>
                  <a:lnTo>
                    <a:pt x="46196" y="52864"/>
                  </a:lnTo>
                  <a:lnTo>
                    <a:pt x="34671" y="52864"/>
                  </a:lnTo>
                  <a:lnTo>
                    <a:pt x="34671" y="20622"/>
                  </a:lnTo>
                  <a:cubicBezTo>
                    <a:pt x="34671" y="18431"/>
                    <a:pt x="34385" y="16478"/>
                    <a:pt x="33861" y="14764"/>
                  </a:cubicBezTo>
                  <a:cubicBezTo>
                    <a:pt x="33338" y="13049"/>
                    <a:pt x="32433" y="11763"/>
                    <a:pt x="31147" y="10811"/>
                  </a:cubicBezTo>
                  <a:cubicBezTo>
                    <a:pt x="29861" y="9858"/>
                    <a:pt x="28146" y="9382"/>
                    <a:pt x="25956" y="9382"/>
                  </a:cubicBezTo>
                  <a:cubicBezTo>
                    <a:pt x="22622" y="9382"/>
                    <a:pt x="19764" y="10144"/>
                    <a:pt x="17431" y="11716"/>
                  </a:cubicBezTo>
                  <a:cubicBezTo>
                    <a:pt x="15097" y="13287"/>
                    <a:pt x="13144" y="15002"/>
                    <a:pt x="11621" y="17002"/>
                  </a:cubicBezTo>
                  <a:lnTo>
                    <a:pt x="11621" y="52864"/>
                  </a:lnTo>
                  <a:lnTo>
                    <a:pt x="48" y="52864"/>
                  </a:lnTo>
                  <a:close/>
                </a:path>
              </a:pathLst>
            </a:custGeom>
            <a:solidFill>
              <a:srgbClr val="FFFFFF"/>
            </a:solidFill>
            <a:ln w="4763" cap="flat">
              <a:noFill/>
              <a:prstDash val="solid"/>
              <a:miter/>
            </a:ln>
          </p:spPr>
          <p:txBody>
            <a:bodyPr rtlCol="0" anchor="ctr"/>
            <a:lstStyle/>
            <a:p>
              <a:endParaRPr lang="en-AU" sz="2400"/>
            </a:p>
          </p:txBody>
        </p:sp>
        <p:sp>
          <p:nvSpPr>
            <p:cNvPr id="19" name="Freeform: Shape 18">
              <a:extLst>
                <a:ext uri="{FF2B5EF4-FFF2-40B4-BE49-F238E27FC236}">
                  <a16:creationId xmlns:a16="http://schemas.microsoft.com/office/drawing/2014/main" id="{FA9A7665-7DE6-0307-FFE6-AAB303F744E7}"/>
                </a:ext>
              </a:extLst>
            </p:cNvPr>
            <p:cNvSpPr/>
            <p:nvPr/>
          </p:nvSpPr>
          <p:spPr>
            <a:xfrm>
              <a:off x="696134" y="706421"/>
              <a:ext cx="15906" cy="15478"/>
            </a:xfrm>
            <a:custGeom>
              <a:avLst/>
              <a:gdLst>
                <a:gd name="connsiteX0" fmla="*/ 8001 w 15906"/>
                <a:gd name="connsiteY0" fmla="*/ 15478 h 15478"/>
                <a:gd name="connsiteX1" fmla="*/ 2238 w 15906"/>
                <a:gd name="connsiteY1" fmla="*/ 13240 h 15478"/>
                <a:gd name="connsiteX2" fmla="*/ 0 w 15906"/>
                <a:gd name="connsiteY2" fmla="*/ 7715 h 15478"/>
                <a:gd name="connsiteX3" fmla="*/ 2238 w 15906"/>
                <a:gd name="connsiteY3" fmla="*/ 2143 h 15478"/>
                <a:gd name="connsiteX4" fmla="*/ 8001 w 15906"/>
                <a:gd name="connsiteY4" fmla="*/ 0 h 15478"/>
                <a:gd name="connsiteX5" fmla="*/ 13716 w 15906"/>
                <a:gd name="connsiteY5" fmla="*/ 2143 h 15478"/>
                <a:gd name="connsiteX6" fmla="*/ 15907 w 15906"/>
                <a:gd name="connsiteY6" fmla="*/ 7715 h 15478"/>
                <a:gd name="connsiteX7" fmla="*/ 13716 w 15906"/>
                <a:gd name="connsiteY7" fmla="*/ 13240 h 15478"/>
                <a:gd name="connsiteX8" fmla="*/ 8001 w 15906"/>
                <a:gd name="connsiteY8" fmla="*/ 15478 h 1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906" h="15478">
                  <a:moveTo>
                    <a:pt x="8001" y="15478"/>
                  </a:moveTo>
                  <a:cubicBezTo>
                    <a:pt x="5667" y="15478"/>
                    <a:pt x="3715" y="14716"/>
                    <a:pt x="2238" y="13240"/>
                  </a:cubicBezTo>
                  <a:cubicBezTo>
                    <a:pt x="762" y="11763"/>
                    <a:pt x="0" y="9906"/>
                    <a:pt x="0" y="7715"/>
                  </a:cubicBezTo>
                  <a:cubicBezTo>
                    <a:pt x="0" y="5429"/>
                    <a:pt x="762" y="3572"/>
                    <a:pt x="2238" y="2143"/>
                  </a:cubicBezTo>
                  <a:cubicBezTo>
                    <a:pt x="3715" y="714"/>
                    <a:pt x="5667" y="0"/>
                    <a:pt x="8001" y="0"/>
                  </a:cubicBezTo>
                  <a:cubicBezTo>
                    <a:pt x="10335" y="0"/>
                    <a:pt x="12240" y="714"/>
                    <a:pt x="13716" y="2143"/>
                  </a:cubicBezTo>
                  <a:cubicBezTo>
                    <a:pt x="15192" y="3572"/>
                    <a:pt x="15907" y="5429"/>
                    <a:pt x="15907" y="7715"/>
                  </a:cubicBezTo>
                  <a:cubicBezTo>
                    <a:pt x="15907" y="10001"/>
                    <a:pt x="15192" y="11716"/>
                    <a:pt x="13716" y="13240"/>
                  </a:cubicBezTo>
                  <a:cubicBezTo>
                    <a:pt x="12240" y="14716"/>
                    <a:pt x="10335" y="15478"/>
                    <a:pt x="8001" y="15478"/>
                  </a:cubicBezTo>
                  <a:close/>
                </a:path>
              </a:pathLst>
            </a:custGeom>
            <a:solidFill>
              <a:srgbClr val="FFFFFF"/>
            </a:solidFill>
            <a:ln w="4763" cap="flat">
              <a:noFill/>
              <a:prstDash val="solid"/>
              <a:miter/>
            </a:ln>
          </p:spPr>
          <p:txBody>
            <a:bodyPr rtlCol="0" anchor="ctr"/>
            <a:lstStyle/>
            <a:p>
              <a:endParaRPr lang="en-AU" sz="2400"/>
            </a:p>
          </p:txBody>
        </p:sp>
        <p:sp>
          <p:nvSpPr>
            <p:cNvPr id="20" name="Freeform: Shape 19">
              <a:extLst>
                <a:ext uri="{FF2B5EF4-FFF2-40B4-BE49-F238E27FC236}">
                  <a16:creationId xmlns:a16="http://schemas.microsoft.com/office/drawing/2014/main" id="{16592611-8CE9-2C0E-6B91-3B9963E7579F}"/>
                </a:ext>
              </a:extLst>
            </p:cNvPr>
            <p:cNvSpPr/>
            <p:nvPr/>
          </p:nvSpPr>
          <p:spPr>
            <a:xfrm>
              <a:off x="722614" y="668274"/>
              <a:ext cx="48291" cy="53863"/>
            </a:xfrm>
            <a:custGeom>
              <a:avLst/>
              <a:gdLst>
                <a:gd name="connsiteX0" fmla="*/ 25146 w 48291"/>
                <a:gd name="connsiteY0" fmla="*/ 53769 h 53863"/>
                <a:gd name="connsiteX1" fmla="*/ 12240 w 48291"/>
                <a:gd name="connsiteY1" fmla="*/ 50911 h 53863"/>
                <a:gd name="connsiteX2" fmla="*/ 3286 w 48291"/>
                <a:gd name="connsiteY2" fmla="*/ 42100 h 53863"/>
                <a:gd name="connsiteX3" fmla="*/ 0 w 48291"/>
                <a:gd name="connsiteY3" fmla="*/ 27099 h 53863"/>
                <a:gd name="connsiteX4" fmla="*/ 3191 w 48291"/>
                <a:gd name="connsiteY4" fmla="*/ 11954 h 53863"/>
                <a:gd name="connsiteX5" fmla="*/ 12002 w 48291"/>
                <a:gd name="connsiteY5" fmla="*/ 2953 h 53863"/>
                <a:gd name="connsiteX6" fmla="*/ 25146 w 48291"/>
                <a:gd name="connsiteY6" fmla="*/ 0 h 53863"/>
                <a:gd name="connsiteX7" fmla="*/ 36528 w 48291"/>
                <a:gd name="connsiteY7" fmla="*/ 2095 h 53863"/>
                <a:gd name="connsiteX8" fmla="*/ 44625 w 48291"/>
                <a:gd name="connsiteY8" fmla="*/ 8334 h 53863"/>
                <a:gd name="connsiteX9" fmla="*/ 47816 w 48291"/>
                <a:gd name="connsiteY9" fmla="*/ 18859 h 53863"/>
                <a:gd name="connsiteX10" fmla="*/ 36528 w 48291"/>
                <a:gd name="connsiteY10" fmla="*/ 18859 h 53863"/>
                <a:gd name="connsiteX11" fmla="*/ 33338 w 48291"/>
                <a:gd name="connsiteY11" fmla="*/ 11716 h 53863"/>
                <a:gd name="connsiteX12" fmla="*/ 25241 w 48291"/>
                <a:gd name="connsiteY12" fmla="*/ 9096 h 53863"/>
                <a:gd name="connsiteX13" fmla="*/ 15097 w 48291"/>
                <a:gd name="connsiteY13" fmla="*/ 13811 h 53863"/>
                <a:gd name="connsiteX14" fmla="*/ 11859 w 48291"/>
                <a:gd name="connsiteY14" fmla="*/ 27099 h 53863"/>
                <a:gd name="connsiteX15" fmla="*/ 13287 w 48291"/>
                <a:gd name="connsiteY15" fmla="*/ 36624 h 53863"/>
                <a:gd name="connsiteX16" fmla="*/ 17717 w 48291"/>
                <a:gd name="connsiteY16" fmla="*/ 42672 h 53863"/>
                <a:gd name="connsiteX17" fmla="*/ 25289 w 48291"/>
                <a:gd name="connsiteY17" fmla="*/ 44767 h 53863"/>
                <a:gd name="connsiteX18" fmla="*/ 33671 w 48291"/>
                <a:gd name="connsiteY18" fmla="*/ 42005 h 53863"/>
                <a:gd name="connsiteX19" fmla="*/ 37005 w 48291"/>
                <a:gd name="connsiteY19" fmla="*/ 34004 h 53863"/>
                <a:gd name="connsiteX20" fmla="*/ 48292 w 48291"/>
                <a:gd name="connsiteY20" fmla="*/ 34004 h 53863"/>
                <a:gd name="connsiteX21" fmla="*/ 45101 w 48291"/>
                <a:gd name="connsiteY21" fmla="*/ 44958 h 53863"/>
                <a:gd name="connsiteX22" fmla="*/ 36909 w 48291"/>
                <a:gd name="connsiteY22" fmla="*/ 51625 h 53863"/>
                <a:gd name="connsiteX23" fmla="*/ 25241 w 48291"/>
                <a:gd name="connsiteY23" fmla="*/ 53864 h 53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8291" h="53863">
                  <a:moveTo>
                    <a:pt x="25146" y="53769"/>
                  </a:moveTo>
                  <a:cubicBezTo>
                    <a:pt x="20336" y="53769"/>
                    <a:pt x="16050" y="52816"/>
                    <a:pt x="12240" y="50911"/>
                  </a:cubicBezTo>
                  <a:cubicBezTo>
                    <a:pt x="8477" y="49006"/>
                    <a:pt x="5477" y="46053"/>
                    <a:pt x="3286" y="42100"/>
                  </a:cubicBezTo>
                  <a:cubicBezTo>
                    <a:pt x="1095" y="38148"/>
                    <a:pt x="0" y="33147"/>
                    <a:pt x="0" y="27099"/>
                  </a:cubicBezTo>
                  <a:cubicBezTo>
                    <a:pt x="0" y="21050"/>
                    <a:pt x="1048" y="15954"/>
                    <a:pt x="3191" y="11954"/>
                  </a:cubicBezTo>
                  <a:cubicBezTo>
                    <a:pt x="5334" y="7953"/>
                    <a:pt x="8239" y="4953"/>
                    <a:pt x="12002" y="2953"/>
                  </a:cubicBezTo>
                  <a:cubicBezTo>
                    <a:pt x="15764" y="952"/>
                    <a:pt x="20145" y="0"/>
                    <a:pt x="25146" y="0"/>
                  </a:cubicBezTo>
                  <a:cubicBezTo>
                    <a:pt x="29337" y="0"/>
                    <a:pt x="33147" y="714"/>
                    <a:pt x="36528" y="2095"/>
                  </a:cubicBezTo>
                  <a:cubicBezTo>
                    <a:pt x="39910" y="3477"/>
                    <a:pt x="42624" y="5572"/>
                    <a:pt x="44625" y="8334"/>
                  </a:cubicBezTo>
                  <a:cubicBezTo>
                    <a:pt x="46625" y="11097"/>
                    <a:pt x="47720" y="14621"/>
                    <a:pt x="47816" y="18859"/>
                  </a:cubicBezTo>
                  <a:lnTo>
                    <a:pt x="36528" y="18859"/>
                  </a:lnTo>
                  <a:cubicBezTo>
                    <a:pt x="36338" y="15811"/>
                    <a:pt x="35290" y="13430"/>
                    <a:pt x="33338" y="11716"/>
                  </a:cubicBezTo>
                  <a:cubicBezTo>
                    <a:pt x="31385" y="9954"/>
                    <a:pt x="28670" y="9096"/>
                    <a:pt x="25241" y="9096"/>
                  </a:cubicBezTo>
                  <a:cubicBezTo>
                    <a:pt x="20622" y="9096"/>
                    <a:pt x="17240" y="10668"/>
                    <a:pt x="15097" y="13811"/>
                  </a:cubicBezTo>
                  <a:cubicBezTo>
                    <a:pt x="12906" y="16954"/>
                    <a:pt x="11859" y="21384"/>
                    <a:pt x="11859" y="27099"/>
                  </a:cubicBezTo>
                  <a:cubicBezTo>
                    <a:pt x="11859" y="30813"/>
                    <a:pt x="12335" y="33957"/>
                    <a:pt x="13287" y="36624"/>
                  </a:cubicBezTo>
                  <a:cubicBezTo>
                    <a:pt x="14240" y="39243"/>
                    <a:pt x="15716" y="41291"/>
                    <a:pt x="17717" y="42672"/>
                  </a:cubicBezTo>
                  <a:cubicBezTo>
                    <a:pt x="19717" y="44053"/>
                    <a:pt x="22193" y="44767"/>
                    <a:pt x="25289" y="44767"/>
                  </a:cubicBezTo>
                  <a:cubicBezTo>
                    <a:pt x="28766" y="44767"/>
                    <a:pt x="31575" y="43863"/>
                    <a:pt x="33671" y="42005"/>
                  </a:cubicBezTo>
                  <a:cubicBezTo>
                    <a:pt x="35766" y="40148"/>
                    <a:pt x="36862" y="37481"/>
                    <a:pt x="37005" y="34004"/>
                  </a:cubicBezTo>
                  <a:lnTo>
                    <a:pt x="48292" y="34004"/>
                  </a:lnTo>
                  <a:cubicBezTo>
                    <a:pt x="48197" y="38338"/>
                    <a:pt x="47101" y="42005"/>
                    <a:pt x="45101" y="44958"/>
                  </a:cubicBezTo>
                  <a:cubicBezTo>
                    <a:pt x="43053" y="47911"/>
                    <a:pt x="40338" y="50149"/>
                    <a:pt x="36909" y="51625"/>
                  </a:cubicBezTo>
                  <a:cubicBezTo>
                    <a:pt x="33480" y="53102"/>
                    <a:pt x="29575" y="53864"/>
                    <a:pt x="25241" y="53864"/>
                  </a:cubicBezTo>
                  <a:close/>
                </a:path>
              </a:pathLst>
            </a:custGeom>
            <a:solidFill>
              <a:srgbClr val="FFFFFF"/>
            </a:solidFill>
            <a:ln w="4763" cap="flat">
              <a:noFill/>
              <a:prstDash val="solid"/>
              <a:miter/>
            </a:ln>
          </p:spPr>
          <p:txBody>
            <a:bodyPr rtlCol="0" anchor="ctr"/>
            <a:lstStyle/>
            <a:p>
              <a:endParaRPr lang="en-AU" sz="2400"/>
            </a:p>
          </p:txBody>
        </p:sp>
        <p:sp>
          <p:nvSpPr>
            <p:cNvPr id="21" name="Freeform: Shape 20">
              <a:extLst>
                <a:ext uri="{FF2B5EF4-FFF2-40B4-BE49-F238E27FC236}">
                  <a16:creationId xmlns:a16="http://schemas.microsoft.com/office/drawing/2014/main" id="{ED13711F-8729-B0BE-FD66-F92CE291AD93}"/>
                </a:ext>
              </a:extLst>
            </p:cNvPr>
            <p:cNvSpPr/>
            <p:nvPr/>
          </p:nvSpPr>
          <p:spPr>
            <a:xfrm>
              <a:off x="781431" y="668131"/>
              <a:ext cx="51006" cy="53959"/>
            </a:xfrm>
            <a:custGeom>
              <a:avLst/>
              <a:gdLst>
                <a:gd name="connsiteX0" fmla="*/ 25289 w 51006"/>
                <a:gd name="connsiteY0" fmla="*/ 53959 h 53959"/>
                <a:gd name="connsiteX1" fmla="*/ 11859 w 51006"/>
                <a:gd name="connsiteY1" fmla="*/ 50768 h 53959"/>
                <a:gd name="connsiteX2" fmla="*/ 3096 w 51006"/>
                <a:gd name="connsiteY2" fmla="*/ 41577 h 53959"/>
                <a:gd name="connsiteX3" fmla="*/ 0 w 51006"/>
                <a:gd name="connsiteY3" fmla="*/ 27146 h 53959"/>
                <a:gd name="connsiteX4" fmla="*/ 3096 w 51006"/>
                <a:gd name="connsiteY4" fmla="*/ 12478 h 53959"/>
                <a:gd name="connsiteX5" fmla="*/ 11859 w 51006"/>
                <a:gd name="connsiteY5" fmla="*/ 3191 h 53959"/>
                <a:gd name="connsiteX6" fmla="*/ 25289 w 51006"/>
                <a:gd name="connsiteY6" fmla="*/ 0 h 53959"/>
                <a:gd name="connsiteX7" fmla="*/ 39005 w 51006"/>
                <a:gd name="connsiteY7" fmla="*/ 3191 h 53959"/>
                <a:gd name="connsiteX8" fmla="*/ 47863 w 51006"/>
                <a:gd name="connsiteY8" fmla="*/ 12478 h 53959"/>
                <a:gd name="connsiteX9" fmla="*/ 51006 w 51006"/>
                <a:gd name="connsiteY9" fmla="*/ 27146 h 53959"/>
                <a:gd name="connsiteX10" fmla="*/ 47863 w 51006"/>
                <a:gd name="connsiteY10" fmla="*/ 41577 h 53959"/>
                <a:gd name="connsiteX11" fmla="*/ 39005 w 51006"/>
                <a:gd name="connsiteY11" fmla="*/ 50768 h 53959"/>
                <a:gd name="connsiteX12" fmla="*/ 25289 w 51006"/>
                <a:gd name="connsiteY12" fmla="*/ 53959 h 53959"/>
                <a:gd name="connsiteX13" fmla="*/ 25289 w 51006"/>
                <a:gd name="connsiteY13" fmla="*/ 45006 h 53959"/>
                <a:gd name="connsiteX14" fmla="*/ 33576 w 51006"/>
                <a:gd name="connsiteY14" fmla="*/ 42672 h 53959"/>
                <a:gd name="connsiteX15" fmla="*/ 37909 w 51006"/>
                <a:gd name="connsiteY15" fmla="*/ 36290 h 53959"/>
                <a:gd name="connsiteX16" fmla="*/ 39195 w 51006"/>
                <a:gd name="connsiteY16" fmla="*/ 27242 h 53959"/>
                <a:gd name="connsiteX17" fmla="*/ 37909 w 51006"/>
                <a:gd name="connsiteY17" fmla="*/ 18002 h 53959"/>
                <a:gd name="connsiteX18" fmla="*/ 33576 w 51006"/>
                <a:gd name="connsiteY18" fmla="*/ 11525 h 53959"/>
                <a:gd name="connsiteX19" fmla="*/ 25289 w 51006"/>
                <a:gd name="connsiteY19" fmla="*/ 9144 h 53959"/>
                <a:gd name="connsiteX20" fmla="*/ 17335 w 51006"/>
                <a:gd name="connsiteY20" fmla="*/ 11525 h 53959"/>
                <a:gd name="connsiteX21" fmla="*/ 13097 w 51006"/>
                <a:gd name="connsiteY21" fmla="*/ 18002 h 53959"/>
                <a:gd name="connsiteX22" fmla="*/ 11811 w 51006"/>
                <a:gd name="connsiteY22" fmla="*/ 27242 h 53959"/>
                <a:gd name="connsiteX23" fmla="*/ 13097 w 51006"/>
                <a:gd name="connsiteY23" fmla="*/ 36290 h 53959"/>
                <a:gd name="connsiteX24" fmla="*/ 17335 w 51006"/>
                <a:gd name="connsiteY24" fmla="*/ 42672 h 53959"/>
                <a:gd name="connsiteX25" fmla="*/ 25289 w 51006"/>
                <a:gd name="connsiteY25" fmla="*/ 45006 h 53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006" h="53959">
                  <a:moveTo>
                    <a:pt x="25289" y="53959"/>
                  </a:moveTo>
                  <a:cubicBezTo>
                    <a:pt x="20145" y="53959"/>
                    <a:pt x="15621" y="52911"/>
                    <a:pt x="11859" y="50768"/>
                  </a:cubicBezTo>
                  <a:cubicBezTo>
                    <a:pt x="8049" y="48673"/>
                    <a:pt x="5144" y="45577"/>
                    <a:pt x="3096" y="41577"/>
                  </a:cubicBezTo>
                  <a:cubicBezTo>
                    <a:pt x="1048" y="37576"/>
                    <a:pt x="0" y="32766"/>
                    <a:pt x="0" y="27146"/>
                  </a:cubicBezTo>
                  <a:cubicBezTo>
                    <a:pt x="0" y="21527"/>
                    <a:pt x="1048" y="16574"/>
                    <a:pt x="3096" y="12478"/>
                  </a:cubicBezTo>
                  <a:cubicBezTo>
                    <a:pt x="5144" y="8382"/>
                    <a:pt x="8049" y="5334"/>
                    <a:pt x="11859" y="3191"/>
                  </a:cubicBezTo>
                  <a:cubicBezTo>
                    <a:pt x="15669" y="1048"/>
                    <a:pt x="20145" y="0"/>
                    <a:pt x="25289" y="0"/>
                  </a:cubicBezTo>
                  <a:cubicBezTo>
                    <a:pt x="30432" y="0"/>
                    <a:pt x="35147" y="1048"/>
                    <a:pt x="39005" y="3191"/>
                  </a:cubicBezTo>
                  <a:cubicBezTo>
                    <a:pt x="42863" y="5334"/>
                    <a:pt x="45815" y="8430"/>
                    <a:pt x="47863" y="12478"/>
                  </a:cubicBezTo>
                  <a:cubicBezTo>
                    <a:pt x="49959" y="16526"/>
                    <a:pt x="51006" y="21431"/>
                    <a:pt x="51006" y="27146"/>
                  </a:cubicBezTo>
                  <a:cubicBezTo>
                    <a:pt x="51006" y="32861"/>
                    <a:pt x="49959" y="37529"/>
                    <a:pt x="47863" y="41577"/>
                  </a:cubicBezTo>
                  <a:cubicBezTo>
                    <a:pt x="45768" y="45577"/>
                    <a:pt x="42815" y="48673"/>
                    <a:pt x="39005" y="50768"/>
                  </a:cubicBezTo>
                  <a:cubicBezTo>
                    <a:pt x="35195" y="52911"/>
                    <a:pt x="30623" y="53959"/>
                    <a:pt x="25289" y="53959"/>
                  </a:cubicBezTo>
                  <a:close/>
                  <a:moveTo>
                    <a:pt x="25289" y="45006"/>
                  </a:moveTo>
                  <a:cubicBezTo>
                    <a:pt x="28765" y="45006"/>
                    <a:pt x="31528" y="44244"/>
                    <a:pt x="33576" y="42672"/>
                  </a:cubicBezTo>
                  <a:cubicBezTo>
                    <a:pt x="35623" y="41100"/>
                    <a:pt x="37052" y="38957"/>
                    <a:pt x="37909" y="36290"/>
                  </a:cubicBezTo>
                  <a:cubicBezTo>
                    <a:pt x="38767" y="33576"/>
                    <a:pt x="39195" y="30575"/>
                    <a:pt x="39195" y="27242"/>
                  </a:cubicBezTo>
                  <a:cubicBezTo>
                    <a:pt x="39195" y="23908"/>
                    <a:pt x="38767" y="20717"/>
                    <a:pt x="37909" y="18002"/>
                  </a:cubicBezTo>
                  <a:cubicBezTo>
                    <a:pt x="37052" y="15288"/>
                    <a:pt x="35623" y="13097"/>
                    <a:pt x="33576" y="11525"/>
                  </a:cubicBezTo>
                  <a:cubicBezTo>
                    <a:pt x="31528" y="9954"/>
                    <a:pt x="28765" y="9144"/>
                    <a:pt x="25289" y="9144"/>
                  </a:cubicBezTo>
                  <a:cubicBezTo>
                    <a:pt x="21812" y="9144"/>
                    <a:pt x="19288" y="9954"/>
                    <a:pt x="17335" y="11525"/>
                  </a:cubicBezTo>
                  <a:cubicBezTo>
                    <a:pt x="15383" y="13097"/>
                    <a:pt x="13954" y="15288"/>
                    <a:pt x="13097" y="18002"/>
                  </a:cubicBezTo>
                  <a:cubicBezTo>
                    <a:pt x="12240" y="20717"/>
                    <a:pt x="11811" y="23813"/>
                    <a:pt x="11811" y="27242"/>
                  </a:cubicBezTo>
                  <a:cubicBezTo>
                    <a:pt x="11811" y="30671"/>
                    <a:pt x="12240" y="33623"/>
                    <a:pt x="13097" y="36290"/>
                  </a:cubicBezTo>
                  <a:cubicBezTo>
                    <a:pt x="13954" y="38957"/>
                    <a:pt x="15383" y="41100"/>
                    <a:pt x="17335" y="42672"/>
                  </a:cubicBezTo>
                  <a:cubicBezTo>
                    <a:pt x="19288" y="44244"/>
                    <a:pt x="21955" y="45006"/>
                    <a:pt x="25289" y="45006"/>
                  </a:cubicBezTo>
                  <a:close/>
                </a:path>
              </a:pathLst>
            </a:custGeom>
            <a:solidFill>
              <a:srgbClr val="FFFFFF"/>
            </a:solidFill>
            <a:ln w="4763" cap="flat">
              <a:noFill/>
              <a:prstDash val="solid"/>
              <a:miter/>
            </a:ln>
          </p:spPr>
          <p:txBody>
            <a:bodyPr rtlCol="0" anchor="ctr"/>
            <a:lstStyle/>
            <a:p>
              <a:endParaRPr lang="en-AU" sz="2400"/>
            </a:p>
          </p:txBody>
        </p:sp>
        <p:sp>
          <p:nvSpPr>
            <p:cNvPr id="22" name="Freeform: Shape 21">
              <a:extLst>
                <a:ext uri="{FF2B5EF4-FFF2-40B4-BE49-F238E27FC236}">
                  <a16:creationId xmlns:a16="http://schemas.microsoft.com/office/drawing/2014/main" id="{F5FED478-DB14-64BF-27A6-FA5890A09C28}"/>
                </a:ext>
              </a:extLst>
            </p:cNvPr>
            <p:cNvSpPr/>
            <p:nvPr/>
          </p:nvSpPr>
          <p:spPr>
            <a:xfrm>
              <a:off x="845772" y="668321"/>
              <a:ext cx="79724" cy="52911"/>
            </a:xfrm>
            <a:custGeom>
              <a:avLst/>
              <a:gdLst>
                <a:gd name="connsiteX0" fmla="*/ 48 w 79724"/>
                <a:gd name="connsiteY0" fmla="*/ 52911 h 52911"/>
                <a:gd name="connsiteX1" fmla="*/ 48 w 79724"/>
                <a:gd name="connsiteY1" fmla="*/ 810 h 52911"/>
                <a:gd name="connsiteX2" fmla="*/ 11144 w 79724"/>
                <a:gd name="connsiteY2" fmla="*/ 810 h 52911"/>
                <a:gd name="connsiteX3" fmla="*/ 11430 w 79724"/>
                <a:gd name="connsiteY3" fmla="*/ 8715 h 52911"/>
                <a:gd name="connsiteX4" fmla="*/ 18336 w 79724"/>
                <a:gd name="connsiteY4" fmla="*/ 2762 h 52911"/>
                <a:gd name="connsiteX5" fmla="*/ 29432 w 79724"/>
                <a:gd name="connsiteY5" fmla="*/ 48 h 52911"/>
                <a:gd name="connsiteX6" fmla="*/ 41720 w 79724"/>
                <a:gd name="connsiteY6" fmla="*/ 5048 h 52911"/>
                <a:gd name="connsiteX7" fmla="*/ 45720 w 79724"/>
                <a:gd name="connsiteY7" fmla="*/ 19098 h 52911"/>
                <a:gd name="connsiteX8" fmla="*/ 45720 w 79724"/>
                <a:gd name="connsiteY8" fmla="*/ 52864 h 52911"/>
                <a:gd name="connsiteX9" fmla="*/ 34100 w 79724"/>
                <a:gd name="connsiteY9" fmla="*/ 52864 h 52911"/>
                <a:gd name="connsiteX10" fmla="*/ 34100 w 79724"/>
                <a:gd name="connsiteY10" fmla="*/ 20622 h 52911"/>
                <a:gd name="connsiteX11" fmla="*/ 33338 w 79724"/>
                <a:gd name="connsiteY11" fmla="*/ 14764 h 52911"/>
                <a:gd name="connsiteX12" fmla="*/ 30671 w 79724"/>
                <a:gd name="connsiteY12" fmla="*/ 10811 h 52911"/>
                <a:gd name="connsiteX13" fmla="*/ 25384 w 79724"/>
                <a:gd name="connsiteY13" fmla="*/ 9382 h 52911"/>
                <a:gd name="connsiteX14" fmla="*/ 17193 w 79724"/>
                <a:gd name="connsiteY14" fmla="*/ 11716 h 52911"/>
                <a:gd name="connsiteX15" fmla="*/ 11573 w 79724"/>
                <a:gd name="connsiteY15" fmla="*/ 17002 h 52911"/>
                <a:gd name="connsiteX16" fmla="*/ 11573 w 79724"/>
                <a:gd name="connsiteY16" fmla="*/ 52864 h 52911"/>
                <a:gd name="connsiteX17" fmla="*/ 0 w 79724"/>
                <a:gd name="connsiteY17" fmla="*/ 52864 h 52911"/>
                <a:gd name="connsiteX18" fmla="*/ 68199 w 79724"/>
                <a:gd name="connsiteY18" fmla="*/ 52911 h 52911"/>
                <a:gd name="connsiteX19" fmla="*/ 68199 w 79724"/>
                <a:gd name="connsiteY19" fmla="*/ 20669 h 52911"/>
                <a:gd name="connsiteX20" fmla="*/ 67437 w 79724"/>
                <a:gd name="connsiteY20" fmla="*/ 14811 h 52911"/>
                <a:gd name="connsiteX21" fmla="*/ 64770 w 79724"/>
                <a:gd name="connsiteY21" fmla="*/ 10858 h 52911"/>
                <a:gd name="connsiteX22" fmla="*/ 59484 w 79724"/>
                <a:gd name="connsiteY22" fmla="*/ 9430 h 52911"/>
                <a:gd name="connsiteX23" fmla="*/ 51292 w 79724"/>
                <a:gd name="connsiteY23" fmla="*/ 11668 h 52911"/>
                <a:gd name="connsiteX24" fmla="*/ 45529 w 79724"/>
                <a:gd name="connsiteY24" fmla="*/ 16812 h 52911"/>
                <a:gd name="connsiteX25" fmla="*/ 43958 w 79724"/>
                <a:gd name="connsiteY25" fmla="*/ 9096 h 52911"/>
                <a:gd name="connsiteX26" fmla="*/ 52006 w 79724"/>
                <a:gd name="connsiteY26" fmla="*/ 2810 h 52911"/>
                <a:gd name="connsiteX27" fmla="*/ 63484 w 79724"/>
                <a:gd name="connsiteY27" fmla="*/ 0 h 52911"/>
                <a:gd name="connsiteX28" fmla="*/ 75724 w 79724"/>
                <a:gd name="connsiteY28" fmla="*/ 5001 h 52911"/>
                <a:gd name="connsiteX29" fmla="*/ 79724 w 79724"/>
                <a:gd name="connsiteY29" fmla="*/ 19050 h 52911"/>
                <a:gd name="connsiteX30" fmla="*/ 79724 w 79724"/>
                <a:gd name="connsiteY30" fmla="*/ 52816 h 52911"/>
                <a:gd name="connsiteX31" fmla="*/ 68199 w 79724"/>
                <a:gd name="connsiteY31" fmla="*/ 52816 h 52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79724" h="52911">
                  <a:moveTo>
                    <a:pt x="48" y="52911"/>
                  </a:moveTo>
                  <a:lnTo>
                    <a:pt x="48" y="810"/>
                  </a:lnTo>
                  <a:lnTo>
                    <a:pt x="11144" y="810"/>
                  </a:lnTo>
                  <a:lnTo>
                    <a:pt x="11430" y="8715"/>
                  </a:lnTo>
                  <a:cubicBezTo>
                    <a:pt x="13049" y="6525"/>
                    <a:pt x="15383" y="4572"/>
                    <a:pt x="18336" y="2762"/>
                  </a:cubicBezTo>
                  <a:cubicBezTo>
                    <a:pt x="21288" y="952"/>
                    <a:pt x="25003" y="48"/>
                    <a:pt x="29432" y="48"/>
                  </a:cubicBezTo>
                  <a:cubicBezTo>
                    <a:pt x="34957" y="48"/>
                    <a:pt x="39052" y="1715"/>
                    <a:pt x="41720" y="5048"/>
                  </a:cubicBezTo>
                  <a:cubicBezTo>
                    <a:pt x="44387" y="8382"/>
                    <a:pt x="45720" y="13097"/>
                    <a:pt x="45720" y="19098"/>
                  </a:cubicBezTo>
                  <a:lnTo>
                    <a:pt x="45720" y="52864"/>
                  </a:lnTo>
                  <a:lnTo>
                    <a:pt x="34100" y="52864"/>
                  </a:lnTo>
                  <a:lnTo>
                    <a:pt x="34100" y="20622"/>
                  </a:lnTo>
                  <a:cubicBezTo>
                    <a:pt x="34100" y="18431"/>
                    <a:pt x="33861" y="16478"/>
                    <a:pt x="33338" y="14764"/>
                  </a:cubicBezTo>
                  <a:cubicBezTo>
                    <a:pt x="32814" y="13049"/>
                    <a:pt x="31909" y="11763"/>
                    <a:pt x="30671" y="10811"/>
                  </a:cubicBezTo>
                  <a:cubicBezTo>
                    <a:pt x="29385" y="9858"/>
                    <a:pt x="27670" y="9382"/>
                    <a:pt x="25384" y="9382"/>
                  </a:cubicBezTo>
                  <a:cubicBezTo>
                    <a:pt x="22193" y="9382"/>
                    <a:pt x="19431" y="10144"/>
                    <a:pt x="17193" y="11716"/>
                  </a:cubicBezTo>
                  <a:cubicBezTo>
                    <a:pt x="14954" y="13287"/>
                    <a:pt x="13097" y="15002"/>
                    <a:pt x="11573" y="17002"/>
                  </a:cubicBezTo>
                  <a:lnTo>
                    <a:pt x="11573" y="52864"/>
                  </a:lnTo>
                  <a:lnTo>
                    <a:pt x="0" y="52864"/>
                  </a:lnTo>
                  <a:close/>
                  <a:moveTo>
                    <a:pt x="68199" y="52911"/>
                  </a:moveTo>
                  <a:lnTo>
                    <a:pt x="68199" y="20669"/>
                  </a:lnTo>
                  <a:cubicBezTo>
                    <a:pt x="68199" y="18479"/>
                    <a:pt x="67961" y="16526"/>
                    <a:pt x="67437" y="14811"/>
                  </a:cubicBezTo>
                  <a:cubicBezTo>
                    <a:pt x="66913" y="13097"/>
                    <a:pt x="66008" y="11811"/>
                    <a:pt x="64770" y="10858"/>
                  </a:cubicBezTo>
                  <a:cubicBezTo>
                    <a:pt x="63484" y="9906"/>
                    <a:pt x="61770" y="9430"/>
                    <a:pt x="59484" y="9430"/>
                  </a:cubicBezTo>
                  <a:cubicBezTo>
                    <a:pt x="56293" y="9430"/>
                    <a:pt x="53531" y="10144"/>
                    <a:pt x="51292" y="11668"/>
                  </a:cubicBezTo>
                  <a:cubicBezTo>
                    <a:pt x="49054" y="13144"/>
                    <a:pt x="47101" y="14859"/>
                    <a:pt x="45529" y="16812"/>
                  </a:cubicBezTo>
                  <a:lnTo>
                    <a:pt x="43958" y="9096"/>
                  </a:lnTo>
                  <a:cubicBezTo>
                    <a:pt x="46101" y="6763"/>
                    <a:pt x="48768" y="4667"/>
                    <a:pt x="52006" y="2810"/>
                  </a:cubicBezTo>
                  <a:cubicBezTo>
                    <a:pt x="55245" y="952"/>
                    <a:pt x="59055" y="0"/>
                    <a:pt x="63484" y="0"/>
                  </a:cubicBezTo>
                  <a:cubicBezTo>
                    <a:pt x="68961" y="0"/>
                    <a:pt x="73057" y="1667"/>
                    <a:pt x="75724" y="5001"/>
                  </a:cubicBezTo>
                  <a:cubicBezTo>
                    <a:pt x="78391" y="8334"/>
                    <a:pt x="79724" y="13049"/>
                    <a:pt x="79724" y="19050"/>
                  </a:cubicBezTo>
                  <a:lnTo>
                    <a:pt x="79724" y="52816"/>
                  </a:lnTo>
                  <a:lnTo>
                    <a:pt x="68199" y="52816"/>
                  </a:lnTo>
                  <a:close/>
                </a:path>
              </a:pathLst>
            </a:custGeom>
            <a:solidFill>
              <a:srgbClr val="FFFFFF"/>
            </a:solidFill>
            <a:ln w="4763" cap="flat">
              <a:noFill/>
              <a:prstDash val="solid"/>
              <a:miter/>
            </a:ln>
          </p:spPr>
          <p:txBody>
            <a:bodyPr rtlCol="0" anchor="ctr"/>
            <a:lstStyle/>
            <a:p>
              <a:endParaRPr lang="en-AU" sz="2400"/>
            </a:p>
          </p:txBody>
        </p:sp>
      </p:grpSp>
    </p:spTree>
    <p:extLst>
      <p:ext uri="{BB962C8B-B14F-4D97-AF65-F5344CB8AC3E}">
        <p14:creationId xmlns:p14="http://schemas.microsoft.com/office/powerpoint/2010/main" val="12251824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userDrawn="1">
  <p:cSld name="Title slide">
    <p:bg>
      <p:bgPr>
        <a:solidFill>
          <a:schemeClr val="bg1">
            <a:lumMod val="95000"/>
          </a:schemeClr>
        </a:solidFill>
        <a:effectLst/>
      </p:bgPr>
    </p:bg>
    <p:spTree>
      <p:nvGrpSpPr>
        <p:cNvPr id="1" name="Shape 9"/>
        <p:cNvGrpSpPr/>
        <p:nvPr/>
      </p:nvGrpSpPr>
      <p:grpSpPr>
        <a:xfrm>
          <a:off x="0" y="0"/>
          <a:ext cx="0" cy="0"/>
          <a:chOff x="0" y="0"/>
          <a:chExt cx="0" cy="0"/>
        </a:xfrm>
      </p:grpSpPr>
      <p:grpSp>
        <p:nvGrpSpPr>
          <p:cNvPr id="10" name="Group 9">
            <a:extLst>
              <a:ext uri="{FF2B5EF4-FFF2-40B4-BE49-F238E27FC236}">
                <a16:creationId xmlns:a16="http://schemas.microsoft.com/office/drawing/2014/main" id="{C8694848-DBB5-CC33-BFFD-ABB9B9448869}"/>
              </a:ext>
            </a:extLst>
          </p:cNvPr>
          <p:cNvGrpSpPr/>
          <p:nvPr userDrawn="1"/>
        </p:nvGrpSpPr>
        <p:grpSpPr>
          <a:xfrm>
            <a:off x="-25401" y="4318001"/>
            <a:ext cx="12217400" cy="2540000"/>
            <a:chOff x="-19051" y="3238500"/>
            <a:chExt cx="9163050" cy="1905000"/>
          </a:xfrm>
        </p:grpSpPr>
        <p:sp>
          <p:nvSpPr>
            <p:cNvPr id="6" name="Freeform: Shape 5">
              <a:extLst>
                <a:ext uri="{FF2B5EF4-FFF2-40B4-BE49-F238E27FC236}">
                  <a16:creationId xmlns:a16="http://schemas.microsoft.com/office/drawing/2014/main" id="{C49332EC-B95E-5892-C870-8CD1804B7887}"/>
                </a:ext>
              </a:extLst>
            </p:cNvPr>
            <p:cNvSpPr/>
            <p:nvPr/>
          </p:nvSpPr>
          <p:spPr>
            <a:xfrm>
              <a:off x="-19051" y="3238500"/>
              <a:ext cx="9163050" cy="1905000"/>
            </a:xfrm>
            <a:custGeom>
              <a:avLst/>
              <a:gdLst>
                <a:gd name="connsiteX0" fmla="*/ 0 w 5829300"/>
                <a:gd name="connsiteY0" fmla="*/ 1905000 h 1905000"/>
                <a:gd name="connsiteX1" fmla="*/ 0 w 5829300"/>
                <a:gd name="connsiteY1" fmla="*/ 134493 h 1905000"/>
                <a:gd name="connsiteX2" fmla="*/ 4285393 w 5829300"/>
                <a:gd name="connsiteY2" fmla="*/ 134493 h 1905000"/>
                <a:gd name="connsiteX3" fmla="*/ 4915853 w 5829300"/>
                <a:gd name="connsiteY3" fmla="*/ 0 h 1905000"/>
                <a:gd name="connsiteX4" fmla="*/ 5541740 w 5829300"/>
                <a:gd name="connsiteY4" fmla="*/ 134493 h 1905000"/>
                <a:gd name="connsiteX5" fmla="*/ 5829300 w 5829300"/>
                <a:gd name="connsiteY5" fmla="*/ 134493 h 1905000"/>
                <a:gd name="connsiteX6" fmla="*/ 5829300 w 5829300"/>
                <a:gd name="connsiteY6" fmla="*/ 1905000 h 1905000"/>
                <a:gd name="connsiteX7" fmla="*/ 0 w 5829300"/>
                <a:gd name="connsiteY7" fmla="*/ 1905000 h 1905000"/>
                <a:gd name="connsiteX0" fmla="*/ 3324225 w 9153525"/>
                <a:gd name="connsiteY0" fmla="*/ 1905000 h 1905000"/>
                <a:gd name="connsiteX1" fmla="*/ 0 w 9153525"/>
                <a:gd name="connsiteY1" fmla="*/ 153543 h 1905000"/>
                <a:gd name="connsiteX2" fmla="*/ 7609618 w 9153525"/>
                <a:gd name="connsiteY2" fmla="*/ 134493 h 1905000"/>
                <a:gd name="connsiteX3" fmla="*/ 8240078 w 9153525"/>
                <a:gd name="connsiteY3" fmla="*/ 0 h 1905000"/>
                <a:gd name="connsiteX4" fmla="*/ 8865965 w 9153525"/>
                <a:gd name="connsiteY4" fmla="*/ 134493 h 1905000"/>
                <a:gd name="connsiteX5" fmla="*/ 9153525 w 9153525"/>
                <a:gd name="connsiteY5" fmla="*/ 134493 h 1905000"/>
                <a:gd name="connsiteX6" fmla="*/ 9153525 w 9153525"/>
                <a:gd name="connsiteY6" fmla="*/ 1905000 h 1905000"/>
                <a:gd name="connsiteX7" fmla="*/ 3324225 w 9153525"/>
                <a:gd name="connsiteY7" fmla="*/ 1905000 h 1905000"/>
                <a:gd name="connsiteX0" fmla="*/ 0 w 9163050"/>
                <a:gd name="connsiteY0" fmla="*/ 1895475 h 1905000"/>
                <a:gd name="connsiteX1" fmla="*/ 9525 w 9163050"/>
                <a:gd name="connsiteY1" fmla="*/ 153543 h 1905000"/>
                <a:gd name="connsiteX2" fmla="*/ 7619143 w 9163050"/>
                <a:gd name="connsiteY2" fmla="*/ 134493 h 1905000"/>
                <a:gd name="connsiteX3" fmla="*/ 8249603 w 9163050"/>
                <a:gd name="connsiteY3" fmla="*/ 0 h 1905000"/>
                <a:gd name="connsiteX4" fmla="*/ 8875490 w 9163050"/>
                <a:gd name="connsiteY4" fmla="*/ 134493 h 1905000"/>
                <a:gd name="connsiteX5" fmla="*/ 9163050 w 9163050"/>
                <a:gd name="connsiteY5" fmla="*/ 134493 h 1905000"/>
                <a:gd name="connsiteX6" fmla="*/ 9163050 w 9163050"/>
                <a:gd name="connsiteY6" fmla="*/ 1905000 h 1905000"/>
                <a:gd name="connsiteX7" fmla="*/ 0 w 9163050"/>
                <a:gd name="connsiteY7" fmla="*/ 1895475 h 1905000"/>
                <a:gd name="connsiteX0" fmla="*/ 0 w 9163050"/>
                <a:gd name="connsiteY0" fmla="*/ 1902619 h 1905000"/>
                <a:gd name="connsiteX1" fmla="*/ 9525 w 9163050"/>
                <a:gd name="connsiteY1" fmla="*/ 153543 h 1905000"/>
                <a:gd name="connsiteX2" fmla="*/ 7619143 w 9163050"/>
                <a:gd name="connsiteY2" fmla="*/ 134493 h 1905000"/>
                <a:gd name="connsiteX3" fmla="*/ 8249603 w 9163050"/>
                <a:gd name="connsiteY3" fmla="*/ 0 h 1905000"/>
                <a:gd name="connsiteX4" fmla="*/ 8875490 w 9163050"/>
                <a:gd name="connsiteY4" fmla="*/ 134493 h 1905000"/>
                <a:gd name="connsiteX5" fmla="*/ 9163050 w 9163050"/>
                <a:gd name="connsiteY5" fmla="*/ 134493 h 1905000"/>
                <a:gd name="connsiteX6" fmla="*/ 9163050 w 9163050"/>
                <a:gd name="connsiteY6" fmla="*/ 1905000 h 1905000"/>
                <a:gd name="connsiteX7" fmla="*/ 0 w 9163050"/>
                <a:gd name="connsiteY7" fmla="*/ 1902619 h 190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63050" h="1905000">
                  <a:moveTo>
                    <a:pt x="0" y="1902619"/>
                  </a:moveTo>
                  <a:lnTo>
                    <a:pt x="9525" y="153543"/>
                  </a:lnTo>
                  <a:lnTo>
                    <a:pt x="7619143" y="134493"/>
                  </a:lnTo>
                  <a:lnTo>
                    <a:pt x="8249603" y="0"/>
                  </a:lnTo>
                  <a:lnTo>
                    <a:pt x="8875490" y="134493"/>
                  </a:lnTo>
                  <a:lnTo>
                    <a:pt x="9163050" y="134493"/>
                  </a:lnTo>
                  <a:lnTo>
                    <a:pt x="9163050" y="1905000"/>
                  </a:lnTo>
                  <a:lnTo>
                    <a:pt x="0" y="1902619"/>
                  </a:lnTo>
                  <a:close/>
                </a:path>
              </a:pathLst>
            </a:custGeom>
            <a:gradFill>
              <a:gsLst>
                <a:gs pos="0">
                  <a:srgbClr val="5BC1A0"/>
                </a:gs>
                <a:gs pos="50000">
                  <a:srgbClr val="2E9376"/>
                </a:gs>
                <a:gs pos="100000">
                  <a:srgbClr val="01654D"/>
                </a:gs>
              </a:gsLst>
              <a:lin ang="0" scaled="1"/>
            </a:gradFill>
            <a:ln w="81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lvl="0" defTabSz="1219170" eaLnBrk="1" latinLnBrk="0" hangingPunct="1"/>
              <a:endParaRPr lang="en-AU" sz="2400" kern="1200">
                <a:solidFill>
                  <a:schemeClr val="tx1"/>
                </a:solidFill>
                <a:latin typeface="+mn-lt"/>
                <a:ea typeface="+mn-ea"/>
                <a:cs typeface="+mn-cs"/>
              </a:endParaRPr>
            </a:p>
          </p:txBody>
        </p:sp>
        <p:grpSp>
          <p:nvGrpSpPr>
            <p:cNvPr id="20" name="Graphic 3">
              <a:extLst>
                <a:ext uri="{FF2B5EF4-FFF2-40B4-BE49-F238E27FC236}">
                  <a16:creationId xmlns:a16="http://schemas.microsoft.com/office/drawing/2014/main" id="{11580F78-9730-E8CF-5F00-5083728E0E3D}"/>
                </a:ext>
              </a:extLst>
            </p:cNvPr>
            <p:cNvGrpSpPr/>
            <p:nvPr/>
          </p:nvGrpSpPr>
          <p:grpSpPr>
            <a:xfrm>
              <a:off x="378275" y="4315015"/>
              <a:ext cx="945451" cy="171497"/>
              <a:chOff x="217360" y="4600765"/>
              <a:chExt cx="945451" cy="171497"/>
            </a:xfrm>
            <a:solidFill>
              <a:srgbClr val="FFFFFF"/>
            </a:solidFill>
          </p:grpSpPr>
          <p:grpSp>
            <p:nvGrpSpPr>
              <p:cNvPr id="21" name="Graphic 3">
                <a:extLst>
                  <a:ext uri="{FF2B5EF4-FFF2-40B4-BE49-F238E27FC236}">
                    <a16:creationId xmlns:a16="http://schemas.microsoft.com/office/drawing/2014/main" id="{034EE8A3-A127-9A71-99DC-9A0E6F91654D}"/>
                  </a:ext>
                </a:extLst>
              </p:cNvPr>
              <p:cNvGrpSpPr/>
              <p:nvPr/>
            </p:nvGrpSpPr>
            <p:grpSpPr>
              <a:xfrm>
                <a:off x="604408" y="4600765"/>
                <a:ext cx="171354" cy="171354"/>
                <a:chOff x="604408" y="4600765"/>
                <a:chExt cx="171354" cy="171354"/>
              </a:xfrm>
              <a:solidFill>
                <a:srgbClr val="FFFFFF"/>
              </a:solidFill>
            </p:grpSpPr>
            <p:sp>
              <p:nvSpPr>
                <p:cNvPr id="22" name="Freeform: Shape 21">
                  <a:extLst>
                    <a:ext uri="{FF2B5EF4-FFF2-40B4-BE49-F238E27FC236}">
                      <a16:creationId xmlns:a16="http://schemas.microsoft.com/office/drawing/2014/main" id="{0D5749F5-CE41-31DE-FF35-61FA298CA95A}"/>
                    </a:ext>
                  </a:extLst>
                </p:cNvPr>
                <p:cNvSpPr/>
                <p:nvPr/>
              </p:nvSpPr>
              <p:spPr>
                <a:xfrm>
                  <a:off x="604408" y="4600765"/>
                  <a:ext cx="171354" cy="171354"/>
                </a:xfrm>
                <a:custGeom>
                  <a:avLst/>
                  <a:gdLst>
                    <a:gd name="connsiteX0" fmla="*/ 85677 w 171354"/>
                    <a:gd name="connsiteY0" fmla="*/ 171355 h 171354"/>
                    <a:gd name="connsiteX1" fmla="*/ 0 w 171354"/>
                    <a:gd name="connsiteY1" fmla="*/ 85677 h 171354"/>
                    <a:gd name="connsiteX2" fmla="*/ 85677 w 171354"/>
                    <a:gd name="connsiteY2" fmla="*/ 0 h 171354"/>
                    <a:gd name="connsiteX3" fmla="*/ 171355 w 171354"/>
                    <a:gd name="connsiteY3" fmla="*/ 85677 h 171354"/>
                    <a:gd name="connsiteX4" fmla="*/ 85677 w 171354"/>
                    <a:gd name="connsiteY4" fmla="*/ 171355 h 171354"/>
                    <a:gd name="connsiteX5" fmla="*/ 85677 w 171354"/>
                    <a:gd name="connsiteY5" fmla="*/ 6667 h 171354"/>
                    <a:gd name="connsiteX6" fmla="*/ 6620 w 171354"/>
                    <a:gd name="connsiteY6" fmla="*/ 85725 h 171354"/>
                    <a:gd name="connsiteX7" fmla="*/ 85677 w 171354"/>
                    <a:gd name="connsiteY7" fmla="*/ 164783 h 171354"/>
                    <a:gd name="connsiteX8" fmla="*/ 164735 w 171354"/>
                    <a:gd name="connsiteY8" fmla="*/ 85725 h 171354"/>
                    <a:gd name="connsiteX9" fmla="*/ 85677 w 171354"/>
                    <a:gd name="connsiteY9" fmla="*/ 6667 h 171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54" h="171354">
                      <a:moveTo>
                        <a:pt x="85677" y="171355"/>
                      </a:moveTo>
                      <a:cubicBezTo>
                        <a:pt x="38433" y="171355"/>
                        <a:pt x="0" y="132921"/>
                        <a:pt x="0" y="85677"/>
                      </a:cubicBezTo>
                      <a:cubicBezTo>
                        <a:pt x="0" y="38433"/>
                        <a:pt x="38433" y="0"/>
                        <a:pt x="85677" y="0"/>
                      </a:cubicBezTo>
                      <a:cubicBezTo>
                        <a:pt x="132921" y="0"/>
                        <a:pt x="171355" y="38433"/>
                        <a:pt x="171355" y="85677"/>
                      </a:cubicBezTo>
                      <a:cubicBezTo>
                        <a:pt x="171355" y="132921"/>
                        <a:pt x="132921" y="171355"/>
                        <a:pt x="85677" y="171355"/>
                      </a:cubicBezTo>
                      <a:close/>
                      <a:moveTo>
                        <a:pt x="85677" y="6667"/>
                      </a:moveTo>
                      <a:cubicBezTo>
                        <a:pt x="42100" y="6667"/>
                        <a:pt x="6620" y="42148"/>
                        <a:pt x="6620" y="85725"/>
                      </a:cubicBezTo>
                      <a:cubicBezTo>
                        <a:pt x="6620" y="129302"/>
                        <a:pt x="42100" y="164783"/>
                        <a:pt x="85677" y="164783"/>
                      </a:cubicBezTo>
                      <a:cubicBezTo>
                        <a:pt x="129254" y="164783"/>
                        <a:pt x="164735" y="129302"/>
                        <a:pt x="164735" y="85725"/>
                      </a:cubicBezTo>
                      <a:cubicBezTo>
                        <a:pt x="164735" y="42148"/>
                        <a:pt x="129254" y="6667"/>
                        <a:pt x="85677" y="6667"/>
                      </a:cubicBezTo>
                      <a:close/>
                    </a:path>
                  </a:pathLst>
                </a:custGeom>
                <a:solidFill>
                  <a:srgbClr val="FFFFFF"/>
                </a:solidFill>
                <a:ln w="4763" cap="flat">
                  <a:noFill/>
                  <a:prstDash val="solid"/>
                  <a:miter/>
                </a:ln>
              </p:spPr>
              <p:txBody>
                <a:bodyPr rtlCol="0" anchor="ctr"/>
                <a:lstStyle/>
                <a:p>
                  <a:endParaRPr lang="en-AU" sz="2400"/>
                </a:p>
              </p:txBody>
            </p:sp>
            <p:sp>
              <p:nvSpPr>
                <p:cNvPr id="23" name="Freeform: Shape 22">
                  <a:extLst>
                    <a:ext uri="{FF2B5EF4-FFF2-40B4-BE49-F238E27FC236}">
                      <a16:creationId xmlns:a16="http://schemas.microsoft.com/office/drawing/2014/main" id="{044BA208-EA2B-AEB2-6DA2-25482C2C6D12}"/>
                    </a:ext>
                  </a:extLst>
                </p:cNvPr>
                <p:cNvSpPr/>
                <p:nvPr/>
              </p:nvSpPr>
              <p:spPr>
                <a:xfrm>
                  <a:off x="637460" y="4634007"/>
                  <a:ext cx="105203" cy="104965"/>
                </a:xfrm>
                <a:custGeom>
                  <a:avLst/>
                  <a:gdLst>
                    <a:gd name="connsiteX0" fmla="*/ 28384 w 105203"/>
                    <a:gd name="connsiteY0" fmla="*/ 0 h 104965"/>
                    <a:gd name="connsiteX1" fmla="*/ 76819 w 105203"/>
                    <a:gd name="connsiteY1" fmla="*/ 0 h 104965"/>
                    <a:gd name="connsiteX2" fmla="*/ 105204 w 105203"/>
                    <a:gd name="connsiteY2" fmla="*/ 28385 h 104965"/>
                    <a:gd name="connsiteX3" fmla="*/ 105204 w 105203"/>
                    <a:gd name="connsiteY3" fmla="*/ 76581 h 104965"/>
                    <a:gd name="connsiteX4" fmla="*/ 76819 w 105203"/>
                    <a:gd name="connsiteY4" fmla="*/ 104966 h 104965"/>
                    <a:gd name="connsiteX5" fmla="*/ 28384 w 105203"/>
                    <a:gd name="connsiteY5" fmla="*/ 104966 h 104965"/>
                    <a:gd name="connsiteX6" fmla="*/ 0 w 105203"/>
                    <a:gd name="connsiteY6" fmla="*/ 76581 h 104965"/>
                    <a:gd name="connsiteX7" fmla="*/ 0 w 105203"/>
                    <a:gd name="connsiteY7" fmla="*/ 28385 h 104965"/>
                    <a:gd name="connsiteX8" fmla="*/ 28384 w 105203"/>
                    <a:gd name="connsiteY8" fmla="*/ 0 h 104965"/>
                    <a:gd name="connsiteX9" fmla="*/ 28384 w 105203"/>
                    <a:gd name="connsiteY9" fmla="*/ 0 h 104965"/>
                    <a:gd name="connsiteX10" fmla="*/ 80867 w 105203"/>
                    <a:gd name="connsiteY10" fmla="*/ 18336 h 104965"/>
                    <a:gd name="connsiteX11" fmla="*/ 80867 w 105203"/>
                    <a:gd name="connsiteY11" fmla="*/ 18336 h 104965"/>
                    <a:gd name="connsiteX12" fmla="*/ 86916 w 105203"/>
                    <a:gd name="connsiteY12" fmla="*/ 24384 h 104965"/>
                    <a:gd name="connsiteX13" fmla="*/ 86916 w 105203"/>
                    <a:gd name="connsiteY13" fmla="*/ 24384 h 104965"/>
                    <a:gd name="connsiteX14" fmla="*/ 80867 w 105203"/>
                    <a:gd name="connsiteY14" fmla="*/ 30432 h 104965"/>
                    <a:gd name="connsiteX15" fmla="*/ 80867 w 105203"/>
                    <a:gd name="connsiteY15" fmla="*/ 30432 h 104965"/>
                    <a:gd name="connsiteX16" fmla="*/ 74819 w 105203"/>
                    <a:gd name="connsiteY16" fmla="*/ 24384 h 104965"/>
                    <a:gd name="connsiteX17" fmla="*/ 74819 w 105203"/>
                    <a:gd name="connsiteY17" fmla="*/ 24384 h 104965"/>
                    <a:gd name="connsiteX18" fmla="*/ 80867 w 105203"/>
                    <a:gd name="connsiteY18" fmla="*/ 18336 h 104965"/>
                    <a:gd name="connsiteX19" fmla="*/ 80867 w 105203"/>
                    <a:gd name="connsiteY19" fmla="*/ 18336 h 104965"/>
                    <a:gd name="connsiteX20" fmla="*/ 52483 w 105203"/>
                    <a:gd name="connsiteY20" fmla="*/ 23860 h 104965"/>
                    <a:gd name="connsiteX21" fmla="*/ 52721 w 105203"/>
                    <a:gd name="connsiteY21" fmla="*/ 23860 h 104965"/>
                    <a:gd name="connsiteX22" fmla="*/ 81343 w 105203"/>
                    <a:gd name="connsiteY22" fmla="*/ 52483 h 104965"/>
                    <a:gd name="connsiteX23" fmla="*/ 81343 w 105203"/>
                    <a:gd name="connsiteY23" fmla="*/ 52483 h 104965"/>
                    <a:gd name="connsiteX24" fmla="*/ 52721 w 105203"/>
                    <a:gd name="connsiteY24" fmla="*/ 81105 h 104965"/>
                    <a:gd name="connsiteX25" fmla="*/ 52483 w 105203"/>
                    <a:gd name="connsiteY25" fmla="*/ 81105 h 104965"/>
                    <a:gd name="connsiteX26" fmla="*/ 24098 w 105203"/>
                    <a:gd name="connsiteY26" fmla="*/ 52483 h 104965"/>
                    <a:gd name="connsiteX27" fmla="*/ 24098 w 105203"/>
                    <a:gd name="connsiteY27" fmla="*/ 52483 h 104965"/>
                    <a:gd name="connsiteX28" fmla="*/ 52483 w 105203"/>
                    <a:gd name="connsiteY28" fmla="*/ 23860 h 104965"/>
                    <a:gd name="connsiteX29" fmla="*/ 52483 w 105203"/>
                    <a:gd name="connsiteY29" fmla="*/ 23860 h 104965"/>
                    <a:gd name="connsiteX30" fmla="*/ 52483 w 105203"/>
                    <a:gd name="connsiteY30" fmla="*/ 33623 h 104965"/>
                    <a:gd name="connsiteX31" fmla="*/ 52721 w 105203"/>
                    <a:gd name="connsiteY31" fmla="*/ 33623 h 104965"/>
                    <a:gd name="connsiteX32" fmla="*/ 71533 w 105203"/>
                    <a:gd name="connsiteY32" fmla="*/ 52435 h 104965"/>
                    <a:gd name="connsiteX33" fmla="*/ 71533 w 105203"/>
                    <a:gd name="connsiteY33" fmla="*/ 52435 h 104965"/>
                    <a:gd name="connsiteX34" fmla="*/ 52721 w 105203"/>
                    <a:gd name="connsiteY34" fmla="*/ 71533 h 104965"/>
                    <a:gd name="connsiteX35" fmla="*/ 52483 w 105203"/>
                    <a:gd name="connsiteY35" fmla="*/ 71533 h 104965"/>
                    <a:gd name="connsiteX36" fmla="*/ 33671 w 105203"/>
                    <a:gd name="connsiteY36" fmla="*/ 52435 h 104965"/>
                    <a:gd name="connsiteX37" fmla="*/ 33671 w 105203"/>
                    <a:gd name="connsiteY37" fmla="*/ 52435 h 104965"/>
                    <a:gd name="connsiteX38" fmla="*/ 52483 w 105203"/>
                    <a:gd name="connsiteY38" fmla="*/ 33623 h 104965"/>
                    <a:gd name="connsiteX39" fmla="*/ 52483 w 105203"/>
                    <a:gd name="connsiteY39" fmla="*/ 33623 h 104965"/>
                    <a:gd name="connsiteX40" fmla="*/ 28623 w 105203"/>
                    <a:gd name="connsiteY40" fmla="*/ 9049 h 104965"/>
                    <a:gd name="connsiteX41" fmla="*/ 76581 w 105203"/>
                    <a:gd name="connsiteY41" fmla="*/ 9049 h 104965"/>
                    <a:gd name="connsiteX42" fmla="*/ 96155 w 105203"/>
                    <a:gd name="connsiteY42" fmla="*/ 28623 h 104965"/>
                    <a:gd name="connsiteX43" fmla="*/ 96155 w 105203"/>
                    <a:gd name="connsiteY43" fmla="*/ 76343 h 104965"/>
                    <a:gd name="connsiteX44" fmla="*/ 76581 w 105203"/>
                    <a:gd name="connsiteY44" fmla="*/ 95917 h 104965"/>
                    <a:gd name="connsiteX45" fmla="*/ 28623 w 105203"/>
                    <a:gd name="connsiteY45" fmla="*/ 95917 h 104965"/>
                    <a:gd name="connsiteX46" fmla="*/ 9049 w 105203"/>
                    <a:gd name="connsiteY46" fmla="*/ 76343 h 104965"/>
                    <a:gd name="connsiteX47" fmla="*/ 9049 w 105203"/>
                    <a:gd name="connsiteY47" fmla="*/ 28623 h 104965"/>
                    <a:gd name="connsiteX48" fmla="*/ 28623 w 105203"/>
                    <a:gd name="connsiteY48" fmla="*/ 9049 h 104965"/>
                    <a:gd name="connsiteX49" fmla="*/ 28623 w 105203"/>
                    <a:gd name="connsiteY49" fmla="*/ 9049 h 104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05203" h="104965">
                      <a:moveTo>
                        <a:pt x="28384" y="0"/>
                      </a:moveTo>
                      <a:lnTo>
                        <a:pt x="76819" y="0"/>
                      </a:lnTo>
                      <a:cubicBezTo>
                        <a:pt x="92392" y="0"/>
                        <a:pt x="105204" y="12811"/>
                        <a:pt x="105204" y="28385"/>
                      </a:cubicBezTo>
                      <a:lnTo>
                        <a:pt x="105204" y="76581"/>
                      </a:lnTo>
                      <a:cubicBezTo>
                        <a:pt x="105204" y="92154"/>
                        <a:pt x="92392" y="104966"/>
                        <a:pt x="76819" y="104966"/>
                      </a:cubicBezTo>
                      <a:lnTo>
                        <a:pt x="28384" y="104966"/>
                      </a:lnTo>
                      <a:cubicBezTo>
                        <a:pt x="12811" y="104966"/>
                        <a:pt x="0" y="92154"/>
                        <a:pt x="0" y="76581"/>
                      </a:cubicBezTo>
                      <a:lnTo>
                        <a:pt x="0" y="28385"/>
                      </a:lnTo>
                      <a:cubicBezTo>
                        <a:pt x="0" y="12811"/>
                        <a:pt x="12811" y="0"/>
                        <a:pt x="28384" y="0"/>
                      </a:cubicBezTo>
                      <a:lnTo>
                        <a:pt x="28384" y="0"/>
                      </a:lnTo>
                      <a:close/>
                      <a:moveTo>
                        <a:pt x="80867" y="18336"/>
                      </a:moveTo>
                      <a:lnTo>
                        <a:pt x="80867" y="18336"/>
                      </a:lnTo>
                      <a:cubicBezTo>
                        <a:pt x="84153" y="18336"/>
                        <a:pt x="86916" y="21098"/>
                        <a:pt x="86916" y="24384"/>
                      </a:cubicBezTo>
                      <a:lnTo>
                        <a:pt x="86916" y="24384"/>
                      </a:lnTo>
                      <a:cubicBezTo>
                        <a:pt x="86916" y="27670"/>
                        <a:pt x="84153" y="30432"/>
                        <a:pt x="80867" y="30432"/>
                      </a:cubicBezTo>
                      <a:lnTo>
                        <a:pt x="80867" y="30432"/>
                      </a:lnTo>
                      <a:cubicBezTo>
                        <a:pt x="77343" y="30432"/>
                        <a:pt x="74819" y="27670"/>
                        <a:pt x="74819" y="24384"/>
                      </a:cubicBezTo>
                      <a:lnTo>
                        <a:pt x="74819" y="24384"/>
                      </a:lnTo>
                      <a:cubicBezTo>
                        <a:pt x="74819" y="21098"/>
                        <a:pt x="77343" y="18336"/>
                        <a:pt x="80867" y="18336"/>
                      </a:cubicBezTo>
                      <a:lnTo>
                        <a:pt x="80867" y="18336"/>
                      </a:lnTo>
                      <a:close/>
                      <a:moveTo>
                        <a:pt x="52483" y="23860"/>
                      </a:moveTo>
                      <a:lnTo>
                        <a:pt x="52721" y="23860"/>
                      </a:lnTo>
                      <a:cubicBezTo>
                        <a:pt x="68294" y="23860"/>
                        <a:pt x="81343" y="36909"/>
                        <a:pt x="81343" y="52483"/>
                      </a:cubicBezTo>
                      <a:lnTo>
                        <a:pt x="81343" y="52483"/>
                      </a:lnTo>
                      <a:cubicBezTo>
                        <a:pt x="81343" y="68294"/>
                        <a:pt x="68294" y="81105"/>
                        <a:pt x="52721" y="81105"/>
                      </a:cubicBezTo>
                      <a:lnTo>
                        <a:pt x="52483" y="81105"/>
                      </a:lnTo>
                      <a:cubicBezTo>
                        <a:pt x="36909" y="81105"/>
                        <a:pt x="24098" y="68294"/>
                        <a:pt x="24098" y="52483"/>
                      </a:cubicBezTo>
                      <a:lnTo>
                        <a:pt x="24098" y="52483"/>
                      </a:lnTo>
                      <a:cubicBezTo>
                        <a:pt x="24098" y="36909"/>
                        <a:pt x="36909" y="23860"/>
                        <a:pt x="52483" y="23860"/>
                      </a:cubicBezTo>
                      <a:lnTo>
                        <a:pt x="52483" y="23860"/>
                      </a:lnTo>
                      <a:close/>
                      <a:moveTo>
                        <a:pt x="52483" y="33623"/>
                      </a:moveTo>
                      <a:lnTo>
                        <a:pt x="52721" y="33623"/>
                      </a:lnTo>
                      <a:cubicBezTo>
                        <a:pt x="63008" y="33623"/>
                        <a:pt x="71533" y="42148"/>
                        <a:pt x="71533" y="52435"/>
                      </a:cubicBezTo>
                      <a:lnTo>
                        <a:pt x="71533" y="52435"/>
                      </a:lnTo>
                      <a:cubicBezTo>
                        <a:pt x="71533" y="62960"/>
                        <a:pt x="63008" y="71533"/>
                        <a:pt x="52721" y="71533"/>
                      </a:cubicBezTo>
                      <a:lnTo>
                        <a:pt x="52483" y="71533"/>
                      </a:lnTo>
                      <a:cubicBezTo>
                        <a:pt x="42196" y="71533"/>
                        <a:pt x="33671" y="63008"/>
                        <a:pt x="33671" y="52435"/>
                      </a:cubicBezTo>
                      <a:lnTo>
                        <a:pt x="33671" y="52435"/>
                      </a:lnTo>
                      <a:cubicBezTo>
                        <a:pt x="33671" y="42148"/>
                        <a:pt x="42196" y="33623"/>
                        <a:pt x="52483" y="33623"/>
                      </a:cubicBezTo>
                      <a:lnTo>
                        <a:pt x="52483" y="33623"/>
                      </a:lnTo>
                      <a:close/>
                      <a:moveTo>
                        <a:pt x="28623" y="9049"/>
                      </a:moveTo>
                      <a:lnTo>
                        <a:pt x="76581" y="9049"/>
                      </a:lnTo>
                      <a:cubicBezTo>
                        <a:pt x="87392" y="9049"/>
                        <a:pt x="96155" y="17812"/>
                        <a:pt x="96155" y="28623"/>
                      </a:cubicBezTo>
                      <a:lnTo>
                        <a:pt x="96155" y="76343"/>
                      </a:lnTo>
                      <a:cubicBezTo>
                        <a:pt x="96155" y="87154"/>
                        <a:pt x="87392" y="95917"/>
                        <a:pt x="76581" y="95917"/>
                      </a:cubicBezTo>
                      <a:lnTo>
                        <a:pt x="28623" y="95917"/>
                      </a:lnTo>
                      <a:cubicBezTo>
                        <a:pt x="17812" y="95917"/>
                        <a:pt x="9049" y="87154"/>
                        <a:pt x="9049" y="76343"/>
                      </a:cubicBezTo>
                      <a:lnTo>
                        <a:pt x="9049" y="28623"/>
                      </a:lnTo>
                      <a:cubicBezTo>
                        <a:pt x="9049" y="17812"/>
                        <a:pt x="17812" y="9049"/>
                        <a:pt x="28623" y="9049"/>
                      </a:cubicBezTo>
                      <a:lnTo>
                        <a:pt x="28623" y="9049"/>
                      </a:lnTo>
                      <a:close/>
                    </a:path>
                  </a:pathLst>
                </a:custGeom>
                <a:solidFill>
                  <a:srgbClr val="FFFFFF"/>
                </a:solidFill>
                <a:ln w="4763" cap="flat">
                  <a:noFill/>
                  <a:prstDash val="solid"/>
                  <a:miter/>
                </a:ln>
              </p:spPr>
              <p:txBody>
                <a:bodyPr rtlCol="0" anchor="ctr"/>
                <a:lstStyle/>
                <a:p>
                  <a:endParaRPr lang="en-AU" sz="2400"/>
                </a:p>
              </p:txBody>
            </p:sp>
          </p:grpSp>
          <p:grpSp>
            <p:nvGrpSpPr>
              <p:cNvPr id="24" name="Graphic 3">
                <a:extLst>
                  <a:ext uri="{FF2B5EF4-FFF2-40B4-BE49-F238E27FC236}">
                    <a16:creationId xmlns:a16="http://schemas.microsoft.com/office/drawing/2014/main" id="{1E38CE80-668F-33FD-4068-4CE84CB701AD}"/>
                  </a:ext>
                </a:extLst>
              </p:cNvPr>
              <p:cNvGrpSpPr/>
              <p:nvPr/>
            </p:nvGrpSpPr>
            <p:grpSpPr>
              <a:xfrm>
                <a:off x="217360" y="4600908"/>
                <a:ext cx="171354" cy="171354"/>
                <a:chOff x="217360" y="4600908"/>
                <a:chExt cx="171354" cy="171354"/>
              </a:xfrm>
              <a:solidFill>
                <a:srgbClr val="FFFFFF"/>
              </a:solidFill>
            </p:grpSpPr>
            <p:sp>
              <p:nvSpPr>
                <p:cNvPr id="25" name="Freeform: Shape 24">
                  <a:extLst>
                    <a:ext uri="{FF2B5EF4-FFF2-40B4-BE49-F238E27FC236}">
                      <a16:creationId xmlns:a16="http://schemas.microsoft.com/office/drawing/2014/main" id="{DC5C4339-27F3-3A60-4691-313A45B4636F}"/>
                    </a:ext>
                  </a:extLst>
                </p:cNvPr>
                <p:cNvSpPr/>
                <p:nvPr/>
              </p:nvSpPr>
              <p:spPr>
                <a:xfrm>
                  <a:off x="217360" y="4600908"/>
                  <a:ext cx="171354" cy="171354"/>
                </a:xfrm>
                <a:custGeom>
                  <a:avLst/>
                  <a:gdLst>
                    <a:gd name="connsiteX0" fmla="*/ 85677 w 171354"/>
                    <a:gd name="connsiteY0" fmla="*/ 171355 h 171354"/>
                    <a:gd name="connsiteX1" fmla="*/ 0 w 171354"/>
                    <a:gd name="connsiteY1" fmla="*/ 85677 h 171354"/>
                    <a:gd name="connsiteX2" fmla="*/ 85677 w 171354"/>
                    <a:gd name="connsiteY2" fmla="*/ 0 h 171354"/>
                    <a:gd name="connsiteX3" fmla="*/ 171355 w 171354"/>
                    <a:gd name="connsiteY3" fmla="*/ 85677 h 171354"/>
                    <a:gd name="connsiteX4" fmla="*/ 85677 w 171354"/>
                    <a:gd name="connsiteY4" fmla="*/ 171355 h 171354"/>
                    <a:gd name="connsiteX5" fmla="*/ 85677 w 171354"/>
                    <a:gd name="connsiteY5" fmla="*/ 6620 h 171354"/>
                    <a:gd name="connsiteX6" fmla="*/ 6620 w 171354"/>
                    <a:gd name="connsiteY6" fmla="*/ 85677 h 171354"/>
                    <a:gd name="connsiteX7" fmla="*/ 85677 w 171354"/>
                    <a:gd name="connsiteY7" fmla="*/ 164735 h 171354"/>
                    <a:gd name="connsiteX8" fmla="*/ 164735 w 171354"/>
                    <a:gd name="connsiteY8" fmla="*/ 85677 h 171354"/>
                    <a:gd name="connsiteX9" fmla="*/ 85677 w 171354"/>
                    <a:gd name="connsiteY9" fmla="*/ 6620 h 171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54" h="171354">
                      <a:moveTo>
                        <a:pt x="85677" y="171355"/>
                      </a:moveTo>
                      <a:cubicBezTo>
                        <a:pt x="38433" y="171355"/>
                        <a:pt x="0" y="132921"/>
                        <a:pt x="0" y="85677"/>
                      </a:cubicBezTo>
                      <a:cubicBezTo>
                        <a:pt x="0" y="38433"/>
                        <a:pt x="38433" y="0"/>
                        <a:pt x="85677" y="0"/>
                      </a:cubicBezTo>
                      <a:cubicBezTo>
                        <a:pt x="132921" y="0"/>
                        <a:pt x="171355" y="38433"/>
                        <a:pt x="171355" y="85677"/>
                      </a:cubicBezTo>
                      <a:cubicBezTo>
                        <a:pt x="171355" y="132921"/>
                        <a:pt x="132921" y="171355"/>
                        <a:pt x="85677" y="171355"/>
                      </a:cubicBezTo>
                      <a:close/>
                      <a:moveTo>
                        <a:pt x="85677" y="6620"/>
                      </a:moveTo>
                      <a:cubicBezTo>
                        <a:pt x="42101" y="6620"/>
                        <a:pt x="6620" y="42101"/>
                        <a:pt x="6620" y="85677"/>
                      </a:cubicBezTo>
                      <a:cubicBezTo>
                        <a:pt x="6620" y="129254"/>
                        <a:pt x="42101" y="164735"/>
                        <a:pt x="85677" y="164735"/>
                      </a:cubicBezTo>
                      <a:cubicBezTo>
                        <a:pt x="129254" y="164735"/>
                        <a:pt x="164735" y="129254"/>
                        <a:pt x="164735" y="85677"/>
                      </a:cubicBezTo>
                      <a:cubicBezTo>
                        <a:pt x="164735" y="42101"/>
                        <a:pt x="129254" y="6620"/>
                        <a:pt x="85677" y="6620"/>
                      </a:cubicBezTo>
                      <a:close/>
                    </a:path>
                  </a:pathLst>
                </a:custGeom>
                <a:solidFill>
                  <a:srgbClr val="FFFFFF"/>
                </a:solidFill>
                <a:ln w="4763" cap="flat">
                  <a:noFill/>
                  <a:prstDash val="solid"/>
                  <a:miter/>
                </a:ln>
              </p:spPr>
              <p:txBody>
                <a:bodyPr rtlCol="0" anchor="ctr"/>
                <a:lstStyle/>
                <a:p>
                  <a:endParaRPr lang="en-AU" sz="2400"/>
                </a:p>
              </p:txBody>
            </p:sp>
            <p:sp>
              <p:nvSpPr>
                <p:cNvPr id="26" name="Freeform: Shape 25">
                  <a:extLst>
                    <a:ext uri="{FF2B5EF4-FFF2-40B4-BE49-F238E27FC236}">
                      <a16:creationId xmlns:a16="http://schemas.microsoft.com/office/drawing/2014/main" id="{4E0AF755-8025-9045-AFC0-345262DD6301}"/>
                    </a:ext>
                  </a:extLst>
                </p:cNvPr>
                <p:cNvSpPr/>
                <p:nvPr/>
              </p:nvSpPr>
              <p:spPr>
                <a:xfrm>
                  <a:off x="265223" y="4643008"/>
                  <a:ext cx="75580" cy="76009"/>
                </a:xfrm>
                <a:custGeom>
                  <a:avLst/>
                  <a:gdLst>
                    <a:gd name="connsiteX0" fmla="*/ 1524 w 75580"/>
                    <a:gd name="connsiteY0" fmla="*/ 25527 h 76009"/>
                    <a:gd name="connsiteX1" fmla="*/ 16526 w 75580"/>
                    <a:gd name="connsiteY1" fmla="*/ 25527 h 76009"/>
                    <a:gd name="connsiteX2" fmla="*/ 16526 w 75580"/>
                    <a:gd name="connsiteY2" fmla="*/ 75914 h 76009"/>
                    <a:gd name="connsiteX3" fmla="*/ 1524 w 75580"/>
                    <a:gd name="connsiteY3" fmla="*/ 75914 h 76009"/>
                    <a:gd name="connsiteX4" fmla="*/ 1524 w 75580"/>
                    <a:gd name="connsiteY4" fmla="*/ 25527 h 76009"/>
                    <a:gd name="connsiteX5" fmla="*/ 8906 w 75580"/>
                    <a:gd name="connsiteY5" fmla="*/ 0 h 76009"/>
                    <a:gd name="connsiteX6" fmla="*/ 18002 w 75580"/>
                    <a:gd name="connsiteY6" fmla="*/ 9096 h 76009"/>
                    <a:gd name="connsiteX7" fmla="*/ 8906 w 75580"/>
                    <a:gd name="connsiteY7" fmla="*/ 18193 h 76009"/>
                    <a:gd name="connsiteX8" fmla="*/ 0 w 75580"/>
                    <a:gd name="connsiteY8" fmla="*/ 9096 h 76009"/>
                    <a:gd name="connsiteX9" fmla="*/ 8906 w 75580"/>
                    <a:gd name="connsiteY9" fmla="*/ 0 h 76009"/>
                    <a:gd name="connsiteX10" fmla="*/ 8906 w 75580"/>
                    <a:gd name="connsiteY10" fmla="*/ 0 h 76009"/>
                    <a:gd name="connsiteX11" fmla="*/ 25384 w 75580"/>
                    <a:gd name="connsiteY11" fmla="*/ 25527 h 76009"/>
                    <a:gd name="connsiteX12" fmla="*/ 40195 w 75580"/>
                    <a:gd name="connsiteY12" fmla="*/ 25527 h 76009"/>
                    <a:gd name="connsiteX13" fmla="*/ 40195 w 75580"/>
                    <a:gd name="connsiteY13" fmla="*/ 32575 h 76009"/>
                    <a:gd name="connsiteX14" fmla="*/ 54435 w 75580"/>
                    <a:gd name="connsiteY14" fmla="*/ 25003 h 76009"/>
                    <a:gd name="connsiteX15" fmla="*/ 58531 w 75580"/>
                    <a:gd name="connsiteY15" fmla="*/ 25003 h 76009"/>
                    <a:gd name="connsiteX16" fmla="*/ 75581 w 75580"/>
                    <a:gd name="connsiteY16" fmla="*/ 42053 h 76009"/>
                    <a:gd name="connsiteX17" fmla="*/ 75581 w 75580"/>
                    <a:gd name="connsiteY17" fmla="*/ 75962 h 76009"/>
                    <a:gd name="connsiteX18" fmla="*/ 60769 w 75580"/>
                    <a:gd name="connsiteY18" fmla="*/ 75962 h 76009"/>
                    <a:gd name="connsiteX19" fmla="*/ 60769 w 75580"/>
                    <a:gd name="connsiteY19" fmla="*/ 71342 h 76009"/>
                    <a:gd name="connsiteX20" fmla="*/ 60769 w 75580"/>
                    <a:gd name="connsiteY20" fmla="*/ 71342 h 76009"/>
                    <a:gd name="connsiteX21" fmla="*/ 60769 w 75580"/>
                    <a:gd name="connsiteY21" fmla="*/ 48768 h 76009"/>
                    <a:gd name="connsiteX22" fmla="*/ 60769 w 75580"/>
                    <a:gd name="connsiteY22" fmla="*/ 48768 h 76009"/>
                    <a:gd name="connsiteX23" fmla="*/ 50959 w 75580"/>
                    <a:gd name="connsiteY23" fmla="*/ 38576 h 76009"/>
                    <a:gd name="connsiteX24" fmla="*/ 50959 w 75580"/>
                    <a:gd name="connsiteY24" fmla="*/ 38576 h 76009"/>
                    <a:gd name="connsiteX25" fmla="*/ 40195 w 75580"/>
                    <a:gd name="connsiteY25" fmla="*/ 48768 h 76009"/>
                    <a:gd name="connsiteX26" fmla="*/ 40195 w 75580"/>
                    <a:gd name="connsiteY26" fmla="*/ 48768 h 76009"/>
                    <a:gd name="connsiteX27" fmla="*/ 40195 w 75580"/>
                    <a:gd name="connsiteY27" fmla="*/ 76009 h 76009"/>
                    <a:gd name="connsiteX28" fmla="*/ 25384 w 75580"/>
                    <a:gd name="connsiteY28" fmla="*/ 76009 h 76009"/>
                    <a:gd name="connsiteX29" fmla="*/ 25384 w 75580"/>
                    <a:gd name="connsiteY29" fmla="*/ 25622 h 76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75580" h="76009">
                      <a:moveTo>
                        <a:pt x="1524" y="25527"/>
                      </a:moveTo>
                      <a:lnTo>
                        <a:pt x="16526" y="25527"/>
                      </a:lnTo>
                      <a:lnTo>
                        <a:pt x="16526" y="75914"/>
                      </a:lnTo>
                      <a:lnTo>
                        <a:pt x="1524" y="75914"/>
                      </a:lnTo>
                      <a:lnTo>
                        <a:pt x="1524" y="25527"/>
                      </a:lnTo>
                      <a:close/>
                      <a:moveTo>
                        <a:pt x="8906" y="0"/>
                      </a:moveTo>
                      <a:cubicBezTo>
                        <a:pt x="13907" y="0"/>
                        <a:pt x="18002" y="4096"/>
                        <a:pt x="18002" y="9096"/>
                      </a:cubicBezTo>
                      <a:cubicBezTo>
                        <a:pt x="18002" y="14097"/>
                        <a:pt x="13907" y="18193"/>
                        <a:pt x="8906" y="18193"/>
                      </a:cubicBezTo>
                      <a:cubicBezTo>
                        <a:pt x="3905" y="18193"/>
                        <a:pt x="0" y="14097"/>
                        <a:pt x="0" y="9096"/>
                      </a:cubicBezTo>
                      <a:cubicBezTo>
                        <a:pt x="0" y="4096"/>
                        <a:pt x="3905" y="0"/>
                        <a:pt x="8906" y="0"/>
                      </a:cubicBezTo>
                      <a:lnTo>
                        <a:pt x="8906" y="0"/>
                      </a:lnTo>
                      <a:close/>
                      <a:moveTo>
                        <a:pt x="25384" y="25527"/>
                      </a:moveTo>
                      <a:lnTo>
                        <a:pt x="40195" y="25527"/>
                      </a:lnTo>
                      <a:lnTo>
                        <a:pt x="40195" y="32575"/>
                      </a:lnTo>
                      <a:cubicBezTo>
                        <a:pt x="43339" y="27956"/>
                        <a:pt x="48530" y="25003"/>
                        <a:pt x="54435" y="25003"/>
                      </a:cubicBezTo>
                      <a:lnTo>
                        <a:pt x="58531" y="25003"/>
                      </a:lnTo>
                      <a:cubicBezTo>
                        <a:pt x="67961" y="25003"/>
                        <a:pt x="75581" y="32766"/>
                        <a:pt x="75581" y="42053"/>
                      </a:cubicBezTo>
                      <a:lnTo>
                        <a:pt x="75581" y="75962"/>
                      </a:lnTo>
                      <a:lnTo>
                        <a:pt x="60769" y="75962"/>
                      </a:lnTo>
                      <a:lnTo>
                        <a:pt x="60769" y="71342"/>
                      </a:lnTo>
                      <a:lnTo>
                        <a:pt x="60769" y="71342"/>
                      </a:lnTo>
                      <a:lnTo>
                        <a:pt x="60769" y="48768"/>
                      </a:lnTo>
                      <a:lnTo>
                        <a:pt x="60769" y="48768"/>
                      </a:lnTo>
                      <a:cubicBezTo>
                        <a:pt x="60579" y="43005"/>
                        <a:pt x="56674" y="38576"/>
                        <a:pt x="50959" y="38576"/>
                      </a:cubicBezTo>
                      <a:lnTo>
                        <a:pt x="50959" y="38576"/>
                      </a:lnTo>
                      <a:cubicBezTo>
                        <a:pt x="45196" y="38576"/>
                        <a:pt x="40386" y="43005"/>
                        <a:pt x="40195" y="48768"/>
                      </a:cubicBezTo>
                      <a:lnTo>
                        <a:pt x="40195" y="48768"/>
                      </a:lnTo>
                      <a:lnTo>
                        <a:pt x="40195" y="76009"/>
                      </a:lnTo>
                      <a:lnTo>
                        <a:pt x="25384" y="76009"/>
                      </a:lnTo>
                      <a:lnTo>
                        <a:pt x="25384" y="25622"/>
                      </a:lnTo>
                      <a:close/>
                    </a:path>
                  </a:pathLst>
                </a:custGeom>
                <a:solidFill>
                  <a:srgbClr val="FFFFFF"/>
                </a:solidFill>
                <a:ln w="4763" cap="flat">
                  <a:noFill/>
                  <a:prstDash val="solid"/>
                  <a:miter/>
                </a:ln>
              </p:spPr>
              <p:txBody>
                <a:bodyPr rtlCol="0" anchor="ctr"/>
                <a:lstStyle/>
                <a:p>
                  <a:endParaRPr lang="en-AU" sz="2400"/>
                </a:p>
              </p:txBody>
            </p:sp>
          </p:grpSp>
          <p:grpSp>
            <p:nvGrpSpPr>
              <p:cNvPr id="27" name="Graphic 3">
                <a:extLst>
                  <a:ext uri="{FF2B5EF4-FFF2-40B4-BE49-F238E27FC236}">
                    <a16:creationId xmlns:a16="http://schemas.microsoft.com/office/drawing/2014/main" id="{4AF81122-B682-3D4F-1692-03A9A1D0D0D9}"/>
                  </a:ext>
                </a:extLst>
              </p:cNvPr>
              <p:cNvGrpSpPr/>
              <p:nvPr/>
            </p:nvGrpSpPr>
            <p:grpSpPr>
              <a:xfrm>
                <a:off x="991457" y="4600908"/>
                <a:ext cx="171354" cy="171354"/>
                <a:chOff x="991457" y="4600908"/>
                <a:chExt cx="171354" cy="171354"/>
              </a:xfrm>
              <a:solidFill>
                <a:srgbClr val="FFFFFF"/>
              </a:solidFill>
            </p:grpSpPr>
            <p:sp>
              <p:nvSpPr>
                <p:cNvPr id="28" name="Freeform: Shape 27">
                  <a:extLst>
                    <a:ext uri="{FF2B5EF4-FFF2-40B4-BE49-F238E27FC236}">
                      <a16:creationId xmlns:a16="http://schemas.microsoft.com/office/drawing/2014/main" id="{C107F021-466F-02E9-8D53-CF6B99842509}"/>
                    </a:ext>
                  </a:extLst>
                </p:cNvPr>
                <p:cNvSpPr/>
                <p:nvPr/>
              </p:nvSpPr>
              <p:spPr>
                <a:xfrm>
                  <a:off x="991457" y="4600908"/>
                  <a:ext cx="171354" cy="171354"/>
                </a:xfrm>
                <a:custGeom>
                  <a:avLst/>
                  <a:gdLst>
                    <a:gd name="connsiteX0" fmla="*/ 85677 w 171354"/>
                    <a:gd name="connsiteY0" fmla="*/ 171355 h 171354"/>
                    <a:gd name="connsiteX1" fmla="*/ 0 w 171354"/>
                    <a:gd name="connsiteY1" fmla="*/ 85677 h 171354"/>
                    <a:gd name="connsiteX2" fmla="*/ 85677 w 171354"/>
                    <a:gd name="connsiteY2" fmla="*/ 0 h 171354"/>
                    <a:gd name="connsiteX3" fmla="*/ 171355 w 171354"/>
                    <a:gd name="connsiteY3" fmla="*/ 85677 h 171354"/>
                    <a:gd name="connsiteX4" fmla="*/ 85677 w 171354"/>
                    <a:gd name="connsiteY4" fmla="*/ 171355 h 171354"/>
                    <a:gd name="connsiteX5" fmla="*/ 85677 w 171354"/>
                    <a:gd name="connsiteY5" fmla="*/ 6620 h 171354"/>
                    <a:gd name="connsiteX6" fmla="*/ 6620 w 171354"/>
                    <a:gd name="connsiteY6" fmla="*/ 85677 h 171354"/>
                    <a:gd name="connsiteX7" fmla="*/ 85677 w 171354"/>
                    <a:gd name="connsiteY7" fmla="*/ 164735 h 171354"/>
                    <a:gd name="connsiteX8" fmla="*/ 164735 w 171354"/>
                    <a:gd name="connsiteY8" fmla="*/ 85677 h 171354"/>
                    <a:gd name="connsiteX9" fmla="*/ 85677 w 171354"/>
                    <a:gd name="connsiteY9" fmla="*/ 6620 h 171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54" h="171354">
                      <a:moveTo>
                        <a:pt x="85677" y="171355"/>
                      </a:moveTo>
                      <a:cubicBezTo>
                        <a:pt x="38433" y="171355"/>
                        <a:pt x="0" y="132921"/>
                        <a:pt x="0" y="85677"/>
                      </a:cubicBezTo>
                      <a:cubicBezTo>
                        <a:pt x="0" y="38433"/>
                        <a:pt x="38433" y="0"/>
                        <a:pt x="85677" y="0"/>
                      </a:cubicBezTo>
                      <a:cubicBezTo>
                        <a:pt x="132921" y="0"/>
                        <a:pt x="171355" y="38433"/>
                        <a:pt x="171355" y="85677"/>
                      </a:cubicBezTo>
                      <a:cubicBezTo>
                        <a:pt x="171355" y="132921"/>
                        <a:pt x="132921" y="171355"/>
                        <a:pt x="85677" y="171355"/>
                      </a:cubicBezTo>
                      <a:close/>
                      <a:moveTo>
                        <a:pt x="85677" y="6620"/>
                      </a:moveTo>
                      <a:cubicBezTo>
                        <a:pt x="42101" y="6620"/>
                        <a:pt x="6620" y="42101"/>
                        <a:pt x="6620" y="85677"/>
                      </a:cubicBezTo>
                      <a:cubicBezTo>
                        <a:pt x="6620" y="129254"/>
                        <a:pt x="42101" y="164735"/>
                        <a:pt x="85677" y="164735"/>
                      </a:cubicBezTo>
                      <a:cubicBezTo>
                        <a:pt x="129254" y="164735"/>
                        <a:pt x="164735" y="129254"/>
                        <a:pt x="164735" y="85677"/>
                      </a:cubicBezTo>
                      <a:cubicBezTo>
                        <a:pt x="164735" y="42101"/>
                        <a:pt x="129254" y="6620"/>
                        <a:pt x="85677" y="6620"/>
                      </a:cubicBezTo>
                      <a:close/>
                    </a:path>
                  </a:pathLst>
                </a:custGeom>
                <a:solidFill>
                  <a:srgbClr val="FFFFFF"/>
                </a:solidFill>
                <a:ln w="4763" cap="flat">
                  <a:noFill/>
                  <a:prstDash val="solid"/>
                  <a:miter/>
                </a:ln>
              </p:spPr>
              <p:txBody>
                <a:bodyPr rtlCol="0" anchor="ctr"/>
                <a:lstStyle/>
                <a:p>
                  <a:endParaRPr lang="en-AU" sz="2400"/>
                </a:p>
              </p:txBody>
            </p:sp>
            <p:sp>
              <p:nvSpPr>
                <p:cNvPr id="29" name="Freeform: Shape 28">
                  <a:extLst>
                    <a:ext uri="{FF2B5EF4-FFF2-40B4-BE49-F238E27FC236}">
                      <a16:creationId xmlns:a16="http://schemas.microsoft.com/office/drawing/2014/main" id="{0A6EAA11-2208-EDD8-E640-9C795B4DAED8}"/>
                    </a:ext>
                  </a:extLst>
                </p:cNvPr>
                <p:cNvSpPr/>
                <p:nvPr/>
              </p:nvSpPr>
              <p:spPr>
                <a:xfrm>
                  <a:off x="1026509" y="4650581"/>
                  <a:ext cx="101441" cy="71723"/>
                </a:xfrm>
                <a:custGeom>
                  <a:avLst/>
                  <a:gdLst>
                    <a:gd name="connsiteX0" fmla="*/ 100251 w 101441"/>
                    <a:gd name="connsiteY0" fmla="*/ 15764 h 71723"/>
                    <a:gd name="connsiteX1" fmla="*/ 81105 w 101441"/>
                    <a:gd name="connsiteY1" fmla="*/ 1191 h 71723"/>
                    <a:gd name="connsiteX2" fmla="*/ 50721 w 101441"/>
                    <a:gd name="connsiteY2" fmla="*/ 0 h 71723"/>
                    <a:gd name="connsiteX3" fmla="*/ 20336 w 101441"/>
                    <a:gd name="connsiteY3" fmla="*/ 1191 h 71723"/>
                    <a:gd name="connsiteX4" fmla="*/ 1000 w 101441"/>
                    <a:gd name="connsiteY4" fmla="*/ 15764 h 71723"/>
                    <a:gd name="connsiteX5" fmla="*/ 0 w 101441"/>
                    <a:gd name="connsiteY5" fmla="*/ 35862 h 71723"/>
                    <a:gd name="connsiteX6" fmla="*/ 1000 w 101441"/>
                    <a:gd name="connsiteY6" fmla="*/ 55959 h 71723"/>
                    <a:gd name="connsiteX7" fmla="*/ 20336 w 101441"/>
                    <a:gd name="connsiteY7" fmla="*/ 70533 h 71723"/>
                    <a:gd name="connsiteX8" fmla="*/ 50721 w 101441"/>
                    <a:gd name="connsiteY8" fmla="*/ 71723 h 71723"/>
                    <a:gd name="connsiteX9" fmla="*/ 81105 w 101441"/>
                    <a:gd name="connsiteY9" fmla="*/ 70533 h 71723"/>
                    <a:gd name="connsiteX10" fmla="*/ 100251 w 101441"/>
                    <a:gd name="connsiteY10" fmla="*/ 55959 h 71723"/>
                    <a:gd name="connsiteX11" fmla="*/ 101441 w 101441"/>
                    <a:gd name="connsiteY11" fmla="*/ 35862 h 71723"/>
                    <a:gd name="connsiteX12" fmla="*/ 100251 w 101441"/>
                    <a:gd name="connsiteY12" fmla="*/ 15764 h 71723"/>
                    <a:gd name="connsiteX13" fmla="*/ 40481 w 101441"/>
                    <a:gd name="connsiteY13" fmla="*/ 51292 h 71723"/>
                    <a:gd name="connsiteX14" fmla="*/ 40481 w 101441"/>
                    <a:gd name="connsiteY14" fmla="*/ 20717 h 71723"/>
                    <a:gd name="connsiteX15" fmla="*/ 66913 w 101441"/>
                    <a:gd name="connsiteY15" fmla="*/ 35909 h 71723"/>
                    <a:gd name="connsiteX16" fmla="*/ 40481 w 101441"/>
                    <a:gd name="connsiteY16" fmla="*/ 51292 h 71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1441" h="71723">
                      <a:moveTo>
                        <a:pt x="100251" y="15764"/>
                      </a:moveTo>
                      <a:cubicBezTo>
                        <a:pt x="98679" y="4143"/>
                        <a:pt x="92774" y="2143"/>
                        <a:pt x="81105" y="1191"/>
                      </a:cubicBezTo>
                      <a:cubicBezTo>
                        <a:pt x="71057" y="381"/>
                        <a:pt x="59627" y="0"/>
                        <a:pt x="50721" y="0"/>
                      </a:cubicBezTo>
                      <a:cubicBezTo>
                        <a:pt x="41815" y="0"/>
                        <a:pt x="30194" y="381"/>
                        <a:pt x="20336" y="1191"/>
                      </a:cubicBezTo>
                      <a:cubicBezTo>
                        <a:pt x="8715" y="2191"/>
                        <a:pt x="2572" y="4143"/>
                        <a:pt x="1000" y="15764"/>
                      </a:cubicBezTo>
                      <a:cubicBezTo>
                        <a:pt x="429" y="21098"/>
                        <a:pt x="0" y="28384"/>
                        <a:pt x="0" y="35862"/>
                      </a:cubicBezTo>
                      <a:cubicBezTo>
                        <a:pt x="0" y="43339"/>
                        <a:pt x="381" y="50864"/>
                        <a:pt x="1000" y="55959"/>
                      </a:cubicBezTo>
                      <a:cubicBezTo>
                        <a:pt x="2572" y="67818"/>
                        <a:pt x="8715" y="69580"/>
                        <a:pt x="20336" y="70533"/>
                      </a:cubicBezTo>
                      <a:cubicBezTo>
                        <a:pt x="30194" y="71533"/>
                        <a:pt x="41815" y="71723"/>
                        <a:pt x="50721" y="71723"/>
                      </a:cubicBezTo>
                      <a:cubicBezTo>
                        <a:pt x="59627" y="71723"/>
                        <a:pt x="71057" y="71533"/>
                        <a:pt x="81105" y="70533"/>
                      </a:cubicBezTo>
                      <a:cubicBezTo>
                        <a:pt x="92726" y="69532"/>
                        <a:pt x="98679" y="67770"/>
                        <a:pt x="100251" y="55959"/>
                      </a:cubicBezTo>
                      <a:cubicBezTo>
                        <a:pt x="101060" y="50816"/>
                        <a:pt x="101441" y="43339"/>
                        <a:pt x="101441" y="35862"/>
                      </a:cubicBezTo>
                      <a:cubicBezTo>
                        <a:pt x="101441" y="28384"/>
                        <a:pt x="101060" y="21050"/>
                        <a:pt x="100251" y="15764"/>
                      </a:cubicBezTo>
                      <a:close/>
                      <a:moveTo>
                        <a:pt x="40481" y="51292"/>
                      </a:moveTo>
                      <a:lnTo>
                        <a:pt x="40481" y="20717"/>
                      </a:lnTo>
                      <a:lnTo>
                        <a:pt x="66913" y="35909"/>
                      </a:lnTo>
                      <a:lnTo>
                        <a:pt x="40481" y="51292"/>
                      </a:lnTo>
                      <a:close/>
                    </a:path>
                  </a:pathLst>
                </a:custGeom>
                <a:solidFill>
                  <a:srgbClr val="FFFFFF"/>
                </a:solidFill>
                <a:ln w="4763" cap="flat">
                  <a:noFill/>
                  <a:prstDash val="solid"/>
                  <a:miter/>
                </a:ln>
              </p:spPr>
              <p:txBody>
                <a:bodyPr rtlCol="0" anchor="ctr"/>
                <a:lstStyle/>
                <a:p>
                  <a:endParaRPr lang="en-AU" sz="2400"/>
                </a:p>
              </p:txBody>
            </p:sp>
          </p:grpSp>
        </p:grpSp>
        <p:sp>
          <p:nvSpPr>
            <p:cNvPr id="30" name="TextBox 29">
              <a:extLst>
                <a:ext uri="{FF2B5EF4-FFF2-40B4-BE49-F238E27FC236}">
                  <a16:creationId xmlns:a16="http://schemas.microsoft.com/office/drawing/2014/main" id="{86AA1CEC-8694-F371-4526-F602B1F47D9A}"/>
                </a:ext>
              </a:extLst>
            </p:cNvPr>
            <p:cNvSpPr txBox="1"/>
            <p:nvPr userDrawn="1"/>
          </p:nvSpPr>
          <p:spPr>
            <a:xfrm>
              <a:off x="293584" y="4573623"/>
              <a:ext cx="2506765" cy="176924"/>
            </a:xfrm>
            <a:prstGeom prst="rect">
              <a:avLst/>
            </a:prstGeom>
            <a:noFill/>
          </p:spPr>
          <p:txBody>
            <a:bodyPr wrap="square" rtlCol="0">
              <a:spAutoFit/>
            </a:bodyPr>
            <a:lstStyle>
              <a:defPPr marR="0" lvl="0" algn="l" rtl="0">
                <a:lnSpc>
                  <a:spcPct val="100000"/>
                </a:lnSpc>
                <a:spcBef>
                  <a:spcPts val="0"/>
                </a:spcBef>
                <a:spcAft>
                  <a:spcPts val="0"/>
                </a:spcAft>
              </a:defPPr>
              <a:lvl1pPr>
                <a:defRPr sz="700">
                  <a:solidFill>
                    <a:schemeClr val="bg1"/>
                  </a:solidFill>
                  <a:effectLst/>
                  <a:latin typeface="Verdana" panose="020B0604030504040204" pitchFamily="34" charset="0"/>
                  <a:ea typeface="Verdana" panose="020B0604030504040204" pitchFamily="34" charset="0"/>
                </a:defRPr>
              </a:lvl1pPr>
            </a:lstStyle>
            <a:p>
              <a:pPr lvl="0"/>
              <a:r>
                <a:rPr lang="en-US" sz="933"/>
                <a:t>Copyright © 2025 Ascendion. All rights reserved</a:t>
              </a:r>
            </a:p>
          </p:txBody>
        </p:sp>
        <p:sp>
          <p:nvSpPr>
            <p:cNvPr id="7" name="Freeform: Shape 6">
              <a:extLst>
                <a:ext uri="{FF2B5EF4-FFF2-40B4-BE49-F238E27FC236}">
                  <a16:creationId xmlns:a16="http://schemas.microsoft.com/office/drawing/2014/main" id="{062A0499-A8C5-48B9-4332-0E2E556AADE8}"/>
                </a:ext>
              </a:extLst>
            </p:cNvPr>
            <p:cNvSpPr/>
            <p:nvPr/>
          </p:nvSpPr>
          <p:spPr>
            <a:xfrm>
              <a:off x="7594568" y="3364420"/>
              <a:ext cx="1126807" cy="257746"/>
            </a:xfrm>
            <a:custGeom>
              <a:avLst/>
              <a:gdLst>
                <a:gd name="connsiteX0" fmla="*/ 649986 w 1126807"/>
                <a:gd name="connsiteY0" fmla="*/ 95 h 257746"/>
                <a:gd name="connsiteX1" fmla="*/ 695421 w 1126807"/>
                <a:gd name="connsiteY1" fmla="*/ 9715 h 257746"/>
                <a:gd name="connsiteX2" fmla="*/ 761524 w 1126807"/>
                <a:gd name="connsiteY2" fmla="*/ 85725 h 257746"/>
                <a:gd name="connsiteX3" fmla="*/ 695421 w 1126807"/>
                <a:gd name="connsiteY3" fmla="*/ 133731 h 257746"/>
                <a:gd name="connsiteX4" fmla="*/ 649986 w 1126807"/>
                <a:gd name="connsiteY4" fmla="*/ 124111 h 257746"/>
                <a:gd name="connsiteX5" fmla="*/ 649986 w 1126807"/>
                <a:gd name="connsiteY5" fmla="*/ 95 h 257746"/>
                <a:gd name="connsiteX6" fmla="*/ 695421 w 1126807"/>
                <a:gd name="connsiteY6" fmla="*/ 105537 h 257746"/>
                <a:gd name="connsiteX7" fmla="*/ 730949 w 1126807"/>
                <a:gd name="connsiteY7" fmla="*/ 79153 h 257746"/>
                <a:gd name="connsiteX8" fmla="*/ 695421 w 1126807"/>
                <a:gd name="connsiteY8" fmla="*/ 37624 h 257746"/>
                <a:gd name="connsiteX9" fmla="*/ 680656 w 1126807"/>
                <a:gd name="connsiteY9" fmla="*/ 34481 h 257746"/>
                <a:gd name="connsiteX10" fmla="*/ 680656 w 1126807"/>
                <a:gd name="connsiteY10" fmla="*/ 102394 h 257746"/>
                <a:gd name="connsiteX11" fmla="*/ 695421 w 1126807"/>
                <a:gd name="connsiteY11" fmla="*/ 105537 h 257746"/>
                <a:gd name="connsiteX12" fmla="*/ 856107 w 1126807"/>
                <a:gd name="connsiteY12" fmla="*/ 43910 h 257746"/>
                <a:gd name="connsiteX13" fmla="*/ 856107 w 1126807"/>
                <a:gd name="connsiteY13" fmla="*/ 71914 h 257746"/>
                <a:gd name="connsiteX14" fmla="*/ 829056 w 1126807"/>
                <a:gd name="connsiteY14" fmla="*/ 66199 h 257746"/>
                <a:gd name="connsiteX15" fmla="*/ 829056 w 1126807"/>
                <a:gd name="connsiteY15" fmla="*/ 134112 h 257746"/>
                <a:gd name="connsiteX16" fmla="*/ 856107 w 1126807"/>
                <a:gd name="connsiteY16" fmla="*/ 139827 h 257746"/>
                <a:gd name="connsiteX17" fmla="*/ 856107 w 1126807"/>
                <a:gd name="connsiteY17" fmla="*/ 168021 h 257746"/>
                <a:gd name="connsiteX18" fmla="*/ 771430 w 1126807"/>
                <a:gd name="connsiteY18" fmla="*/ 150019 h 257746"/>
                <a:gd name="connsiteX19" fmla="*/ 771430 w 1126807"/>
                <a:gd name="connsiteY19" fmla="*/ 121920 h 257746"/>
                <a:gd name="connsiteX20" fmla="*/ 798576 w 1126807"/>
                <a:gd name="connsiteY20" fmla="*/ 127635 h 257746"/>
                <a:gd name="connsiteX21" fmla="*/ 798576 w 1126807"/>
                <a:gd name="connsiteY21" fmla="*/ 59722 h 257746"/>
                <a:gd name="connsiteX22" fmla="*/ 771430 w 1126807"/>
                <a:gd name="connsiteY22" fmla="*/ 54007 h 257746"/>
                <a:gd name="connsiteX23" fmla="*/ 771430 w 1126807"/>
                <a:gd name="connsiteY23" fmla="*/ 26003 h 257746"/>
                <a:gd name="connsiteX24" fmla="*/ 856107 w 1126807"/>
                <a:gd name="connsiteY24" fmla="*/ 44006 h 257746"/>
                <a:gd name="connsiteX25" fmla="*/ 927830 w 1126807"/>
                <a:gd name="connsiteY25" fmla="*/ 56674 h 257746"/>
                <a:gd name="connsiteX26" fmla="*/ 989934 w 1126807"/>
                <a:gd name="connsiteY26" fmla="*/ 134207 h 257746"/>
                <a:gd name="connsiteX27" fmla="*/ 927830 w 1126807"/>
                <a:gd name="connsiteY27" fmla="*/ 185547 h 257746"/>
                <a:gd name="connsiteX28" fmla="*/ 865442 w 1126807"/>
                <a:gd name="connsiteY28" fmla="*/ 107728 h 257746"/>
                <a:gd name="connsiteX29" fmla="*/ 927830 w 1126807"/>
                <a:gd name="connsiteY29" fmla="*/ 56578 h 257746"/>
                <a:gd name="connsiteX30" fmla="*/ 927830 w 1126807"/>
                <a:gd name="connsiteY30" fmla="*/ 156591 h 257746"/>
                <a:gd name="connsiteX31" fmla="*/ 958406 w 1126807"/>
                <a:gd name="connsiteY31" fmla="*/ 127540 h 257746"/>
                <a:gd name="connsiteX32" fmla="*/ 927830 w 1126807"/>
                <a:gd name="connsiteY32" fmla="*/ 85630 h 257746"/>
                <a:gd name="connsiteX33" fmla="*/ 897065 w 1126807"/>
                <a:gd name="connsiteY33" fmla="*/ 114395 h 257746"/>
                <a:gd name="connsiteX34" fmla="*/ 927830 w 1126807"/>
                <a:gd name="connsiteY34" fmla="*/ 156496 h 257746"/>
                <a:gd name="connsiteX35" fmla="*/ 1005173 w 1126807"/>
                <a:gd name="connsiteY35" fmla="*/ 75533 h 257746"/>
                <a:gd name="connsiteX36" fmla="*/ 1062895 w 1126807"/>
                <a:gd name="connsiteY36" fmla="*/ 87821 h 257746"/>
                <a:gd name="connsiteX37" fmla="*/ 1096232 w 1126807"/>
                <a:gd name="connsiteY37" fmla="*/ 208693 h 257746"/>
                <a:gd name="connsiteX38" fmla="*/ 1096232 w 1126807"/>
                <a:gd name="connsiteY38" fmla="*/ 94869 h 257746"/>
                <a:gd name="connsiteX39" fmla="*/ 1126808 w 1126807"/>
                <a:gd name="connsiteY39" fmla="*/ 101346 h 257746"/>
                <a:gd name="connsiteX40" fmla="*/ 1126808 w 1126807"/>
                <a:gd name="connsiteY40" fmla="*/ 225362 h 257746"/>
                <a:gd name="connsiteX41" fmla="*/ 1069086 w 1126807"/>
                <a:gd name="connsiteY41" fmla="*/ 213074 h 257746"/>
                <a:gd name="connsiteX42" fmla="*/ 1035749 w 1126807"/>
                <a:gd name="connsiteY42" fmla="*/ 92202 h 257746"/>
                <a:gd name="connsiteX43" fmla="*/ 1035749 w 1126807"/>
                <a:gd name="connsiteY43" fmla="*/ 206026 h 257746"/>
                <a:gd name="connsiteX44" fmla="*/ 1005173 w 1126807"/>
                <a:gd name="connsiteY44" fmla="*/ 199549 h 257746"/>
                <a:gd name="connsiteX45" fmla="*/ 1005173 w 1126807"/>
                <a:gd name="connsiteY45" fmla="*/ 75533 h 257746"/>
                <a:gd name="connsiteX46" fmla="*/ 38005 w 1126807"/>
                <a:gd name="connsiteY46" fmla="*/ 125730 h 257746"/>
                <a:gd name="connsiteX47" fmla="*/ 94012 w 1126807"/>
                <a:gd name="connsiteY47" fmla="*/ 113824 h 257746"/>
                <a:gd name="connsiteX48" fmla="*/ 131921 w 1126807"/>
                <a:gd name="connsiteY48" fmla="*/ 229743 h 257746"/>
                <a:gd name="connsiteX49" fmla="*/ 99441 w 1126807"/>
                <a:gd name="connsiteY49" fmla="*/ 236601 h 257746"/>
                <a:gd name="connsiteX50" fmla="*/ 88297 w 1126807"/>
                <a:gd name="connsiteY50" fmla="*/ 201454 h 257746"/>
                <a:gd name="connsiteX51" fmla="*/ 43244 w 1126807"/>
                <a:gd name="connsiteY51" fmla="*/ 211074 h 257746"/>
                <a:gd name="connsiteX52" fmla="*/ 32099 w 1126807"/>
                <a:gd name="connsiteY52" fmla="*/ 250889 h 257746"/>
                <a:gd name="connsiteX53" fmla="*/ 0 w 1126807"/>
                <a:gd name="connsiteY53" fmla="*/ 257746 h 257746"/>
                <a:gd name="connsiteX54" fmla="*/ 38005 w 1126807"/>
                <a:gd name="connsiteY54" fmla="*/ 125635 h 257746"/>
                <a:gd name="connsiteX55" fmla="*/ 79915 w 1126807"/>
                <a:gd name="connsiteY55" fmla="*/ 175355 h 257746"/>
                <a:gd name="connsiteX56" fmla="*/ 65818 w 1126807"/>
                <a:gd name="connsiteY56" fmla="*/ 131064 h 257746"/>
                <a:gd name="connsiteX57" fmla="*/ 51721 w 1126807"/>
                <a:gd name="connsiteY57" fmla="*/ 181356 h 257746"/>
                <a:gd name="connsiteX58" fmla="*/ 80010 w 1126807"/>
                <a:gd name="connsiteY58" fmla="*/ 175355 h 257746"/>
                <a:gd name="connsiteX59" fmla="*/ 194025 w 1126807"/>
                <a:gd name="connsiteY59" fmla="*/ 218980 h 257746"/>
                <a:gd name="connsiteX60" fmla="*/ 134493 w 1126807"/>
                <a:gd name="connsiteY60" fmla="*/ 180785 h 257746"/>
                <a:gd name="connsiteX61" fmla="*/ 166116 w 1126807"/>
                <a:gd name="connsiteY61" fmla="*/ 174022 h 257746"/>
                <a:gd name="connsiteX62" fmla="*/ 194691 w 1126807"/>
                <a:gd name="connsiteY62" fmla="*/ 192024 h 257746"/>
                <a:gd name="connsiteX63" fmla="*/ 216027 w 1126807"/>
                <a:gd name="connsiteY63" fmla="*/ 176594 h 257746"/>
                <a:gd name="connsiteX64" fmla="*/ 205931 w 1126807"/>
                <a:gd name="connsiteY64" fmla="*/ 169259 h 257746"/>
                <a:gd name="connsiteX65" fmla="*/ 166211 w 1126807"/>
                <a:gd name="connsiteY65" fmla="*/ 166783 h 257746"/>
                <a:gd name="connsiteX66" fmla="*/ 139256 w 1126807"/>
                <a:gd name="connsiteY66" fmla="*/ 138589 h 257746"/>
                <a:gd name="connsiteX67" fmla="*/ 187547 w 1126807"/>
                <a:gd name="connsiteY67" fmla="*/ 91345 h 257746"/>
                <a:gd name="connsiteX68" fmla="*/ 242888 w 1126807"/>
                <a:gd name="connsiteY68" fmla="*/ 124777 h 257746"/>
                <a:gd name="connsiteX69" fmla="*/ 211455 w 1126807"/>
                <a:gd name="connsiteY69" fmla="*/ 131445 h 257746"/>
                <a:gd name="connsiteX70" fmla="*/ 188024 w 1126807"/>
                <a:gd name="connsiteY70" fmla="*/ 117443 h 257746"/>
                <a:gd name="connsiteX71" fmla="*/ 170879 w 1126807"/>
                <a:gd name="connsiteY71" fmla="*/ 131159 h 257746"/>
                <a:gd name="connsiteX72" fmla="*/ 180118 w 1126807"/>
                <a:gd name="connsiteY72" fmla="*/ 137827 h 257746"/>
                <a:gd name="connsiteX73" fmla="*/ 218694 w 1126807"/>
                <a:gd name="connsiteY73" fmla="*/ 139636 h 257746"/>
                <a:gd name="connsiteX74" fmla="*/ 247460 w 1126807"/>
                <a:gd name="connsiteY74" fmla="*/ 168497 h 257746"/>
                <a:gd name="connsiteX75" fmla="*/ 193929 w 1126807"/>
                <a:gd name="connsiteY75" fmla="*/ 218885 h 257746"/>
                <a:gd name="connsiteX76" fmla="*/ 256413 w 1126807"/>
                <a:gd name="connsiteY76" fmla="*/ 141161 h 257746"/>
                <a:gd name="connsiteX77" fmla="*/ 319373 w 1126807"/>
                <a:gd name="connsiteY77" fmla="*/ 63436 h 257746"/>
                <a:gd name="connsiteX78" fmla="*/ 379476 w 1126807"/>
                <a:gd name="connsiteY78" fmla="*/ 100965 h 257746"/>
                <a:gd name="connsiteX79" fmla="*/ 348044 w 1126807"/>
                <a:gd name="connsiteY79" fmla="*/ 107633 h 257746"/>
                <a:gd name="connsiteX80" fmla="*/ 319564 w 1126807"/>
                <a:gd name="connsiteY80" fmla="*/ 92393 h 257746"/>
                <a:gd name="connsiteX81" fmla="*/ 288131 w 1126807"/>
                <a:gd name="connsiteY81" fmla="*/ 134398 h 257746"/>
                <a:gd name="connsiteX82" fmla="*/ 319564 w 1126807"/>
                <a:gd name="connsiteY82" fmla="*/ 163259 h 257746"/>
                <a:gd name="connsiteX83" fmla="*/ 348044 w 1126807"/>
                <a:gd name="connsiteY83" fmla="*/ 135731 h 257746"/>
                <a:gd name="connsiteX84" fmla="*/ 379476 w 1126807"/>
                <a:gd name="connsiteY84" fmla="*/ 129064 h 257746"/>
                <a:gd name="connsiteX85" fmla="*/ 319373 w 1126807"/>
                <a:gd name="connsiteY85" fmla="*/ 192310 h 257746"/>
                <a:gd name="connsiteX86" fmla="*/ 256413 w 1126807"/>
                <a:gd name="connsiteY86" fmla="*/ 141161 h 257746"/>
                <a:gd name="connsiteX87" fmla="*/ 394430 w 1126807"/>
                <a:gd name="connsiteY87" fmla="*/ 49911 h 257746"/>
                <a:gd name="connsiteX88" fmla="*/ 488823 w 1126807"/>
                <a:gd name="connsiteY88" fmla="*/ 29813 h 257746"/>
                <a:gd name="connsiteX89" fmla="*/ 488823 w 1126807"/>
                <a:gd name="connsiteY89" fmla="*/ 57817 h 257746"/>
                <a:gd name="connsiteX90" fmla="*/ 425196 w 1126807"/>
                <a:gd name="connsiteY90" fmla="*/ 71342 h 257746"/>
                <a:gd name="connsiteX91" fmla="*/ 425196 w 1126807"/>
                <a:gd name="connsiteY91" fmla="*/ 92107 h 257746"/>
                <a:gd name="connsiteX92" fmla="*/ 480441 w 1126807"/>
                <a:gd name="connsiteY92" fmla="*/ 80391 h 257746"/>
                <a:gd name="connsiteX93" fmla="*/ 480441 w 1126807"/>
                <a:gd name="connsiteY93" fmla="*/ 106775 h 257746"/>
                <a:gd name="connsiteX94" fmla="*/ 425196 w 1126807"/>
                <a:gd name="connsiteY94" fmla="*/ 118491 h 257746"/>
                <a:gd name="connsiteX95" fmla="*/ 425196 w 1126807"/>
                <a:gd name="connsiteY95" fmla="*/ 139446 h 257746"/>
                <a:gd name="connsiteX96" fmla="*/ 488823 w 1126807"/>
                <a:gd name="connsiteY96" fmla="*/ 125921 h 257746"/>
                <a:gd name="connsiteX97" fmla="*/ 488823 w 1126807"/>
                <a:gd name="connsiteY97" fmla="*/ 153924 h 257746"/>
                <a:gd name="connsiteX98" fmla="*/ 394430 w 1126807"/>
                <a:gd name="connsiteY98" fmla="*/ 174022 h 257746"/>
                <a:gd name="connsiteX99" fmla="*/ 394430 w 1126807"/>
                <a:gd name="connsiteY99" fmla="*/ 50006 h 257746"/>
                <a:gd name="connsiteX100" fmla="*/ 507397 w 1126807"/>
                <a:gd name="connsiteY100" fmla="*/ 25908 h 257746"/>
                <a:gd name="connsiteX101" fmla="*/ 565118 w 1126807"/>
                <a:gd name="connsiteY101" fmla="*/ 13621 h 257746"/>
                <a:gd name="connsiteX102" fmla="*/ 598456 w 1126807"/>
                <a:gd name="connsiteY102" fmla="*/ 120301 h 257746"/>
                <a:gd name="connsiteX103" fmla="*/ 598456 w 1126807"/>
                <a:gd name="connsiteY103" fmla="*/ 6477 h 257746"/>
                <a:gd name="connsiteX104" fmla="*/ 629126 w 1126807"/>
                <a:gd name="connsiteY104" fmla="*/ 0 h 257746"/>
                <a:gd name="connsiteX105" fmla="*/ 629126 w 1126807"/>
                <a:gd name="connsiteY105" fmla="*/ 124015 h 257746"/>
                <a:gd name="connsiteX106" fmla="*/ 571405 w 1126807"/>
                <a:gd name="connsiteY106" fmla="*/ 136303 h 257746"/>
                <a:gd name="connsiteX107" fmla="*/ 538067 w 1126807"/>
                <a:gd name="connsiteY107" fmla="*/ 29623 h 257746"/>
                <a:gd name="connsiteX108" fmla="*/ 538067 w 1126807"/>
                <a:gd name="connsiteY108" fmla="*/ 143447 h 257746"/>
                <a:gd name="connsiteX109" fmla="*/ 507397 w 1126807"/>
                <a:gd name="connsiteY109" fmla="*/ 149923 h 257746"/>
                <a:gd name="connsiteX110" fmla="*/ 507397 w 1126807"/>
                <a:gd name="connsiteY110" fmla="*/ 25908 h 257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126807" h="257746">
                  <a:moveTo>
                    <a:pt x="649986" y="95"/>
                  </a:moveTo>
                  <a:lnTo>
                    <a:pt x="695421" y="9715"/>
                  </a:lnTo>
                  <a:cubicBezTo>
                    <a:pt x="727901" y="16573"/>
                    <a:pt x="761524" y="32385"/>
                    <a:pt x="761524" y="85725"/>
                  </a:cubicBezTo>
                  <a:cubicBezTo>
                    <a:pt x="761524" y="139160"/>
                    <a:pt x="727901" y="140684"/>
                    <a:pt x="695421" y="133731"/>
                  </a:cubicBezTo>
                  <a:lnTo>
                    <a:pt x="649986" y="124111"/>
                  </a:lnTo>
                  <a:lnTo>
                    <a:pt x="649986" y="95"/>
                  </a:lnTo>
                  <a:close/>
                  <a:moveTo>
                    <a:pt x="695421" y="105537"/>
                  </a:moveTo>
                  <a:cubicBezTo>
                    <a:pt x="715804" y="109823"/>
                    <a:pt x="730949" y="112395"/>
                    <a:pt x="730949" y="79153"/>
                  </a:cubicBezTo>
                  <a:cubicBezTo>
                    <a:pt x="730949" y="45911"/>
                    <a:pt x="715614" y="41910"/>
                    <a:pt x="695421" y="37624"/>
                  </a:cubicBezTo>
                  <a:lnTo>
                    <a:pt x="680656" y="34481"/>
                  </a:lnTo>
                  <a:lnTo>
                    <a:pt x="680656" y="102394"/>
                  </a:lnTo>
                  <a:cubicBezTo>
                    <a:pt x="680656" y="102394"/>
                    <a:pt x="695421" y="105537"/>
                    <a:pt x="695421" y="105537"/>
                  </a:cubicBezTo>
                  <a:close/>
                  <a:moveTo>
                    <a:pt x="856107" y="43910"/>
                  </a:moveTo>
                  <a:lnTo>
                    <a:pt x="856107" y="71914"/>
                  </a:lnTo>
                  <a:cubicBezTo>
                    <a:pt x="856107" y="71914"/>
                    <a:pt x="829056" y="66199"/>
                    <a:pt x="829056" y="66199"/>
                  </a:cubicBezTo>
                  <a:lnTo>
                    <a:pt x="829056" y="134112"/>
                  </a:lnTo>
                  <a:cubicBezTo>
                    <a:pt x="829056" y="134112"/>
                    <a:pt x="856107" y="139827"/>
                    <a:pt x="856107" y="139827"/>
                  </a:cubicBezTo>
                  <a:lnTo>
                    <a:pt x="856107" y="168021"/>
                  </a:lnTo>
                  <a:cubicBezTo>
                    <a:pt x="856107" y="168021"/>
                    <a:pt x="771430" y="150019"/>
                    <a:pt x="771430" y="150019"/>
                  </a:cubicBezTo>
                  <a:lnTo>
                    <a:pt x="771430" y="121920"/>
                  </a:lnTo>
                  <a:cubicBezTo>
                    <a:pt x="771430" y="121920"/>
                    <a:pt x="798576" y="127635"/>
                    <a:pt x="798576" y="127635"/>
                  </a:cubicBezTo>
                  <a:lnTo>
                    <a:pt x="798576" y="59722"/>
                  </a:lnTo>
                  <a:cubicBezTo>
                    <a:pt x="798576" y="59722"/>
                    <a:pt x="771430" y="54007"/>
                    <a:pt x="771430" y="54007"/>
                  </a:cubicBezTo>
                  <a:lnTo>
                    <a:pt x="771430" y="26003"/>
                  </a:lnTo>
                  <a:cubicBezTo>
                    <a:pt x="771430" y="26003"/>
                    <a:pt x="856107" y="44006"/>
                    <a:pt x="856107" y="44006"/>
                  </a:cubicBezTo>
                  <a:close/>
                  <a:moveTo>
                    <a:pt x="927830" y="56674"/>
                  </a:moveTo>
                  <a:cubicBezTo>
                    <a:pt x="966406" y="64865"/>
                    <a:pt x="989934" y="97631"/>
                    <a:pt x="989934" y="134207"/>
                  </a:cubicBezTo>
                  <a:cubicBezTo>
                    <a:pt x="989934" y="170974"/>
                    <a:pt x="966406" y="193739"/>
                    <a:pt x="927830" y="185547"/>
                  </a:cubicBezTo>
                  <a:cubicBezTo>
                    <a:pt x="889159" y="177356"/>
                    <a:pt x="865442" y="144494"/>
                    <a:pt x="865442" y="107728"/>
                  </a:cubicBezTo>
                  <a:cubicBezTo>
                    <a:pt x="865442" y="71152"/>
                    <a:pt x="889159" y="48387"/>
                    <a:pt x="927830" y="56578"/>
                  </a:cubicBezTo>
                  <a:moveTo>
                    <a:pt x="927830" y="156591"/>
                  </a:moveTo>
                  <a:cubicBezTo>
                    <a:pt x="948405" y="160973"/>
                    <a:pt x="958406" y="150114"/>
                    <a:pt x="958406" y="127540"/>
                  </a:cubicBezTo>
                  <a:cubicBezTo>
                    <a:pt x="958406" y="104965"/>
                    <a:pt x="948119" y="90011"/>
                    <a:pt x="927830" y="85630"/>
                  </a:cubicBezTo>
                  <a:cubicBezTo>
                    <a:pt x="907257" y="81248"/>
                    <a:pt x="897065" y="92107"/>
                    <a:pt x="897065" y="114395"/>
                  </a:cubicBezTo>
                  <a:cubicBezTo>
                    <a:pt x="897065" y="136684"/>
                    <a:pt x="907352" y="152114"/>
                    <a:pt x="927830" y="156496"/>
                  </a:cubicBezTo>
                  <a:moveTo>
                    <a:pt x="1005173" y="75533"/>
                  </a:moveTo>
                  <a:lnTo>
                    <a:pt x="1062895" y="87821"/>
                  </a:lnTo>
                  <a:lnTo>
                    <a:pt x="1096232" y="208693"/>
                  </a:lnTo>
                  <a:lnTo>
                    <a:pt x="1096232" y="94869"/>
                  </a:lnTo>
                  <a:cubicBezTo>
                    <a:pt x="1096232" y="94869"/>
                    <a:pt x="1126808" y="101346"/>
                    <a:pt x="1126808" y="101346"/>
                  </a:cubicBezTo>
                  <a:lnTo>
                    <a:pt x="1126808" y="225362"/>
                  </a:lnTo>
                  <a:cubicBezTo>
                    <a:pt x="1126808" y="225362"/>
                    <a:pt x="1069086" y="213074"/>
                    <a:pt x="1069086" y="213074"/>
                  </a:cubicBezTo>
                  <a:lnTo>
                    <a:pt x="1035749" y="92202"/>
                  </a:lnTo>
                  <a:lnTo>
                    <a:pt x="1035749" y="206026"/>
                  </a:lnTo>
                  <a:cubicBezTo>
                    <a:pt x="1035749" y="206026"/>
                    <a:pt x="1005173" y="199549"/>
                    <a:pt x="1005173" y="199549"/>
                  </a:cubicBezTo>
                  <a:lnTo>
                    <a:pt x="1005173" y="75533"/>
                  </a:lnTo>
                  <a:close/>
                  <a:moveTo>
                    <a:pt x="38005" y="125730"/>
                  </a:moveTo>
                  <a:lnTo>
                    <a:pt x="94012" y="113824"/>
                  </a:lnTo>
                  <a:lnTo>
                    <a:pt x="131921" y="229743"/>
                  </a:lnTo>
                  <a:lnTo>
                    <a:pt x="99441" y="236601"/>
                  </a:lnTo>
                  <a:lnTo>
                    <a:pt x="88297" y="201454"/>
                  </a:lnTo>
                  <a:lnTo>
                    <a:pt x="43244" y="211074"/>
                  </a:lnTo>
                  <a:lnTo>
                    <a:pt x="32099" y="250889"/>
                  </a:lnTo>
                  <a:lnTo>
                    <a:pt x="0" y="257746"/>
                  </a:lnTo>
                  <a:lnTo>
                    <a:pt x="38005" y="125635"/>
                  </a:lnTo>
                  <a:close/>
                  <a:moveTo>
                    <a:pt x="79915" y="175355"/>
                  </a:moveTo>
                  <a:lnTo>
                    <a:pt x="65818" y="131064"/>
                  </a:lnTo>
                  <a:lnTo>
                    <a:pt x="51721" y="181356"/>
                  </a:lnTo>
                  <a:lnTo>
                    <a:pt x="80010" y="175355"/>
                  </a:lnTo>
                  <a:close/>
                  <a:moveTo>
                    <a:pt x="194025" y="218980"/>
                  </a:moveTo>
                  <a:cubicBezTo>
                    <a:pt x="152114" y="227838"/>
                    <a:pt x="134493" y="212979"/>
                    <a:pt x="134493" y="180785"/>
                  </a:cubicBezTo>
                  <a:lnTo>
                    <a:pt x="166116" y="174022"/>
                  </a:lnTo>
                  <a:cubicBezTo>
                    <a:pt x="166116" y="191643"/>
                    <a:pt x="172688" y="196691"/>
                    <a:pt x="194691" y="192024"/>
                  </a:cubicBezTo>
                  <a:cubicBezTo>
                    <a:pt x="209645" y="188881"/>
                    <a:pt x="216027" y="184309"/>
                    <a:pt x="216027" y="176594"/>
                  </a:cubicBezTo>
                  <a:cubicBezTo>
                    <a:pt x="216027" y="172212"/>
                    <a:pt x="212693" y="169545"/>
                    <a:pt x="205931" y="169259"/>
                  </a:cubicBezTo>
                  <a:lnTo>
                    <a:pt x="166211" y="166783"/>
                  </a:lnTo>
                  <a:cubicBezTo>
                    <a:pt x="145637" y="165354"/>
                    <a:pt x="139256" y="154210"/>
                    <a:pt x="139256" y="138589"/>
                  </a:cubicBezTo>
                  <a:cubicBezTo>
                    <a:pt x="139256" y="114490"/>
                    <a:pt x="156401" y="98012"/>
                    <a:pt x="187547" y="91345"/>
                  </a:cubicBezTo>
                  <a:cubicBezTo>
                    <a:pt x="224600" y="83439"/>
                    <a:pt x="242888" y="97917"/>
                    <a:pt x="242888" y="124777"/>
                  </a:cubicBezTo>
                  <a:lnTo>
                    <a:pt x="211455" y="131445"/>
                  </a:lnTo>
                  <a:cubicBezTo>
                    <a:pt x="211455" y="118110"/>
                    <a:pt x="204216" y="114014"/>
                    <a:pt x="188024" y="117443"/>
                  </a:cubicBezTo>
                  <a:cubicBezTo>
                    <a:pt x="176784" y="119824"/>
                    <a:pt x="170879" y="124111"/>
                    <a:pt x="170879" y="131159"/>
                  </a:cubicBezTo>
                  <a:cubicBezTo>
                    <a:pt x="170879" y="134684"/>
                    <a:pt x="172688" y="137255"/>
                    <a:pt x="180118" y="137827"/>
                  </a:cubicBezTo>
                  <a:lnTo>
                    <a:pt x="218694" y="139636"/>
                  </a:lnTo>
                  <a:cubicBezTo>
                    <a:pt x="238411" y="140589"/>
                    <a:pt x="247460" y="150400"/>
                    <a:pt x="247460" y="168497"/>
                  </a:cubicBezTo>
                  <a:cubicBezTo>
                    <a:pt x="247460" y="192024"/>
                    <a:pt x="231934" y="210788"/>
                    <a:pt x="193929" y="218885"/>
                  </a:cubicBezTo>
                  <a:moveTo>
                    <a:pt x="256413" y="141161"/>
                  </a:moveTo>
                  <a:cubicBezTo>
                    <a:pt x="256413" y="104585"/>
                    <a:pt x="280511" y="71628"/>
                    <a:pt x="319373" y="63436"/>
                  </a:cubicBezTo>
                  <a:cubicBezTo>
                    <a:pt x="353378" y="56198"/>
                    <a:pt x="375952" y="70580"/>
                    <a:pt x="379476" y="100965"/>
                  </a:cubicBezTo>
                  <a:lnTo>
                    <a:pt x="348044" y="107633"/>
                  </a:lnTo>
                  <a:cubicBezTo>
                    <a:pt x="345472" y="94774"/>
                    <a:pt x="334613" y="89249"/>
                    <a:pt x="319564" y="92393"/>
                  </a:cubicBezTo>
                  <a:cubicBezTo>
                    <a:pt x="301181" y="96298"/>
                    <a:pt x="288131" y="110014"/>
                    <a:pt x="288131" y="134398"/>
                  </a:cubicBezTo>
                  <a:cubicBezTo>
                    <a:pt x="288131" y="159068"/>
                    <a:pt x="301276" y="167164"/>
                    <a:pt x="319564" y="163259"/>
                  </a:cubicBezTo>
                  <a:cubicBezTo>
                    <a:pt x="334518" y="160115"/>
                    <a:pt x="345472" y="149638"/>
                    <a:pt x="348044" y="135731"/>
                  </a:cubicBezTo>
                  <a:lnTo>
                    <a:pt x="379476" y="129064"/>
                  </a:lnTo>
                  <a:cubicBezTo>
                    <a:pt x="375952" y="161163"/>
                    <a:pt x="353378" y="185071"/>
                    <a:pt x="319373" y="192310"/>
                  </a:cubicBezTo>
                  <a:cubicBezTo>
                    <a:pt x="280511" y="200596"/>
                    <a:pt x="256413" y="177927"/>
                    <a:pt x="256413" y="141161"/>
                  </a:cubicBezTo>
                  <a:moveTo>
                    <a:pt x="394430" y="49911"/>
                  </a:moveTo>
                  <a:lnTo>
                    <a:pt x="488823" y="29813"/>
                  </a:lnTo>
                  <a:lnTo>
                    <a:pt x="488823" y="57817"/>
                  </a:lnTo>
                  <a:cubicBezTo>
                    <a:pt x="488823" y="57817"/>
                    <a:pt x="425196" y="71342"/>
                    <a:pt x="425196" y="71342"/>
                  </a:cubicBezTo>
                  <a:lnTo>
                    <a:pt x="425196" y="92107"/>
                  </a:lnTo>
                  <a:cubicBezTo>
                    <a:pt x="425196" y="92107"/>
                    <a:pt x="480441" y="80391"/>
                    <a:pt x="480441" y="80391"/>
                  </a:cubicBezTo>
                  <a:lnTo>
                    <a:pt x="480441" y="106775"/>
                  </a:lnTo>
                  <a:cubicBezTo>
                    <a:pt x="480441" y="106775"/>
                    <a:pt x="425196" y="118491"/>
                    <a:pt x="425196" y="118491"/>
                  </a:cubicBezTo>
                  <a:lnTo>
                    <a:pt x="425196" y="139446"/>
                  </a:lnTo>
                  <a:cubicBezTo>
                    <a:pt x="425196" y="139446"/>
                    <a:pt x="488823" y="125921"/>
                    <a:pt x="488823" y="125921"/>
                  </a:cubicBezTo>
                  <a:lnTo>
                    <a:pt x="488823" y="153924"/>
                  </a:lnTo>
                  <a:cubicBezTo>
                    <a:pt x="488823" y="153924"/>
                    <a:pt x="394430" y="174022"/>
                    <a:pt x="394430" y="174022"/>
                  </a:cubicBezTo>
                  <a:lnTo>
                    <a:pt x="394430" y="50006"/>
                  </a:lnTo>
                  <a:close/>
                  <a:moveTo>
                    <a:pt x="507397" y="25908"/>
                  </a:moveTo>
                  <a:lnTo>
                    <a:pt x="565118" y="13621"/>
                  </a:lnTo>
                  <a:lnTo>
                    <a:pt x="598456" y="120301"/>
                  </a:lnTo>
                  <a:lnTo>
                    <a:pt x="598456" y="6477"/>
                  </a:lnTo>
                  <a:cubicBezTo>
                    <a:pt x="598456" y="6477"/>
                    <a:pt x="629126" y="0"/>
                    <a:pt x="629126" y="0"/>
                  </a:cubicBezTo>
                  <a:lnTo>
                    <a:pt x="629126" y="124015"/>
                  </a:lnTo>
                  <a:cubicBezTo>
                    <a:pt x="629126" y="124015"/>
                    <a:pt x="571405" y="136303"/>
                    <a:pt x="571405" y="136303"/>
                  </a:cubicBezTo>
                  <a:lnTo>
                    <a:pt x="538067" y="29623"/>
                  </a:lnTo>
                  <a:lnTo>
                    <a:pt x="538067" y="143447"/>
                  </a:lnTo>
                  <a:cubicBezTo>
                    <a:pt x="538067" y="143447"/>
                    <a:pt x="507397" y="149923"/>
                    <a:pt x="507397" y="149923"/>
                  </a:cubicBezTo>
                  <a:lnTo>
                    <a:pt x="507397" y="25908"/>
                  </a:lnTo>
                  <a:close/>
                </a:path>
              </a:pathLst>
            </a:custGeom>
            <a:solidFill>
              <a:srgbClr val="FFFFFF"/>
            </a:solidFill>
            <a:ln w="9525" cap="flat">
              <a:noFill/>
              <a:prstDash val="solid"/>
              <a:miter/>
            </a:ln>
          </p:spPr>
          <p:txBody>
            <a:bodyPr rtlCol="0" anchor="ctr"/>
            <a:lstStyle/>
            <a:p>
              <a:endParaRPr lang="en-AU" sz="2400"/>
            </a:p>
          </p:txBody>
        </p:sp>
        <p:sp>
          <p:nvSpPr>
            <p:cNvPr id="9" name="TextBox 8">
              <a:extLst>
                <a:ext uri="{FF2B5EF4-FFF2-40B4-BE49-F238E27FC236}">
                  <a16:creationId xmlns:a16="http://schemas.microsoft.com/office/drawing/2014/main" id="{4C022F62-B967-ACD0-F1C1-4BCF678F8D51}"/>
                </a:ext>
              </a:extLst>
            </p:cNvPr>
            <p:cNvSpPr txBox="1"/>
            <p:nvPr userDrawn="1"/>
          </p:nvSpPr>
          <p:spPr>
            <a:xfrm>
              <a:off x="3544881" y="3521839"/>
              <a:ext cx="3398844" cy="1215044"/>
            </a:xfrm>
            <a:prstGeom prst="rect">
              <a:avLst/>
            </a:prstGeom>
            <a:noFill/>
          </p:spPr>
          <p:txBody>
            <a:bodyPr wrap="square">
              <a:spAutoFit/>
            </a:bodyPr>
            <a:lstStyle/>
            <a:p>
              <a:pPr>
                <a:lnSpc>
                  <a:spcPct val="120000"/>
                </a:lnSpc>
              </a:pPr>
              <a:r>
                <a:rPr lang="en-US" sz="1200">
                  <a:solidFill>
                    <a:schemeClr val="bg1"/>
                  </a:solidFill>
                  <a:latin typeface="Verdana" panose="020B0604030504040204" pitchFamily="34" charset="0"/>
                  <a:ea typeface="Verdana" panose="020B0604030504040204" pitchFamily="34" charset="0"/>
                </a:rPr>
                <a:t>Ascendion provides digital engineering services that power growth and deliver captivating experiences to consumers and employees. Our applied AI, engineering, cloud, data, experience design, and talent transformation capabilities accelerate innovation for Global 2000 clients. Headquartered in New Jersey, our workforce delivers solutions from around the globe. </a:t>
              </a:r>
            </a:p>
          </p:txBody>
        </p:sp>
      </p:grpSp>
      <p:sp>
        <p:nvSpPr>
          <p:cNvPr id="33" name="Google Shape;10;p2">
            <a:extLst>
              <a:ext uri="{FF2B5EF4-FFF2-40B4-BE49-F238E27FC236}">
                <a16:creationId xmlns:a16="http://schemas.microsoft.com/office/drawing/2014/main" id="{D543CF40-CA6C-AB12-3735-CF8AC652A545}"/>
              </a:ext>
            </a:extLst>
          </p:cNvPr>
          <p:cNvSpPr txBox="1">
            <a:spLocks noGrp="1"/>
          </p:cNvSpPr>
          <p:nvPr>
            <p:ph type="ctrTitle" hasCustomPrompt="1"/>
          </p:nvPr>
        </p:nvSpPr>
        <p:spPr>
          <a:xfrm>
            <a:off x="415611" y="4670137"/>
            <a:ext cx="3749989" cy="689187"/>
          </a:xfrm>
          <a:prstGeom prst="rect">
            <a:avLst/>
          </a:prstGeom>
        </p:spPr>
        <p:txBody>
          <a:bodyPr spcFirstLastPara="1" wrap="square" lIns="90000" tIns="90000" rIns="90000" bIns="36000" anchor="b" anchorCtr="0">
            <a:noAutofit/>
          </a:bodyPr>
          <a:lstStyle>
            <a:lvl1pPr lvl="0" algn="l">
              <a:spcBef>
                <a:spcPts val="0"/>
              </a:spcBef>
              <a:spcAft>
                <a:spcPts val="0"/>
              </a:spcAft>
              <a:buSzPts val="5200"/>
              <a:buNone/>
              <a:defRPr sz="3733" b="1">
                <a:solidFill>
                  <a:schemeClr val="bg1"/>
                </a:solidFill>
                <a:latin typeface="PP Neue Machina Plain Ultrabold" pitchFamily="50" charset="0"/>
              </a:defRPr>
            </a:lvl1pPr>
            <a:lvl2pPr lvl="1" algn="ctr">
              <a:spcBef>
                <a:spcPts val="0"/>
              </a:spcBef>
              <a:spcAft>
                <a:spcPts val="0"/>
              </a:spcAft>
              <a:buSzPts val="5200"/>
              <a:buNone/>
              <a:defRPr sz="6933"/>
            </a:lvl2pPr>
            <a:lvl3pPr lvl="2" algn="ctr">
              <a:spcBef>
                <a:spcPts val="0"/>
              </a:spcBef>
              <a:spcAft>
                <a:spcPts val="0"/>
              </a:spcAft>
              <a:buSzPts val="5200"/>
              <a:buNone/>
              <a:defRPr sz="6933"/>
            </a:lvl3pPr>
            <a:lvl4pPr lvl="3" algn="ctr">
              <a:spcBef>
                <a:spcPts val="0"/>
              </a:spcBef>
              <a:spcAft>
                <a:spcPts val="0"/>
              </a:spcAft>
              <a:buSzPts val="5200"/>
              <a:buNone/>
              <a:defRPr sz="6933"/>
            </a:lvl4pPr>
            <a:lvl5pPr lvl="4" algn="ctr">
              <a:spcBef>
                <a:spcPts val="0"/>
              </a:spcBef>
              <a:spcAft>
                <a:spcPts val="0"/>
              </a:spcAft>
              <a:buSzPts val="5200"/>
              <a:buNone/>
              <a:defRPr sz="6933"/>
            </a:lvl5pPr>
            <a:lvl6pPr lvl="5" algn="ctr">
              <a:spcBef>
                <a:spcPts val="0"/>
              </a:spcBef>
              <a:spcAft>
                <a:spcPts val="0"/>
              </a:spcAft>
              <a:buSzPts val="5200"/>
              <a:buNone/>
              <a:defRPr sz="6933"/>
            </a:lvl6pPr>
            <a:lvl7pPr lvl="6" algn="ctr">
              <a:spcBef>
                <a:spcPts val="0"/>
              </a:spcBef>
              <a:spcAft>
                <a:spcPts val="0"/>
              </a:spcAft>
              <a:buSzPts val="5200"/>
              <a:buNone/>
              <a:defRPr sz="6933"/>
            </a:lvl7pPr>
            <a:lvl8pPr lvl="7" algn="ctr">
              <a:spcBef>
                <a:spcPts val="0"/>
              </a:spcBef>
              <a:spcAft>
                <a:spcPts val="0"/>
              </a:spcAft>
              <a:buSzPts val="5200"/>
              <a:buNone/>
              <a:defRPr sz="6933"/>
            </a:lvl8pPr>
            <a:lvl9pPr lvl="8" algn="ctr">
              <a:spcBef>
                <a:spcPts val="0"/>
              </a:spcBef>
              <a:spcAft>
                <a:spcPts val="0"/>
              </a:spcAft>
              <a:buSzPts val="5200"/>
              <a:buNone/>
              <a:defRPr sz="6933"/>
            </a:lvl9pPr>
          </a:lstStyle>
          <a:p>
            <a:r>
              <a:rPr lang="en-IN"/>
              <a:t>Thank You</a:t>
            </a:r>
            <a:endParaRPr/>
          </a:p>
        </p:txBody>
      </p:sp>
      <p:sp>
        <p:nvSpPr>
          <p:cNvPr id="11" name="Picture Placeholder 2">
            <a:extLst>
              <a:ext uri="{FF2B5EF4-FFF2-40B4-BE49-F238E27FC236}">
                <a16:creationId xmlns:a16="http://schemas.microsoft.com/office/drawing/2014/main" id="{D2F337A4-198A-6BD9-9FCE-CF4ABECA365B}"/>
              </a:ext>
            </a:extLst>
          </p:cNvPr>
          <p:cNvSpPr>
            <a:spLocks noGrp="1"/>
          </p:cNvSpPr>
          <p:nvPr>
            <p:ph type="pic" sz="quarter" idx="13" hasCustomPrompt="1"/>
          </p:nvPr>
        </p:nvSpPr>
        <p:spPr>
          <a:xfrm>
            <a:off x="-9746" y="-1693"/>
            <a:ext cx="12201751" cy="4529944"/>
          </a:xfrm>
          <a:custGeom>
            <a:avLst/>
            <a:gdLst>
              <a:gd name="connsiteX0" fmla="*/ 0 w 9144000"/>
              <a:gd name="connsiteY0" fmla="*/ 0 h 4442826"/>
              <a:gd name="connsiteX1" fmla="*/ 9144000 w 9144000"/>
              <a:gd name="connsiteY1" fmla="*/ 0 h 4442826"/>
              <a:gd name="connsiteX2" fmla="*/ 9144000 w 9144000"/>
              <a:gd name="connsiteY2" fmla="*/ 4442826 h 4442826"/>
              <a:gd name="connsiteX3" fmla="*/ 0 w 9144000"/>
              <a:gd name="connsiteY3" fmla="*/ 4442826 h 4442826"/>
              <a:gd name="connsiteX4" fmla="*/ 0 w 9144000"/>
              <a:gd name="connsiteY4" fmla="*/ 0 h 4442826"/>
              <a:gd name="connsiteX0" fmla="*/ 0 w 9151620"/>
              <a:gd name="connsiteY0" fmla="*/ 0 h 4458066"/>
              <a:gd name="connsiteX1" fmla="*/ 9144000 w 9151620"/>
              <a:gd name="connsiteY1" fmla="*/ 0 h 4458066"/>
              <a:gd name="connsiteX2" fmla="*/ 9151620 w 9151620"/>
              <a:gd name="connsiteY2" fmla="*/ 4458066 h 4458066"/>
              <a:gd name="connsiteX3" fmla="*/ 0 w 9151620"/>
              <a:gd name="connsiteY3" fmla="*/ 4442826 h 4458066"/>
              <a:gd name="connsiteX4" fmla="*/ 0 w 9151620"/>
              <a:gd name="connsiteY4"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0 w 9151620"/>
              <a:gd name="connsiteY4" fmla="*/ 4442826 h 4458066"/>
              <a:gd name="connsiteX5" fmla="*/ 0 w 9151620"/>
              <a:gd name="connsiteY5"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7551420 w 9151620"/>
              <a:gd name="connsiteY4" fmla="*/ 4436111 h 4458066"/>
              <a:gd name="connsiteX5" fmla="*/ 0 w 9151620"/>
              <a:gd name="connsiteY5" fmla="*/ 4442826 h 4458066"/>
              <a:gd name="connsiteX6" fmla="*/ 0 w 9151620"/>
              <a:gd name="connsiteY6"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8282940 w 9151620"/>
              <a:gd name="connsiteY4" fmla="*/ 4436111 h 4458066"/>
              <a:gd name="connsiteX5" fmla="*/ 7551420 w 9151620"/>
              <a:gd name="connsiteY5" fmla="*/ 4436111 h 4458066"/>
              <a:gd name="connsiteX6" fmla="*/ 0 w 9151620"/>
              <a:gd name="connsiteY6" fmla="*/ 4442826 h 4458066"/>
              <a:gd name="connsiteX7" fmla="*/ 0 w 9151620"/>
              <a:gd name="connsiteY7"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8260080 w 9151620"/>
              <a:gd name="connsiteY4" fmla="*/ 4306571 h 4458066"/>
              <a:gd name="connsiteX5" fmla="*/ 7551420 w 9151620"/>
              <a:gd name="connsiteY5" fmla="*/ 4436111 h 4458066"/>
              <a:gd name="connsiteX6" fmla="*/ 0 w 9151620"/>
              <a:gd name="connsiteY6" fmla="*/ 4442826 h 4458066"/>
              <a:gd name="connsiteX7" fmla="*/ 0 w 9151620"/>
              <a:gd name="connsiteY7" fmla="*/ 0 h 4458066"/>
              <a:gd name="connsiteX0" fmla="*/ 0 w 9151620"/>
              <a:gd name="connsiteY0" fmla="*/ 0 h 4462781"/>
              <a:gd name="connsiteX1" fmla="*/ 9144000 w 9151620"/>
              <a:gd name="connsiteY1" fmla="*/ 0 h 4462781"/>
              <a:gd name="connsiteX2" fmla="*/ 9151620 w 9151620"/>
              <a:gd name="connsiteY2" fmla="*/ 4458066 h 4462781"/>
              <a:gd name="connsiteX3" fmla="*/ 8941594 w 9151620"/>
              <a:gd name="connsiteY3" fmla="*/ 4462781 h 4462781"/>
              <a:gd name="connsiteX4" fmla="*/ 8260080 w 9151620"/>
              <a:gd name="connsiteY4" fmla="*/ 4306571 h 4462781"/>
              <a:gd name="connsiteX5" fmla="*/ 7551420 w 9151620"/>
              <a:gd name="connsiteY5" fmla="*/ 4436111 h 4462781"/>
              <a:gd name="connsiteX6" fmla="*/ 0 w 9151620"/>
              <a:gd name="connsiteY6" fmla="*/ 4442826 h 4462781"/>
              <a:gd name="connsiteX7" fmla="*/ 0 w 9151620"/>
              <a:gd name="connsiteY7" fmla="*/ 0 h 4462781"/>
              <a:gd name="connsiteX0" fmla="*/ 0 w 9151620"/>
              <a:gd name="connsiteY0" fmla="*/ 0 h 4462781"/>
              <a:gd name="connsiteX1" fmla="*/ 9144000 w 9151620"/>
              <a:gd name="connsiteY1" fmla="*/ 0 h 4462781"/>
              <a:gd name="connsiteX2" fmla="*/ 9151620 w 9151620"/>
              <a:gd name="connsiteY2" fmla="*/ 4458066 h 4462781"/>
              <a:gd name="connsiteX3" fmla="*/ 8941594 w 9151620"/>
              <a:gd name="connsiteY3" fmla="*/ 4462781 h 4462781"/>
              <a:gd name="connsiteX4" fmla="*/ 8260080 w 9151620"/>
              <a:gd name="connsiteY4" fmla="*/ 4306571 h 4462781"/>
              <a:gd name="connsiteX5" fmla="*/ 7556182 w 9151620"/>
              <a:gd name="connsiteY5" fmla="*/ 4462304 h 4462781"/>
              <a:gd name="connsiteX6" fmla="*/ 0 w 9151620"/>
              <a:gd name="connsiteY6" fmla="*/ 4442826 h 4462781"/>
              <a:gd name="connsiteX7" fmla="*/ 0 w 9151620"/>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41594 w 9144476"/>
              <a:gd name="connsiteY3" fmla="*/ 4462781 h 4462781"/>
              <a:gd name="connsiteX4" fmla="*/ 8260080 w 9144476"/>
              <a:gd name="connsiteY4" fmla="*/ 4306571 h 4462781"/>
              <a:gd name="connsiteX5" fmla="*/ 7556182 w 9144476"/>
              <a:gd name="connsiteY5" fmla="*/ 4462304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41594 w 9144476"/>
              <a:gd name="connsiteY3" fmla="*/ 4462781 h 4462781"/>
              <a:gd name="connsiteX4" fmla="*/ 8260080 w 9144476"/>
              <a:gd name="connsiteY4" fmla="*/ 4306571 h 4462781"/>
              <a:gd name="connsiteX5" fmla="*/ 7541895 w 9144476"/>
              <a:gd name="connsiteY5" fmla="*/ 4452779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53500 w 9144476"/>
              <a:gd name="connsiteY3" fmla="*/ 4462781 h 4462781"/>
              <a:gd name="connsiteX4" fmla="*/ 8260080 w 9144476"/>
              <a:gd name="connsiteY4" fmla="*/ 4306571 h 4462781"/>
              <a:gd name="connsiteX5" fmla="*/ 7541895 w 9144476"/>
              <a:gd name="connsiteY5" fmla="*/ 4452779 h 4462781"/>
              <a:gd name="connsiteX6" fmla="*/ 0 w 9144476"/>
              <a:gd name="connsiteY6" fmla="*/ 4442826 h 4462781"/>
              <a:gd name="connsiteX7" fmla="*/ 0 w 9144476"/>
              <a:gd name="connsiteY7" fmla="*/ 0 h 4462781"/>
              <a:gd name="connsiteX0" fmla="*/ 0 w 9154001"/>
              <a:gd name="connsiteY0" fmla="*/ 0 h 4462781"/>
              <a:gd name="connsiteX1" fmla="*/ 9144000 w 9154001"/>
              <a:gd name="connsiteY1" fmla="*/ 0 h 4462781"/>
              <a:gd name="connsiteX2" fmla="*/ 9154001 w 9154001"/>
              <a:gd name="connsiteY2" fmla="*/ 3362691 h 4462781"/>
              <a:gd name="connsiteX3" fmla="*/ 8953500 w 9154001"/>
              <a:gd name="connsiteY3" fmla="*/ 4462781 h 4462781"/>
              <a:gd name="connsiteX4" fmla="*/ 8260080 w 9154001"/>
              <a:gd name="connsiteY4" fmla="*/ 4306571 h 4462781"/>
              <a:gd name="connsiteX5" fmla="*/ 7541895 w 9154001"/>
              <a:gd name="connsiteY5" fmla="*/ 4452779 h 4462781"/>
              <a:gd name="connsiteX6" fmla="*/ 0 w 9154001"/>
              <a:gd name="connsiteY6" fmla="*/ 4442826 h 4462781"/>
              <a:gd name="connsiteX7" fmla="*/ 0 w 9154001"/>
              <a:gd name="connsiteY7" fmla="*/ 0 h 4462781"/>
              <a:gd name="connsiteX0" fmla="*/ 0 w 9154001"/>
              <a:gd name="connsiteY0" fmla="*/ 0 h 4462781"/>
              <a:gd name="connsiteX1" fmla="*/ 9144000 w 9154001"/>
              <a:gd name="connsiteY1" fmla="*/ 0 h 4462781"/>
              <a:gd name="connsiteX2" fmla="*/ 9154001 w 9154001"/>
              <a:gd name="connsiteY2" fmla="*/ 3362691 h 4462781"/>
              <a:gd name="connsiteX3" fmla="*/ 8953500 w 9154001"/>
              <a:gd name="connsiteY3" fmla="*/ 4462781 h 4462781"/>
              <a:gd name="connsiteX4" fmla="*/ 8260080 w 9154001"/>
              <a:gd name="connsiteY4" fmla="*/ 4306571 h 4462781"/>
              <a:gd name="connsiteX5" fmla="*/ 7541895 w 9154001"/>
              <a:gd name="connsiteY5" fmla="*/ 4452779 h 4462781"/>
              <a:gd name="connsiteX6" fmla="*/ 9525 w 9154001"/>
              <a:gd name="connsiteY6" fmla="*/ 3376026 h 4462781"/>
              <a:gd name="connsiteX7" fmla="*/ 0 w 9154001"/>
              <a:gd name="connsiteY7" fmla="*/ 0 h 4462781"/>
              <a:gd name="connsiteX0" fmla="*/ 0 w 9154001"/>
              <a:gd name="connsiteY0" fmla="*/ 0 h 4452779"/>
              <a:gd name="connsiteX1" fmla="*/ 9144000 w 9154001"/>
              <a:gd name="connsiteY1" fmla="*/ 0 h 4452779"/>
              <a:gd name="connsiteX2" fmla="*/ 9154001 w 9154001"/>
              <a:gd name="connsiteY2" fmla="*/ 3362691 h 4452779"/>
              <a:gd name="connsiteX3" fmla="*/ 8858250 w 9154001"/>
              <a:gd name="connsiteY3" fmla="*/ 3395981 h 4452779"/>
              <a:gd name="connsiteX4" fmla="*/ 8260080 w 9154001"/>
              <a:gd name="connsiteY4" fmla="*/ 4306571 h 4452779"/>
              <a:gd name="connsiteX5" fmla="*/ 7541895 w 9154001"/>
              <a:gd name="connsiteY5" fmla="*/ 4452779 h 4452779"/>
              <a:gd name="connsiteX6" fmla="*/ 9525 w 9154001"/>
              <a:gd name="connsiteY6" fmla="*/ 3376026 h 4452779"/>
              <a:gd name="connsiteX7" fmla="*/ 0 w 9154001"/>
              <a:gd name="connsiteY7" fmla="*/ 0 h 4452779"/>
              <a:gd name="connsiteX0" fmla="*/ 0 w 9154001"/>
              <a:gd name="connsiteY0" fmla="*/ 0 h 4452779"/>
              <a:gd name="connsiteX1" fmla="*/ 9144000 w 9154001"/>
              <a:gd name="connsiteY1" fmla="*/ 0 h 4452779"/>
              <a:gd name="connsiteX2" fmla="*/ 9154001 w 9154001"/>
              <a:gd name="connsiteY2" fmla="*/ 3362691 h 4452779"/>
              <a:gd name="connsiteX3" fmla="*/ 8858250 w 9154001"/>
              <a:gd name="connsiteY3" fmla="*/ 3395981 h 4452779"/>
              <a:gd name="connsiteX4" fmla="*/ 8231505 w 9154001"/>
              <a:gd name="connsiteY4" fmla="*/ 3230246 h 4452779"/>
              <a:gd name="connsiteX5" fmla="*/ 7541895 w 9154001"/>
              <a:gd name="connsiteY5" fmla="*/ 4452779 h 4452779"/>
              <a:gd name="connsiteX6" fmla="*/ 9525 w 9154001"/>
              <a:gd name="connsiteY6" fmla="*/ 3376026 h 4452779"/>
              <a:gd name="connsiteX7" fmla="*/ 0 w 9154001"/>
              <a:gd name="connsiteY7" fmla="*/ 0 h 4452779"/>
              <a:gd name="connsiteX0" fmla="*/ 0 w 9154001"/>
              <a:gd name="connsiteY0" fmla="*/ 0 h 3395981"/>
              <a:gd name="connsiteX1" fmla="*/ 9144000 w 9154001"/>
              <a:gd name="connsiteY1" fmla="*/ 0 h 3395981"/>
              <a:gd name="connsiteX2" fmla="*/ 9154001 w 9154001"/>
              <a:gd name="connsiteY2" fmla="*/ 3362691 h 3395981"/>
              <a:gd name="connsiteX3" fmla="*/ 8858250 w 9154001"/>
              <a:gd name="connsiteY3" fmla="*/ 3395981 h 3395981"/>
              <a:gd name="connsiteX4" fmla="*/ 8231505 w 9154001"/>
              <a:gd name="connsiteY4" fmla="*/ 3230246 h 3395981"/>
              <a:gd name="connsiteX5" fmla="*/ 7627620 w 9154001"/>
              <a:gd name="connsiteY5" fmla="*/ 3366929 h 3395981"/>
              <a:gd name="connsiteX6" fmla="*/ 9525 w 9154001"/>
              <a:gd name="connsiteY6" fmla="*/ 3376026 h 3395981"/>
              <a:gd name="connsiteX7" fmla="*/ 0 w 9154001"/>
              <a:gd name="connsiteY7" fmla="*/ 0 h 3395981"/>
              <a:gd name="connsiteX0" fmla="*/ 0 w 9154001"/>
              <a:gd name="connsiteY0" fmla="*/ 0 h 3395981"/>
              <a:gd name="connsiteX1" fmla="*/ 9144000 w 9154001"/>
              <a:gd name="connsiteY1" fmla="*/ 0 h 3395981"/>
              <a:gd name="connsiteX2" fmla="*/ 9154001 w 9154001"/>
              <a:gd name="connsiteY2" fmla="*/ 3372216 h 3395981"/>
              <a:gd name="connsiteX3" fmla="*/ 8858250 w 9154001"/>
              <a:gd name="connsiteY3" fmla="*/ 3395981 h 3395981"/>
              <a:gd name="connsiteX4" fmla="*/ 8231505 w 9154001"/>
              <a:gd name="connsiteY4" fmla="*/ 3230246 h 3395981"/>
              <a:gd name="connsiteX5" fmla="*/ 7627620 w 9154001"/>
              <a:gd name="connsiteY5" fmla="*/ 3366929 h 3395981"/>
              <a:gd name="connsiteX6" fmla="*/ 9525 w 9154001"/>
              <a:gd name="connsiteY6" fmla="*/ 3376026 h 3395981"/>
              <a:gd name="connsiteX7" fmla="*/ 0 w 9154001"/>
              <a:gd name="connsiteY7" fmla="*/ 0 h 3395981"/>
              <a:gd name="connsiteX0" fmla="*/ 0 w 9144004"/>
              <a:gd name="connsiteY0" fmla="*/ 0 h 3395981"/>
              <a:gd name="connsiteX1" fmla="*/ 9144000 w 9144004"/>
              <a:gd name="connsiteY1" fmla="*/ 0 h 3395981"/>
              <a:gd name="connsiteX2" fmla="*/ 9139713 w 9144004"/>
              <a:gd name="connsiteY2" fmla="*/ 3372216 h 3395981"/>
              <a:gd name="connsiteX3" fmla="*/ 8858250 w 9144004"/>
              <a:gd name="connsiteY3" fmla="*/ 3395981 h 3395981"/>
              <a:gd name="connsiteX4" fmla="*/ 8231505 w 9144004"/>
              <a:gd name="connsiteY4" fmla="*/ 3230246 h 3395981"/>
              <a:gd name="connsiteX5" fmla="*/ 7627620 w 9144004"/>
              <a:gd name="connsiteY5" fmla="*/ 3366929 h 3395981"/>
              <a:gd name="connsiteX6" fmla="*/ 9525 w 9144004"/>
              <a:gd name="connsiteY6" fmla="*/ 3376026 h 3395981"/>
              <a:gd name="connsiteX7" fmla="*/ 0 w 9144004"/>
              <a:gd name="connsiteY7" fmla="*/ 0 h 3395981"/>
              <a:gd name="connsiteX0" fmla="*/ 0 w 9144004"/>
              <a:gd name="connsiteY0" fmla="*/ 0 h 3391219"/>
              <a:gd name="connsiteX1" fmla="*/ 9144000 w 9144004"/>
              <a:gd name="connsiteY1" fmla="*/ 0 h 3391219"/>
              <a:gd name="connsiteX2" fmla="*/ 9139713 w 9144004"/>
              <a:gd name="connsiteY2" fmla="*/ 3372216 h 3391219"/>
              <a:gd name="connsiteX3" fmla="*/ 8882062 w 9144004"/>
              <a:gd name="connsiteY3" fmla="*/ 3391219 h 3391219"/>
              <a:gd name="connsiteX4" fmla="*/ 8231505 w 9144004"/>
              <a:gd name="connsiteY4" fmla="*/ 3230246 h 3391219"/>
              <a:gd name="connsiteX5" fmla="*/ 7627620 w 9144004"/>
              <a:gd name="connsiteY5" fmla="*/ 3366929 h 3391219"/>
              <a:gd name="connsiteX6" fmla="*/ 9525 w 9144004"/>
              <a:gd name="connsiteY6" fmla="*/ 3376026 h 3391219"/>
              <a:gd name="connsiteX7" fmla="*/ 0 w 9144004"/>
              <a:gd name="connsiteY7" fmla="*/ 0 h 3391219"/>
              <a:gd name="connsiteX0" fmla="*/ 0 w 9144004"/>
              <a:gd name="connsiteY0" fmla="*/ 0 h 3395076"/>
              <a:gd name="connsiteX1" fmla="*/ 9144000 w 9144004"/>
              <a:gd name="connsiteY1" fmla="*/ 0 h 3395076"/>
              <a:gd name="connsiteX2" fmla="*/ 9139713 w 9144004"/>
              <a:gd name="connsiteY2" fmla="*/ 3372216 h 3395076"/>
              <a:gd name="connsiteX3" fmla="*/ 8882062 w 9144004"/>
              <a:gd name="connsiteY3" fmla="*/ 3391219 h 3395076"/>
              <a:gd name="connsiteX4" fmla="*/ 8231505 w 9144004"/>
              <a:gd name="connsiteY4" fmla="*/ 3230246 h 3395076"/>
              <a:gd name="connsiteX5" fmla="*/ 7627620 w 9144004"/>
              <a:gd name="connsiteY5" fmla="*/ 3366929 h 3395076"/>
              <a:gd name="connsiteX6" fmla="*/ 4763 w 9144004"/>
              <a:gd name="connsiteY6" fmla="*/ 3395076 h 3395076"/>
              <a:gd name="connsiteX7" fmla="*/ 0 w 9144004"/>
              <a:gd name="connsiteY7" fmla="*/ 0 h 3395076"/>
              <a:gd name="connsiteX0" fmla="*/ 0 w 9144004"/>
              <a:gd name="connsiteY0" fmla="*/ 0 h 3395504"/>
              <a:gd name="connsiteX1" fmla="*/ 9144000 w 9144004"/>
              <a:gd name="connsiteY1" fmla="*/ 0 h 3395504"/>
              <a:gd name="connsiteX2" fmla="*/ 9139713 w 9144004"/>
              <a:gd name="connsiteY2" fmla="*/ 3372216 h 3395504"/>
              <a:gd name="connsiteX3" fmla="*/ 8882062 w 9144004"/>
              <a:gd name="connsiteY3" fmla="*/ 3391219 h 3395504"/>
              <a:gd name="connsiteX4" fmla="*/ 8231505 w 9144004"/>
              <a:gd name="connsiteY4" fmla="*/ 3230246 h 3395504"/>
              <a:gd name="connsiteX5" fmla="*/ 7656195 w 9144004"/>
              <a:gd name="connsiteY5" fmla="*/ 3395504 h 3395504"/>
              <a:gd name="connsiteX6" fmla="*/ 4763 w 9144004"/>
              <a:gd name="connsiteY6" fmla="*/ 3395076 h 3395504"/>
              <a:gd name="connsiteX7" fmla="*/ 0 w 9144004"/>
              <a:gd name="connsiteY7" fmla="*/ 0 h 3395504"/>
              <a:gd name="connsiteX0" fmla="*/ 0 w 9144004"/>
              <a:gd name="connsiteY0" fmla="*/ 0 h 3395504"/>
              <a:gd name="connsiteX1" fmla="*/ 9144000 w 9144004"/>
              <a:gd name="connsiteY1" fmla="*/ 0 h 3395504"/>
              <a:gd name="connsiteX2" fmla="*/ 9139713 w 9144004"/>
              <a:gd name="connsiteY2" fmla="*/ 3372216 h 3395504"/>
              <a:gd name="connsiteX3" fmla="*/ 8882062 w 9144004"/>
              <a:gd name="connsiteY3" fmla="*/ 3391219 h 3395504"/>
              <a:gd name="connsiteX4" fmla="*/ 8233886 w 9144004"/>
              <a:gd name="connsiteY4" fmla="*/ 3239771 h 3395504"/>
              <a:gd name="connsiteX5" fmla="*/ 7656195 w 9144004"/>
              <a:gd name="connsiteY5" fmla="*/ 3395504 h 3395504"/>
              <a:gd name="connsiteX6" fmla="*/ 4763 w 9144004"/>
              <a:gd name="connsiteY6" fmla="*/ 3395076 h 3395504"/>
              <a:gd name="connsiteX7" fmla="*/ 0 w 9144004"/>
              <a:gd name="connsiteY7" fmla="*/ 0 h 3395504"/>
              <a:gd name="connsiteX0" fmla="*/ 7309 w 9151313"/>
              <a:gd name="connsiteY0" fmla="*/ 0 h 3397458"/>
              <a:gd name="connsiteX1" fmla="*/ 9151309 w 9151313"/>
              <a:gd name="connsiteY1" fmla="*/ 0 h 3397458"/>
              <a:gd name="connsiteX2" fmla="*/ 9147022 w 9151313"/>
              <a:gd name="connsiteY2" fmla="*/ 3372216 h 3397458"/>
              <a:gd name="connsiteX3" fmla="*/ 8889371 w 9151313"/>
              <a:gd name="connsiteY3" fmla="*/ 3391219 h 3397458"/>
              <a:gd name="connsiteX4" fmla="*/ 8241195 w 9151313"/>
              <a:gd name="connsiteY4" fmla="*/ 3239771 h 3397458"/>
              <a:gd name="connsiteX5" fmla="*/ 7663504 w 9151313"/>
              <a:gd name="connsiteY5" fmla="*/ 3395504 h 3397458"/>
              <a:gd name="connsiteX6" fmla="*/ 166 w 9151313"/>
              <a:gd name="connsiteY6" fmla="*/ 3397458 h 3397458"/>
              <a:gd name="connsiteX7" fmla="*/ 7309 w 9151313"/>
              <a:gd name="connsiteY7" fmla="*/ 0 h 3397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51313" h="3397458">
                <a:moveTo>
                  <a:pt x="7309" y="0"/>
                </a:moveTo>
                <a:lnTo>
                  <a:pt x="9151309" y="0"/>
                </a:lnTo>
                <a:cubicBezTo>
                  <a:pt x="9151468" y="1486022"/>
                  <a:pt x="9146863" y="1886194"/>
                  <a:pt x="9147022" y="3372216"/>
                </a:cubicBezTo>
                <a:lnTo>
                  <a:pt x="8889371" y="3391219"/>
                </a:lnTo>
                <a:lnTo>
                  <a:pt x="8241195" y="3239771"/>
                </a:lnTo>
                <a:lnTo>
                  <a:pt x="7663504" y="3395504"/>
                </a:lnTo>
                <a:lnTo>
                  <a:pt x="166" y="3397458"/>
                </a:lnTo>
                <a:cubicBezTo>
                  <a:pt x="-1422" y="2265766"/>
                  <a:pt x="8897" y="1131692"/>
                  <a:pt x="7309" y="0"/>
                </a:cubicBezTo>
                <a:close/>
              </a:path>
            </a:pathLst>
          </a:custGeom>
          <a:noFill/>
        </p:spPr>
        <p:txBody>
          <a:bodyPr/>
          <a:lstStyle>
            <a:lvl1pPr marL="152396" indent="0">
              <a:buNone/>
              <a:defRPr/>
            </a:lvl1pPr>
          </a:lstStyle>
          <a:p>
            <a:r>
              <a:rPr lang="en-IN"/>
              <a:t> </a:t>
            </a:r>
            <a:endParaRPr lang="en-AU"/>
          </a:p>
        </p:txBody>
      </p:sp>
    </p:spTree>
    <p:extLst>
      <p:ext uri="{BB962C8B-B14F-4D97-AF65-F5344CB8AC3E}">
        <p14:creationId xmlns:p14="http://schemas.microsoft.com/office/powerpoint/2010/main" val="1091893146"/>
      </p:ext>
    </p:extLst>
  </p:cSld>
  <p:clrMapOvr>
    <a:masterClrMapping/>
  </p:clrMapOvr>
  <p:extLst>
    <p:ext uri="{DCECCB84-F9BA-43D5-87BE-67443E8EF086}">
      <p15:sldGuideLst xmlns:p15="http://schemas.microsoft.com/office/powerpoint/2012/main">
        <p15:guide id="1" orient="horz" pos="2130">
          <p15:clr>
            <a:srgbClr val="FBAE40"/>
          </p15:clr>
        </p15:guide>
        <p15:guide id="2" pos="288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92662-CDB7-0D2F-E428-AED45F92F026}"/>
              </a:ext>
            </a:extLst>
          </p:cNvPr>
          <p:cNvSpPr>
            <a:spLocks noGrp="1"/>
          </p:cNvSpPr>
          <p:nvPr>
            <p:ph type="title" hasCustomPrompt="1"/>
          </p:nvPr>
        </p:nvSpPr>
        <p:spPr>
          <a:xfrm>
            <a:off x="515936" y="394087"/>
            <a:ext cx="10668000" cy="430887"/>
          </a:xfrm>
        </p:spPr>
        <p:txBody>
          <a:bodyPr>
            <a:spAutoFit/>
          </a:bodyPr>
          <a:lstStyle>
            <a:lvl1pPr>
              <a:defRPr sz="2800"/>
            </a:lvl1pPr>
          </a:lstStyle>
          <a:p>
            <a:r>
              <a:rPr lang="en-US"/>
              <a:t>Click To Edit Master Title Style</a:t>
            </a:r>
            <a:endParaRPr lang="en-AU"/>
          </a:p>
        </p:txBody>
      </p:sp>
    </p:spTree>
    <p:extLst>
      <p:ext uri="{BB962C8B-B14F-4D97-AF65-F5344CB8AC3E}">
        <p14:creationId xmlns:p14="http://schemas.microsoft.com/office/powerpoint/2010/main" val="28937291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 - Case Study Template - Ligh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A6A9094-A25C-C476-ADF7-5818D23514A1}"/>
              </a:ext>
            </a:extLst>
          </p:cNvPr>
          <p:cNvSpPr/>
          <p:nvPr userDrawn="1"/>
        </p:nvSpPr>
        <p:spPr>
          <a:xfrm>
            <a:off x="0" y="2813116"/>
            <a:ext cx="2071688" cy="3574984"/>
          </a:xfrm>
          <a:prstGeom prst="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de-DE" sz="1400" b="0" i="0">
              <a:latin typeface="Aptos" panose="020B0004020202020204" pitchFamily="34" charset="0"/>
            </a:endParaRPr>
          </a:p>
        </p:txBody>
      </p:sp>
      <p:sp>
        <p:nvSpPr>
          <p:cNvPr id="3" name="Rectangle 2">
            <a:extLst>
              <a:ext uri="{FF2B5EF4-FFF2-40B4-BE49-F238E27FC236}">
                <a16:creationId xmlns:a16="http://schemas.microsoft.com/office/drawing/2014/main" id="{8FC091E0-9FAF-4FE5-D106-FA3E43B76942}"/>
              </a:ext>
            </a:extLst>
          </p:cNvPr>
          <p:cNvSpPr/>
          <p:nvPr userDrawn="1"/>
        </p:nvSpPr>
        <p:spPr>
          <a:xfrm>
            <a:off x="2071688" y="1625370"/>
            <a:ext cx="10120312" cy="6161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400" b="0" i="0">
              <a:solidFill>
                <a:schemeClr val="bg1"/>
              </a:solidFill>
              <a:latin typeface="Aptos" panose="020B0004020202020204" pitchFamily="34" charset="0"/>
            </a:endParaRPr>
          </a:p>
        </p:txBody>
      </p:sp>
      <p:sp>
        <p:nvSpPr>
          <p:cNvPr id="13" name="Picture Placeholder 12">
            <a:extLst>
              <a:ext uri="{FF2B5EF4-FFF2-40B4-BE49-F238E27FC236}">
                <a16:creationId xmlns:a16="http://schemas.microsoft.com/office/drawing/2014/main" id="{6D9BE2CB-078E-195D-BC0F-19DCEDE5A835}"/>
              </a:ext>
            </a:extLst>
          </p:cNvPr>
          <p:cNvSpPr>
            <a:spLocks noGrp="1"/>
          </p:cNvSpPr>
          <p:nvPr>
            <p:ph type="pic" sz="quarter" idx="10"/>
          </p:nvPr>
        </p:nvSpPr>
        <p:spPr>
          <a:xfrm>
            <a:off x="0" y="1"/>
            <a:ext cx="2071688" cy="2813116"/>
          </a:xfrm>
          <a:prstGeom prst="rect">
            <a:avLst/>
          </a:prstGeom>
          <a:solidFill>
            <a:schemeClr val="bg2">
              <a:lumMod val="20000"/>
              <a:lumOff val="80000"/>
            </a:schemeClr>
          </a:solidFill>
        </p:spPr>
        <p:txBody>
          <a:bodyPr wrap="square" anchor="ctr">
            <a:noAutofit/>
          </a:bodyPr>
          <a:lstStyle>
            <a:lvl1pPr marL="0" indent="0" algn="ctr">
              <a:buNone/>
              <a:defRPr b="0" i="0">
                <a:latin typeface="Aptos" panose="020B0004020202020204" pitchFamily="34" charset="0"/>
              </a:defRPr>
            </a:lvl1pPr>
          </a:lstStyle>
          <a:p>
            <a:r>
              <a:rPr lang="en-GB"/>
              <a:t>Click icon to add picture</a:t>
            </a:r>
            <a:endParaRPr lang="de-DE"/>
          </a:p>
        </p:txBody>
      </p:sp>
      <p:sp>
        <p:nvSpPr>
          <p:cNvPr id="18" name="Content Placeholder 2">
            <a:extLst>
              <a:ext uri="{FF2B5EF4-FFF2-40B4-BE49-F238E27FC236}">
                <a16:creationId xmlns:a16="http://schemas.microsoft.com/office/drawing/2014/main" id="{1E8C6222-4482-5FB1-2AE4-5A8F512E1392}"/>
              </a:ext>
            </a:extLst>
          </p:cNvPr>
          <p:cNvSpPr>
            <a:spLocks noGrp="1"/>
          </p:cNvSpPr>
          <p:nvPr>
            <p:ph sz="half" idx="28"/>
          </p:nvPr>
        </p:nvSpPr>
        <p:spPr>
          <a:xfrm>
            <a:off x="2153085" y="2362985"/>
            <a:ext cx="2859217" cy="3868483"/>
          </a:xfrm>
        </p:spPr>
        <p:txBody>
          <a:bodyPr wrap="square">
            <a:normAutofit/>
          </a:bodyPr>
          <a:lstStyle>
            <a:lvl1pPr>
              <a:defRPr sz="1400" b="0" i="0">
                <a:solidFill>
                  <a:schemeClr val="tx1"/>
                </a:solidFill>
                <a:latin typeface="Aptos" panose="020B0004020202020204" pitchFamily="34" charset="0"/>
                <a:cs typeface="Aptos" panose="020B0004020202020204" pitchFamily="34" charset="0"/>
              </a:defRPr>
            </a:lvl1pPr>
            <a:lvl2pPr>
              <a:defRPr sz="1400" b="0" i="0">
                <a:solidFill>
                  <a:schemeClr val="tx1"/>
                </a:solidFill>
                <a:latin typeface="Aptos" panose="020B0004020202020204" pitchFamily="34" charset="0"/>
                <a:cs typeface="Aptos" panose="020B0004020202020204" pitchFamily="34" charset="0"/>
              </a:defRPr>
            </a:lvl2pPr>
            <a:lvl3pPr>
              <a:defRPr b="0" i="0">
                <a:solidFill>
                  <a:schemeClr val="tx1"/>
                </a:solidFill>
                <a:latin typeface="Aptos" panose="020B0004020202020204" pitchFamily="34" charset="0"/>
                <a:cs typeface="Aptos" panose="020B000402020202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GB"/>
              <a:t>Click to edit Master text styles</a:t>
            </a:r>
          </a:p>
          <a:p>
            <a:pPr lvl="1"/>
            <a:r>
              <a:rPr lang="en-GB"/>
              <a:t>Second level</a:t>
            </a:r>
          </a:p>
        </p:txBody>
      </p:sp>
      <p:sp>
        <p:nvSpPr>
          <p:cNvPr id="21" name="Text Placeholder 20">
            <a:extLst>
              <a:ext uri="{FF2B5EF4-FFF2-40B4-BE49-F238E27FC236}">
                <a16:creationId xmlns:a16="http://schemas.microsoft.com/office/drawing/2014/main" id="{3ABF10A2-C9DA-5DAE-C7DB-0602BB4D5EE0}"/>
              </a:ext>
            </a:extLst>
          </p:cNvPr>
          <p:cNvSpPr>
            <a:spLocks noGrp="1"/>
          </p:cNvSpPr>
          <p:nvPr>
            <p:ph type="body" sz="quarter" idx="30"/>
          </p:nvPr>
        </p:nvSpPr>
        <p:spPr>
          <a:xfrm>
            <a:off x="139492" y="4637127"/>
            <a:ext cx="1724025" cy="350647"/>
          </a:xfrm>
        </p:spPr>
        <p:txBody>
          <a:bodyPr wrap="square">
            <a:normAutofit/>
          </a:bodyPr>
          <a:lstStyle>
            <a:lvl1pPr marL="0" indent="0">
              <a:buNone/>
              <a:defRPr sz="1200" b="0" i="0">
                <a:solidFill>
                  <a:schemeClr val="bg1"/>
                </a:solidFill>
                <a:latin typeface="Aptos" panose="020B0004020202020204" pitchFamily="34" charset="0"/>
              </a:defRPr>
            </a:lvl1pPr>
          </a:lstStyle>
          <a:p>
            <a:pPr lvl="0"/>
            <a:r>
              <a:rPr lang="en-GB"/>
              <a:t>Click to edit Master text styles</a:t>
            </a:r>
          </a:p>
        </p:txBody>
      </p:sp>
      <p:sp>
        <p:nvSpPr>
          <p:cNvPr id="28" name="TextBox 27">
            <a:extLst>
              <a:ext uri="{FF2B5EF4-FFF2-40B4-BE49-F238E27FC236}">
                <a16:creationId xmlns:a16="http://schemas.microsoft.com/office/drawing/2014/main" id="{5B26B514-4B29-D25C-E426-090F0CCDED2B}"/>
              </a:ext>
            </a:extLst>
          </p:cNvPr>
          <p:cNvSpPr txBox="1"/>
          <p:nvPr userDrawn="1"/>
        </p:nvSpPr>
        <p:spPr>
          <a:xfrm>
            <a:off x="139492" y="4423027"/>
            <a:ext cx="1250067" cy="184666"/>
          </a:xfrm>
          <a:prstGeom prst="rect">
            <a:avLst/>
          </a:prstGeom>
          <a:noFill/>
        </p:spPr>
        <p:txBody>
          <a:bodyPr wrap="square" lIns="0" tIns="0" rIns="0" bIns="0">
            <a:spAutoFit/>
          </a:bodyPr>
          <a:lstStyle/>
          <a:p>
            <a:pPr algn="l"/>
            <a:r>
              <a:rPr lang="en-US" sz="1200" b="1" i="0">
                <a:solidFill>
                  <a:schemeClr val="bg1"/>
                </a:solidFill>
                <a:latin typeface="Verdana" panose="020B0604030504040204" pitchFamily="34" charset="0"/>
                <a:ea typeface="Verdana" panose="020B0604030504040204" pitchFamily="34" charset="0"/>
                <a:cs typeface="Verdana" panose="020B0604030504040204" pitchFamily="34" charset="0"/>
              </a:rPr>
              <a:t>Industry:</a:t>
            </a:r>
          </a:p>
        </p:txBody>
      </p:sp>
      <p:sp>
        <p:nvSpPr>
          <p:cNvPr id="29" name="TextBox 28">
            <a:extLst>
              <a:ext uri="{FF2B5EF4-FFF2-40B4-BE49-F238E27FC236}">
                <a16:creationId xmlns:a16="http://schemas.microsoft.com/office/drawing/2014/main" id="{457D9ADA-1122-CD1D-3A8A-07F0E1EEE9EB}"/>
              </a:ext>
            </a:extLst>
          </p:cNvPr>
          <p:cNvSpPr txBox="1"/>
          <p:nvPr userDrawn="1"/>
        </p:nvSpPr>
        <p:spPr>
          <a:xfrm>
            <a:off x="139492" y="5027517"/>
            <a:ext cx="1827567" cy="184666"/>
          </a:xfrm>
          <a:prstGeom prst="rect">
            <a:avLst/>
          </a:prstGeom>
          <a:noFill/>
        </p:spPr>
        <p:txBody>
          <a:bodyPr wrap="square" lIns="0" tIns="0" rIns="0" bIns="0">
            <a:spAutoFit/>
          </a:bodyPr>
          <a:lstStyle/>
          <a:p>
            <a:pPr algn="l"/>
            <a:r>
              <a:rPr lang="en-US" sz="1200" b="1" i="0">
                <a:solidFill>
                  <a:schemeClr val="bg1"/>
                </a:solidFill>
                <a:latin typeface="Verdana" panose="020B0604030504040204" pitchFamily="34" charset="0"/>
                <a:ea typeface="Verdana" panose="020B0604030504040204" pitchFamily="34" charset="0"/>
                <a:cs typeface="Verdana" panose="020B0604030504040204" pitchFamily="34" charset="0"/>
              </a:rPr>
              <a:t>Core Business:</a:t>
            </a:r>
          </a:p>
        </p:txBody>
      </p:sp>
      <p:sp>
        <p:nvSpPr>
          <p:cNvPr id="33" name="TextBox 32">
            <a:extLst>
              <a:ext uri="{FF2B5EF4-FFF2-40B4-BE49-F238E27FC236}">
                <a16:creationId xmlns:a16="http://schemas.microsoft.com/office/drawing/2014/main" id="{63B28BD4-B927-D5D7-3E8E-3B8E9CDB9CE1}"/>
              </a:ext>
            </a:extLst>
          </p:cNvPr>
          <p:cNvSpPr txBox="1"/>
          <p:nvPr userDrawn="1"/>
        </p:nvSpPr>
        <p:spPr>
          <a:xfrm>
            <a:off x="2267385" y="1799321"/>
            <a:ext cx="2160356" cy="246221"/>
          </a:xfrm>
          <a:prstGeom prst="rect">
            <a:avLst/>
          </a:prstGeom>
          <a:noFill/>
        </p:spPr>
        <p:txBody>
          <a:bodyPr wrap="square" lIns="0" tIns="0" rIns="0" bIns="0" anchor="ctr">
            <a:spAutoFit/>
          </a:bodyPr>
          <a:lstStyle/>
          <a:p>
            <a:pPr algn="l"/>
            <a:r>
              <a:rPr lang="en-US" sz="1600" b="1">
                <a:solidFill>
                  <a:schemeClr val="bg1"/>
                </a:solidFill>
                <a:latin typeface="Verdana" panose="020B0604030504040204" pitchFamily="34" charset="0"/>
                <a:ea typeface="Verdana" panose="020B0604030504040204" pitchFamily="34" charset="0"/>
                <a:cs typeface="Verdana" panose="020B0604030504040204" pitchFamily="34" charset="0"/>
              </a:rPr>
              <a:t>Business Problem</a:t>
            </a:r>
          </a:p>
        </p:txBody>
      </p:sp>
      <p:sp>
        <p:nvSpPr>
          <p:cNvPr id="34" name="TextBox 33">
            <a:extLst>
              <a:ext uri="{FF2B5EF4-FFF2-40B4-BE49-F238E27FC236}">
                <a16:creationId xmlns:a16="http://schemas.microsoft.com/office/drawing/2014/main" id="{422F0849-857F-20D1-6423-0570268546AD}"/>
              </a:ext>
            </a:extLst>
          </p:cNvPr>
          <p:cNvSpPr txBox="1"/>
          <p:nvPr userDrawn="1"/>
        </p:nvSpPr>
        <p:spPr>
          <a:xfrm>
            <a:off x="5209534" y="1799322"/>
            <a:ext cx="2524766" cy="246221"/>
          </a:xfrm>
          <a:prstGeom prst="rect">
            <a:avLst/>
          </a:prstGeom>
          <a:noFill/>
        </p:spPr>
        <p:txBody>
          <a:bodyPr wrap="square" lIns="0" tIns="0" rIns="0" bIns="0" anchor="ctr">
            <a:spAutoFit/>
          </a:bodyPr>
          <a:lstStyle/>
          <a:p>
            <a:pPr algn="l"/>
            <a:r>
              <a:rPr lang="en-US" sz="1600" b="1">
                <a:solidFill>
                  <a:schemeClr val="bg1"/>
                </a:solidFill>
                <a:latin typeface="Verdana" panose="020B0604030504040204" pitchFamily="34" charset="0"/>
                <a:ea typeface="Verdana" panose="020B0604030504040204" pitchFamily="34" charset="0"/>
                <a:cs typeface="Verdana" panose="020B0604030504040204" pitchFamily="34" charset="0"/>
              </a:rPr>
              <a:t>Ascendion Solution</a:t>
            </a:r>
          </a:p>
        </p:txBody>
      </p:sp>
      <p:grpSp>
        <p:nvGrpSpPr>
          <p:cNvPr id="14" name="Group 13">
            <a:extLst>
              <a:ext uri="{FF2B5EF4-FFF2-40B4-BE49-F238E27FC236}">
                <a16:creationId xmlns:a16="http://schemas.microsoft.com/office/drawing/2014/main" id="{4C0A1CE8-E014-EA9F-C34B-BE5A8E282ECC}"/>
              </a:ext>
            </a:extLst>
          </p:cNvPr>
          <p:cNvGrpSpPr/>
          <p:nvPr userDrawn="1"/>
        </p:nvGrpSpPr>
        <p:grpSpPr>
          <a:xfrm>
            <a:off x="5082023" y="1737765"/>
            <a:ext cx="3879816" cy="385584"/>
            <a:chOff x="5082023" y="1737765"/>
            <a:chExt cx="3879816" cy="385584"/>
          </a:xfrm>
        </p:grpSpPr>
        <p:cxnSp>
          <p:nvCxnSpPr>
            <p:cNvPr id="20" name="Straight Connector 19">
              <a:extLst>
                <a:ext uri="{FF2B5EF4-FFF2-40B4-BE49-F238E27FC236}">
                  <a16:creationId xmlns:a16="http://schemas.microsoft.com/office/drawing/2014/main" id="{8F52324D-44E9-7A47-42C3-953653BD00DF}"/>
                </a:ext>
              </a:extLst>
            </p:cNvPr>
            <p:cNvCxnSpPr>
              <a:cxnSpLocks/>
            </p:cNvCxnSpPr>
            <p:nvPr userDrawn="1"/>
          </p:nvCxnSpPr>
          <p:spPr>
            <a:xfrm>
              <a:off x="8961839" y="1737765"/>
              <a:ext cx="0" cy="38558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DE24740-BF49-13A2-D93B-760FA193E090}"/>
                </a:ext>
              </a:extLst>
            </p:cNvPr>
            <p:cNvCxnSpPr>
              <a:cxnSpLocks/>
            </p:cNvCxnSpPr>
            <p:nvPr userDrawn="1"/>
          </p:nvCxnSpPr>
          <p:spPr>
            <a:xfrm>
              <a:off x="5082023" y="1737765"/>
              <a:ext cx="0" cy="38558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 name="Content Placeholder 2">
            <a:extLst>
              <a:ext uri="{FF2B5EF4-FFF2-40B4-BE49-F238E27FC236}">
                <a16:creationId xmlns:a16="http://schemas.microsoft.com/office/drawing/2014/main" id="{6FE8FD2C-FFE2-E8F7-2153-D79EBD4A283A}"/>
              </a:ext>
            </a:extLst>
          </p:cNvPr>
          <p:cNvSpPr>
            <a:spLocks noGrp="1"/>
          </p:cNvSpPr>
          <p:nvPr>
            <p:ph sz="half" idx="32"/>
          </p:nvPr>
        </p:nvSpPr>
        <p:spPr>
          <a:xfrm>
            <a:off x="5184134" y="2362985"/>
            <a:ext cx="3693166" cy="3868483"/>
          </a:xfrm>
        </p:spPr>
        <p:txBody>
          <a:bodyPr wrap="square">
            <a:normAutofit/>
          </a:bodyPr>
          <a:lstStyle>
            <a:lvl1pPr>
              <a:defRPr sz="1400" b="0" i="0">
                <a:solidFill>
                  <a:schemeClr val="tx1"/>
                </a:solidFill>
                <a:latin typeface="Aptos" panose="020B0004020202020204" pitchFamily="34" charset="0"/>
                <a:cs typeface="Aptos" panose="020B0004020202020204" pitchFamily="34" charset="0"/>
              </a:defRPr>
            </a:lvl1pPr>
            <a:lvl2pPr>
              <a:defRPr sz="1400" b="0" i="0">
                <a:solidFill>
                  <a:schemeClr val="tx1"/>
                </a:solidFill>
                <a:latin typeface="Aptos" panose="020B0004020202020204" pitchFamily="34" charset="0"/>
                <a:cs typeface="Aptos" panose="020B0004020202020204" pitchFamily="34" charset="0"/>
              </a:defRPr>
            </a:lvl2pPr>
            <a:lvl3pPr>
              <a:defRPr b="0" i="0">
                <a:solidFill>
                  <a:schemeClr val="tx1"/>
                </a:solidFill>
                <a:latin typeface="Aptos" panose="020B0004020202020204" pitchFamily="34" charset="0"/>
                <a:cs typeface="Aptos" panose="020B000402020202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GB"/>
              <a:t>Click to edit Master text styles</a:t>
            </a:r>
          </a:p>
          <a:p>
            <a:pPr lvl="1"/>
            <a:r>
              <a:rPr lang="en-GB"/>
              <a:t>Second level</a:t>
            </a:r>
          </a:p>
        </p:txBody>
      </p:sp>
      <p:sp>
        <p:nvSpPr>
          <p:cNvPr id="5" name="Content Placeholder 2">
            <a:extLst>
              <a:ext uri="{FF2B5EF4-FFF2-40B4-BE49-F238E27FC236}">
                <a16:creationId xmlns:a16="http://schemas.microsoft.com/office/drawing/2014/main" id="{4943A43A-EBDD-8F84-F264-07442277D8F0}"/>
              </a:ext>
            </a:extLst>
          </p:cNvPr>
          <p:cNvSpPr>
            <a:spLocks noGrp="1"/>
          </p:cNvSpPr>
          <p:nvPr>
            <p:ph sz="half" idx="33"/>
          </p:nvPr>
        </p:nvSpPr>
        <p:spPr>
          <a:xfrm>
            <a:off x="9091483" y="2362985"/>
            <a:ext cx="2859217" cy="3868483"/>
          </a:xfrm>
        </p:spPr>
        <p:txBody>
          <a:bodyPr wrap="square">
            <a:normAutofit/>
          </a:bodyPr>
          <a:lstStyle>
            <a:lvl1pPr>
              <a:defRPr sz="1400" b="0" i="0">
                <a:solidFill>
                  <a:schemeClr val="tx1"/>
                </a:solidFill>
                <a:latin typeface="Aptos" panose="020B0004020202020204" pitchFamily="34" charset="0"/>
                <a:cs typeface="Aptos" panose="020B0004020202020204" pitchFamily="34" charset="0"/>
              </a:defRPr>
            </a:lvl1pPr>
            <a:lvl2pPr>
              <a:defRPr sz="1400" b="0" i="0">
                <a:solidFill>
                  <a:schemeClr val="tx1"/>
                </a:solidFill>
                <a:latin typeface="Aptos" panose="020B0004020202020204" pitchFamily="34" charset="0"/>
                <a:cs typeface="Aptos" panose="020B0004020202020204" pitchFamily="34" charset="0"/>
              </a:defRPr>
            </a:lvl2pPr>
            <a:lvl3pPr>
              <a:defRPr b="0" i="0">
                <a:solidFill>
                  <a:schemeClr val="tx1"/>
                </a:solidFill>
                <a:latin typeface="Aptos" panose="020B0004020202020204" pitchFamily="34" charset="0"/>
                <a:cs typeface="Aptos" panose="020B000402020202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GB"/>
              <a:t>Click to edit Master text styles</a:t>
            </a:r>
          </a:p>
          <a:p>
            <a:pPr lvl="1"/>
            <a:r>
              <a:rPr lang="en-GB"/>
              <a:t>Second level</a:t>
            </a:r>
          </a:p>
        </p:txBody>
      </p:sp>
      <p:sp>
        <p:nvSpPr>
          <p:cNvPr id="15" name="TextBox 14">
            <a:extLst>
              <a:ext uri="{FF2B5EF4-FFF2-40B4-BE49-F238E27FC236}">
                <a16:creationId xmlns:a16="http://schemas.microsoft.com/office/drawing/2014/main" id="{B73689D8-C9B4-2D34-07F0-DB463189E114}"/>
              </a:ext>
            </a:extLst>
          </p:cNvPr>
          <p:cNvSpPr txBox="1"/>
          <p:nvPr userDrawn="1"/>
        </p:nvSpPr>
        <p:spPr>
          <a:xfrm>
            <a:off x="9434383" y="1799321"/>
            <a:ext cx="2074091" cy="246221"/>
          </a:xfrm>
          <a:prstGeom prst="rect">
            <a:avLst/>
          </a:prstGeom>
          <a:noFill/>
        </p:spPr>
        <p:txBody>
          <a:bodyPr wrap="square" lIns="0" tIns="0" rIns="0" bIns="0" anchor="ctr">
            <a:spAutoFit/>
          </a:bodyPr>
          <a:lstStyle/>
          <a:p>
            <a:pPr algn="l"/>
            <a:r>
              <a:rPr lang="en-US" sz="1600" b="1">
                <a:solidFill>
                  <a:schemeClr val="bg1"/>
                </a:solidFill>
                <a:latin typeface="Verdana" panose="020B0604030504040204" pitchFamily="34" charset="0"/>
                <a:ea typeface="Verdana" panose="020B0604030504040204" pitchFamily="34" charset="0"/>
                <a:cs typeface="Verdana" panose="020B0604030504040204" pitchFamily="34" charset="0"/>
              </a:rPr>
              <a:t>Client </a:t>
            </a:r>
            <a:r>
              <a:rPr lang="en-US" sz="1600" b="1" err="1">
                <a:solidFill>
                  <a:schemeClr val="bg1"/>
                </a:solidFill>
                <a:latin typeface="Verdana" panose="020B0604030504040204" pitchFamily="34" charset="0"/>
                <a:ea typeface="Verdana" panose="020B0604030504040204" pitchFamily="34" charset="0"/>
                <a:cs typeface="Verdana" panose="020B0604030504040204" pitchFamily="34" charset="0"/>
              </a:rPr>
              <a:t>Benifits</a:t>
            </a:r>
            <a:endParaRPr lang="en-US" sz="1600" b="1">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16" name="TextBox 15">
            <a:extLst>
              <a:ext uri="{FF2B5EF4-FFF2-40B4-BE49-F238E27FC236}">
                <a16:creationId xmlns:a16="http://schemas.microsoft.com/office/drawing/2014/main" id="{5E5B966B-1280-A9DA-8598-2560A332500B}"/>
              </a:ext>
            </a:extLst>
          </p:cNvPr>
          <p:cNvSpPr txBox="1"/>
          <p:nvPr userDrawn="1"/>
        </p:nvSpPr>
        <p:spPr>
          <a:xfrm>
            <a:off x="139492" y="5662523"/>
            <a:ext cx="1827567" cy="184666"/>
          </a:xfrm>
          <a:prstGeom prst="rect">
            <a:avLst/>
          </a:prstGeom>
          <a:noFill/>
        </p:spPr>
        <p:txBody>
          <a:bodyPr wrap="square" lIns="0" tIns="0" rIns="0" bIns="0">
            <a:spAutoFit/>
          </a:bodyPr>
          <a:lstStyle/>
          <a:p>
            <a:pPr algn="l"/>
            <a:r>
              <a:rPr lang="en-US" sz="1200" b="1" i="0">
                <a:solidFill>
                  <a:schemeClr val="bg1"/>
                </a:solidFill>
                <a:latin typeface="Verdana" panose="020B0604030504040204" pitchFamily="34" charset="0"/>
                <a:ea typeface="Verdana" panose="020B0604030504040204" pitchFamily="34" charset="0"/>
                <a:cs typeface="Verdana" panose="020B0604030504040204" pitchFamily="34" charset="0"/>
              </a:rPr>
              <a:t>Geo:</a:t>
            </a:r>
          </a:p>
        </p:txBody>
      </p:sp>
      <p:sp>
        <p:nvSpPr>
          <p:cNvPr id="24" name="Text Placeholder 20">
            <a:extLst>
              <a:ext uri="{FF2B5EF4-FFF2-40B4-BE49-F238E27FC236}">
                <a16:creationId xmlns:a16="http://schemas.microsoft.com/office/drawing/2014/main" id="{3B36562D-95D3-D0A4-CCA6-FA7F6904A36A}"/>
              </a:ext>
            </a:extLst>
          </p:cNvPr>
          <p:cNvSpPr>
            <a:spLocks noGrp="1"/>
          </p:cNvSpPr>
          <p:nvPr>
            <p:ph type="body" sz="quarter" idx="36"/>
          </p:nvPr>
        </p:nvSpPr>
        <p:spPr>
          <a:xfrm>
            <a:off x="139492" y="5253750"/>
            <a:ext cx="1724025" cy="350647"/>
          </a:xfrm>
        </p:spPr>
        <p:txBody>
          <a:bodyPr wrap="square">
            <a:normAutofit/>
          </a:bodyPr>
          <a:lstStyle>
            <a:lvl1pPr marL="0" indent="0">
              <a:buNone/>
              <a:defRPr sz="1200" b="0" i="0">
                <a:solidFill>
                  <a:schemeClr val="bg1"/>
                </a:solidFill>
                <a:latin typeface="Aptos" panose="020B0004020202020204" pitchFamily="34" charset="0"/>
              </a:defRPr>
            </a:lvl1pPr>
          </a:lstStyle>
          <a:p>
            <a:pPr lvl="0"/>
            <a:r>
              <a:rPr lang="en-GB"/>
              <a:t>Click to edit Master text styles</a:t>
            </a:r>
          </a:p>
        </p:txBody>
      </p:sp>
      <p:sp>
        <p:nvSpPr>
          <p:cNvPr id="25" name="Text Placeholder 20">
            <a:extLst>
              <a:ext uri="{FF2B5EF4-FFF2-40B4-BE49-F238E27FC236}">
                <a16:creationId xmlns:a16="http://schemas.microsoft.com/office/drawing/2014/main" id="{5979479E-8C44-825E-CA22-2ECE22F9D655}"/>
              </a:ext>
            </a:extLst>
          </p:cNvPr>
          <p:cNvSpPr>
            <a:spLocks noGrp="1"/>
          </p:cNvSpPr>
          <p:nvPr>
            <p:ph type="body" sz="quarter" idx="37"/>
          </p:nvPr>
        </p:nvSpPr>
        <p:spPr>
          <a:xfrm>
            <a:off x="139492" y="5897753"/>
            <a:ext cx="1724025" cy="350647"/>
          </a:xfrm>
        </p:spPr>
        <p:txBody>
          <a:bodyPr wrap="square">
            <a:normAutofit/>
          </a:bodyPr>
          <a:lstStyle>
            <a:lvl1pPr marL="0" indent="0">
              <a:buNone/>
              <a:defRPr sz="1200" b="0" i="0">
                <a:solidFill>
                  <a:schemeClr val="bg1"/>
                </a:solidFill>
                <a:latin typeface="Aptos" panose="020B0004020202020204" pitchFamily="34" charset="0"/>
              </a:defRPr>
            </a:lvl1pPr>
          </a:lstStyle>
          <a:p>
            <a:pPr lvl="0"/>
            <a:r>
              <a:rPr lang="en-GB"/>
              <a:t>Click to edit Master text styles</a:t>
            </a:r>
          </a:p>
        </p:txBody>
      </p:sp>
      <p:sp>
        <p:nvSpPr>
          <p:cNvPr id="11" name="Title 1">
            <a:extLst>
              <a:ext uri="{FF2B5EF4-FFF2-40B4-BE49-F238E27FC236}">
                <a16:creationId xmlns:a16="http://schemas.microsoft.com/office/drawing/2014/main" id="{0773BCE4-316C-2824-8669-331C25E93F9D}"/>
              </a:ext>
            </a:extLst>
          </p:cNvPr>
          <p:cNvSpPr>
            <a:spLocks noGrp="1"/>
          </p:cNvSpPr>
          <p:nvPr>
            <p:ph type="title" hasCustomPrompt="1"/>
          </p:nvPr>
        </p:nvSpPr>
        <p:spPr>
          <a:xfrm>
            <a:off x="2241628" y="394087"/>
            <a:ext cx="9445985" cy="965200"/>
          </a:xfrm>
        </p:spPr>
        <p:txBody>
          <a:bodyPr>
            <a:noAutofit/>
          </a:bodyPr>
          <a:lstStyle/>
          <a:p>
            <a:r>
              <a:rPr lang="en-US"/>
              <a:t>Click To Edit Master Title Style</a:t>
            </a:r>
            <a:endParaRPr lang="en-AU"/>
          </a:p>
        </p:txBody>
      </p:sp>
      <p:sp>
        <p:nvSpPr>
          <p:cNvPr id="4" name="TextBox 3">
            <a:extLst>
              <a:ext uri="{FF2B5EF4-FFF2-40B4-BE49-F238E27FC236}">
                <a16:creationId xmlns:a16="http://schemas.microsoft.com/office/drawing/2014/main" id="{2B0E784C-5043-428D-DC33-634365C56E4F}"/>
              </a:ext>
            </a:extLst>
          </p:cNvPr>
          <p:cNvSpPr txBox="1"/>
          <p:nvPr userDrawn="1"/>
        </p:nvSpPr>
        <p:spPr>
          <a:xfrm>
            <a:off x="139492" y="2852936"/>
            <a:ext cx="1702008" cy="184666"/>
          </a:xfrm>
          <a:prstGeom prst="rect">
            <a:avLst/>
          </a:prstGeom>
          <a:noFill/>
        </p:spPr>
        <p:txBody>
          <a:bodyPr wrap="square" lIns="0" tIns="0" rIns="0" bIns="0">
            <a:spAutoFit/>
          </a:bodyPr>
          <a:lstStyle/>
          <a:p>
            <a:pPr algn="l"/>
            <a:r>
              <a:rPr lang="en-US" sz="1200" b="1" i="0">
                <a:solidFill>
                  <a:schemeClr val="bg1"/>
                </a:solidFill>
                <a:latin typeface="Verdana" panose="020B0604030504040204" pitchFamily="34" charset="0"/>
                <a:ea typeface="Verdana" panose="020B0604030504040204" pitchFamily="34" charset="0"/>
                <a:cs typeface="Verdana" panose="020B0604030504040204" pitchFamily="34" charset="0"/>
              </a:rPr>
              <a:t>About the client:</a:t>
            </a:r>
          </a:p>
        </p:txBody>
      </p:sp>
      <p:sp>
        <p:nvSpPr>
          <p:cNvPr id="7" name="Text Placeholder 20">
            <a:extLst>
              <a:ext uri="{FF2B5EF4-FFF2-40B4-BE49-F238E27FC236}">
                <a16:creationId xmlns:a16="http://schemas.microsoft.com/office/drawing/2014/main" id="{9F235FC0-4E27-D968-58A3-F9EAFA92D967}"/>
              </a:ext>
            </a:extLst>
          </p:cNvPr>
          <p:cNvSpPr>
            <a:spLocks noGrp="1"/>
          </p:cNvSpPr>
          <p:nvPr>
            <p:ph type="body" sz="quarter" idx="38"/>
          </p:nvPr>
        </p:nvSpPr>
        <p:spPr>
          <a:xfrm>
            <a:off x="139492" y="3068960"/>
            <a:ext cx="1724025" cy="1337940"/>
          </a:xfrm>
        </p:spPr>
        <p:txBody>
          <a:bodyPr wrap="square">
            <a:normAutofit/>
          </a:bodyPr>
          <a:lstStyle>
            <a:lvl1pPr marL="0" indent="0">
              <a:buNone/>
              <a:defRPr sz="1200" b="0" i="0">
                <a:solidFill>
                  <a:schemeClr val="bg1"/>
                </a:solidFill>
                <a:latin typeface="Aptos" panose="020B0004020202020204" pitchFamily="34" charset="0"/>
              </a:defRPr>
            </a:lvl1pPr>
          </a:lstStyle>
          <a:p>
            <a:pPr lvl="0"/>
            <a:r>
              <a:rPr lang="en-GB"/>
              <a:t>Click to edit Master text styles</a:t>
            </a:r>
          </a:p>
        </p:txBody>
      </p:sp>
      <p:grpSp>
        <p:nvGrpSpPr>
          <p:cNvPr id="17" name="Group 16">
            <a:extLst>
              <a:ext uri="{FF2B5EF4-FFF2-40B4-BE49-F238E27FC236}">
                <a16:creationId xmlns:a16="http://schemas.microsoft.com/office/drawing/2014/main" id="{01D73FCF-34CD-7A47-56EC-55C24F57E5EA}"/>
              </a:ext>
            </a:extLst>
          </p:cNvPr>
          <p:cNvGrpSpPr/>
          <p:nvPr userDrawn="1"/>
        </p:nvGrpSpPr>
        <p:grpSpPr>
          <a:xfrm>
            <a:off x="5082023" y="2315096"/>
            <a:ext cx="3879816" cy="4085704"/>
            <a:chOff x="5082023" y="1737765"/>
            <a:chExt cx="3879816" cy="385584"/>
          </a:xfrm>
        </p:grpSpPr>
        <p:cxnSp>
          <p:nvCxnSpPr>
            <p:cNvPr id="19" name="Straight Connector 18">
              <a:extLst>
                <a:ext uri="{FF2B5EF4-FFF2-40B4-BE49-F238E27FC236}">
                  <a16:creationId xmlns:a16="http://schemas.microsoft.com/office/drawing/2014/main" id="{5DF3B407-BDE4-335A-5A8C-1E0B8BF216D8}"/>
                </a:ext>
              </a:extLst>
            </p:cNvPr>
            <p:cNvCxnSpPr>
              <a:cxnSpLocks/>
            </p:cNvCxnSpPr>
            <p:nvPr userDrawn="1"/>
          </p:nvCxnSpPr>
          <p:spPr>
            <a:xfrm>
              <a:off x="8961839" y="1737765"/>
              <a:ext cx="0" cy="38558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D466F1C-B3D4-533E-3981-AEB2F79776A1}"/>
                </a:ext>
              </a:extLst>
            </p:cNvPr>
            <p:cNvCxnSpPr>
              <a:cxnSpLocks/>
            </p:cNvCxnSpPr>
            <p:nvPr userDrawn="1"/>
          </p:nvCxnSpPr>
          <p:spPr>
            <a:xfrm>
              <a:off x="5082023" y="1737765"/>
              <a:ext cx="0" cy="38558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829213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 - Case Study Template - Light">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6D9BE2CB-078E-195D-BC0F-19DCEDE5A835}"/>
              </a:ext>
            </a:extLst>
          </p:cNvPr>
          <p:cNvSpPr>
            <a:spLocks noGrp="1"/>
          </p:cNvSpPr>
          <p:nvPr>
            <p:ph type="pic" sz="quarter" idx="10"/>
          </p:nvPr>
        </p:nvSpPr>
        <p:spPr>
          <a:xfrm>
            <a:off x="7895065" y="1613446"/>
            <a:ext cx="4296937" cy="4598596"/>
          </a:xfrm>
          <a:prstGeom prst="rect">
            <a:avLst/>
          </a:prstGeom>
          <a:solidFill>
            <a:schemeClr val="bg2">
              <a:lumMod val="20000"/>
              <a:lumOff val="80000"/>
            </a:schemeClr>
          </a:solidFill>
        </p:spPr>
        <p:txBody>
          <a:bodyPr wrap="square" anchor="ctr">
            <a:noAutofit/>
          </a:bodyPr>
          <a:lstStyle>
            <a:lvl1pPr marL="0" indent="0" algn="ctr">
              <a:buNone/>
              <a:defRPr b="0" i="0">
                <a:latin typeface="Verdana" panose="020B0604030504040204" pitchFamily="34" charset="0"/>
                <a:ea typeface="Verdana" panose="020B0604030504040204" pitchFamily="34" charset="0"/>
                <a:cs typeface="Verdana" panose="020B0604030504040204" pitchFamily="34" charset="0"/>
              </a:defRPr>
            </a:lvl1pPr>
          </a:lstStyle>
          <a:p>
            <a:r>
              <a:rPr lang="en-GB"/>
              <a:t>Click icon to add picture</a:t>
            </a:r>
            <a:endParaRPr lang="de-DE"/>
          </a:p>
        </p:txBody>
      </p:sp>
      <p:sp>
        <p:nvSpPr>
          <p:cNvPr id="9" name="Rectangle 8">
            <a:extLst>
              <a:ext uri="{FF2B5EF4-FFF2-40B4-BE49-F238E27FC236}">
                <a16:creationId xmlns:a16="http://schemas.microsoft.com/office/drawing/2014/main" id="{D74601F4-528F-F337-00F9-6759A7127E8E}"/>
              </a:ext>
            </a:extLst>
          </p:cNvPr>
          <p:cNvSpPr/>
          <p:nvPr userDrawn="1"/>
        </p:nvSpPr>
        <p:spPr>
          <a:xfrm>
            <a:off x="515937" y="4558872"/>
            <a:ext cx="7011136" cy="379141"/>
          </a:xfrm>
          <a:prstGeom prst="rect">
            <a:avLst/>
          </a:prstGeom>
          <a:solidFill>
            <a:schemeClr val="accent5"/>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400" b="0" i="0">
              <a:latin typeface="Verdana" panose="020B0604030504040204" pitchFamily="34" charset="0"/>
              <a:ea typeface="Verdana" panose="020B0604030504040204" pitchFamily="34" charset="0"/>
              <a:cs typeface="Verdana" panose="020B0604030504040204" pitchFamily="34" charset="0"/>
            </a:endParaRPr>
          </a:p>
        </p:txBody>
      </p:sp>
      <p:sp>
        <p:nvSpPr>
          <p:cNvPr id="10" name="Rectangle 9">
            <a:extLst>
              <a:ext uri="{FF2B5EF4-FFF2-40B4-BE49-F238E27FC236}">
                <a16:creationId xmlns:a16="http://schemas.microsoft.com/office/drawing/2014/main" id="{EF055DE9-65C3-3EB8-D8BF-E2BFF444B64E}"/>
              </a:ext>
            </a:extLst>
          </p:cNvPr>
          <p:cNvSpPr/>
          <p:nvPr userDrawn="1"/>
        </p:nvSpPr>
        <p:spPr>
          <a:xfrm>
            <a:off x="515938" y="1663147"/>
            <a:ext cx="3230873" cy="379141"/>
          </a:xfrm>
          <a:prstGeom prst="rect">
            <a:avLst/>
          </a:prstGeom>
          <a:solidFill>
            <a:schemeClr val="accent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400" b="0" i="0">
              <a:latin typeface="Verdana" panose="020B0604030504040204" pitchFamily="34" charset="0"/>
              <a:ea typeface="Verdana" panose="020B0604030504040204" pitchFamily="34" charset="0"/>
              <a:cs typeface="Verdana" panose="020B0604030504040204" pitchFamily="34" charset="0"/>
            </a:endParaRPr>
          </a:p>
        </p:txBody>
      </p:sp>
      <p:sp>
        <p:nvSpPr>
          <p:cNvPr id="11" name="Rectangle 10">
            <a:extLst>
              <a:ext uri="{FF2B5EF4-FFF2-40B4-BE49-F238E27FC236}">
                <a16:creationId xmlns:a16="http://schemas.microsoft.com/office/drawing/2014/main" id="{2230974A-A07E-A5F1-A9BD-7A4B30E3891D}"/>
              </a:ext>
            </a:extLst>
          </p:cNvPr>
          <p:cNvSpPr/>
          <p:nvPr userDrawn="1"/>
        </p:nvSpPr>
        <p:spPr>
          <a:xfrm>
            <a:off x="4296201" y="1663147"/>
            <a:ext cx="3230873" cy="379141"/>
          </a:xfrm>
          <a:prstGeom prst="rect">
            <a:avLst/>
          </a:prstGeom>
          <a:solidFill>
            <a:srgbClr val="5A37B0"/>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400" b="0" i="0">
              <a:latin typeface="Verdana" panose="020B0604030504040204" pitchFamily="34" charset="0"/>
              <a:ea typeface="Verdana" panose="020B0604030504040204" pitchFamily="34" charset="0"/>
              <a:cs typeface="Verdana" panose="020B0604030504040204" pitchFamily="34" charset="0"/>
            </a:endParaRPr>
          </a:p>
        </p:txBody>
      </p:sp>
      <p:sp>
        <p:nvSpPr>
          <p:cNvPr id="33" name="TextBox 32">
            <a:extLst>
              <a:ext uri="{FF2B5EF4-FFF2-40B4-BE49-F238E27FC236}">
                <a16:creationId xmlns:a16="http://schemas.microsoft.com/office/drawing/2014/main" id="{63B28BD4-B927-D5D7-3E8E-3B8E9CDB9CE1}"/>
              </a:ext>
            </a:extLst>
          </p:cNvPr>
          <p:cNvSpPr txBox="1"/>
          <p:nvPr userDrawn="1"/>
        </p:nvSpPr>
        <p:spPr>
          <a:xfrm>
            <a:off x="636258" y="4568681"/>
            <a:ext cx="2990231" cy="369332"/>
          </a:xfrm>
          <a:prstGeom prst="rect">
            <a:avLst/>
          </a:prstGeom>
          <a:noFill/>
        </p:spPr>
        <p:txBody>
          <a:bodyPr wrap="square" lIns="0" tIns="0" rIns="0" bIns="0" anchor="ctr">
            <a:normAutofit/>
          </a:bodyPr>
          <a:lstStyle/>
          <a:p>
            <a:pPr algn="l"/>
            <a:r>
              <a:rPr lang="en-US" sz="1600" b="1">
                <a:solidFill>
                  <a:schemeClr val="bg1"/>
                </a:solidFill>
                <a:latin typeface="Verdana" panose="020B0604030504040204" pitchFamily="34" charset="0"/>
                <a:ea typeface="Verdana" panose="020B0604030504040204" pitchFamily="34" charset="0"/>
                <a:cs typeface="Verdana" panose="020B0604030504040204" pitchFamily="34" charset="0"/>
              </a:rPr>
              <a:t>Business Impact</a:t>
            </a:r>
          </a:p>
        </p:txBody>
      </p:sp>
      <p:sp>
        <p:nvSpPr>
          <p:cNvPr id="12" name="TextBox 11">
            <a:extLst>
              <a:ext uri="{FF2B5EF4-FFF2-40B4-BE49-F238E27FC236}">
                <a16:creationId xmlns:a16="http://schemas.microsoft.com/office/drawing/2014/main" id="{08D1FA6B-2360-0121-7292-A1CDE1A23140}"/>
              </a:ext>
            </a:extLst>
          </p:cNvPr>
          <p:cNvSpPr txBox="1"/>
          <p:nvPr userDrawn="1"/>
        </p:nvSpPr>
        <p:spPr>
          <a:xfrm>
            <a:off x="636258" y="1663148"/>
            <a:ext cx="2504507" cy="369332"/>
          </a:xfrm>
          <a:prstGeom prst="rect">
            <a:avLst/>
          </a:prstGeom>
          <a:noFill/>
        </p:spPr>
        <p:txBody>
          <a:bodyPr wrap="square" lIns="0" tIns="0" rIns="0" bIns="0" anchor="ctr">
            <a:normAutofit/>
          </a:bodyPr>
          <a:lstStyle/>
          <a:p>
            <a:pPr algn="l"/>
            <a:r>
              <a:rPr lang="en-US" sz="1600" b="1">
                <a:solidFill>
                  <a:schemeClr val="bg1"/>
                </a:solidFill>
                <a:latin typeface="Verdana" panose="020B0604030504040204" pitchFamily="34" charset="0"/>
                <a:ea typeface="Verdana" panose="020B0604030504040204" pitchFamily="34" charset="0"/>
                <a:cs typeface="Verdana" panose="020B0604030504040204" pitchFamily="34" charset="0"/>
              </a:rPr>
              <a:t>The Challenge</a:t>
            </a:r>
          </a:p>
        </p:txBody>
      </p:sp>
      <p:sp>
        <p:nvSpPr>
          <p:cNvPr id="14" name="TextBox 13">
            <a:extLst>
              <a:ext uri="{FF2B5EF4-FFF2-40B4-BE49-F238E27FC236}">
                <a16:creationId xmlns:a16="http://schemas.microsoft.com/office/drawing/2014/main" id="{E8A8D9C9-402E-E931-BA12-3C00810128F6}"/>
              </a:ext>
            </a:extLst>
          </p:cNvPr>
          <p:cNvSpPr txBox="1"/>
          <p:nvPr userDrawn="1"/>
        </p:nvSpPr>
        <p:spPr>
          <a:xfrm>
            <a:off x="4416522" y="1672956"/>
            <a:ext cx="2209565" cy="369332"/>
          </a:xfrm>
          <a:prstGeom prst="rect">
            <a:avLst/>
          </a:prstGeom>
          <a:noFill/>
        </p:spPr>
        <p:txBody>
          <a:bodyPr wrap="square" lIns="0" tIns="0" rIns="0" bIns="0" anchor="ctr">
            <a:normAutofit/>
          </a:bodyPr>
          <a:lstStyle/>
          <a:p>
            <a:pPr algn="l"/>
            <a:r>
              <a:rPr lang="en-US" sz="1600" b="1">
                <a:solidFill>
                  <a:schemeClr val="bg1"/>
                </a:solidFill>
                <a:latin typeface="Verdana" panose="020B0604030504040204" pitchFamily="34" charset="0"/>
                <a:ea typeface="Verdana" panose="020B0604030504040204" pitchFamily="34" charset="0"/>
                <a:cs typeface="Verdana" panose="020B0604030504040204" pitchFamily="34" charset="0"/>
              </a:rPr>
              <a:t>The Solution</a:t>
            </a:r>
          </a:p>
        </p:txBody>
      </p:sp>
      <p:sp>
        <p:nvSpPr>
          <p:cNvPr id="20" name="Content Placeholder 2">
            <a:extLst>
              <a:ext uri="{FF2B5EF4-FFF2-40B4-BE49-F238E27FC236}">
                <a16:creationId xmlns:a16="http://schemas.microsoft.com/office/drawing/2014/main" id="{4B07B6CE-3309-07D1-52B1-7F1448FF875F}"/>
              </a:ext>
            </a:extLst>
          </p:cNvPr>
          <p:cNvSpPr>
            <a:spLocks noGrp="1"/>
          </p:cNvSpPr>
          <p:nvPr>
            <p:ph sz="half" idx="28"/>
          </p:nvPr>
        </p:nvSpPr>
        <p:spPr>
          <a:xfrm>
            <a:off x="515933" y="4756524"/>
            <a:ext cx="7011136" cy="1462461"/>
          </a:xfrm>
        </p:spPr>
        <p:txBody>
          <a:bodyPr wrap="square">
            <a:normAutofit/>
          </a:bodyPr>
          <a:lstStyle>
            <a:lvl1pP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b="0" i="0">
                <a:solidFill>
                  <a:schemeClr val="tx1"/>
                </a:solidFill>
                <a:latin typeface="Aptos" panose="020B0004020202020204" pitchFamily="34" charset="0"/>
                <a:cs typeface="Aptos" panose="020B000402020202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GB"/>
              <a:t>Click to edit Master text styles</a:t>
            </a:r>
          </a:p>
          <a:p>
            <a:pPr lvl="1"/>
            <a:r>
              <a:rPr lang="en-GB"/>
              <a:t>Second level</a:t>
            </a:r>
          </a:p>
        </p:txBody>
      </p:sp>
      <p:sp>
        <p:nvSpPr>
          <p:cNvPr id="26" name="Content Placeholder 2">
            <a:extLst>
              <a:ext uri="{FF2B5EF4-FFF2-40B4-BE49-F238E27FC236}">
                <a16:creationId xmlns:a16="http://schemas.microsoft.com/office/drawing/2014/main" id="{30FC2570-2B4A-0849-BB7F-453DC1B0B2A8}"/>
              </a:ext>
            </a:extLst>
          </p:cNvPr>
          <p:cNvSpPr>
            <a:spLocks noGrp="1"/>
          </p:cNvSpPr>
          <p:nvPr>
            <p:ph sz="half" idx="29"/>
          </p:nvPr>
        </p:nvSpPr>
        <p:spPr>
          <a:xfrm>
            <a:off x="515934" y="2155134"/>
            <a:ext cx="3230873" cy="1813375"/>
          </a:xfrm>
        </p:spPr>
        <p:txBody>
          <a:bodyPr wrap="square">
            <a:normAutofit/>
          </a:bodyPr>
          <a:lstStyle>
            <a:lvl1pP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b="0" i="0">
                <a:solidFill>
                  <a:schemeClr val="tx1"/>
                </a:solidFill>
                <a:latin typeface="Aptos" panose="020B0004020202020204" pitchFamily="34" charset="0"/>
                <a:cs typeface="Aptos" panose="020B000402020202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GB"/>
              <a:t>Click to edit Master text styles</a:t>
            </a:r>
          </a:p>
          <a:p>
            <a:pPr lvl="1"/>
            <a:r>
              <a:rPr lang="en-GB"/>
              <a:t>Second level</a:t>
            </a:r>
          </a:p>
        </p:txBody>
      </p:sp>
      <p:sp>
        <p:nvSpPr>
          <p:cNvPr id="27" name="Content Placeholder 2">
            <a:extLst>
              <a:ext uri="{FF2B5EF4-FFF2-40B4-BE49-F238E27FC236}">
                <a16:creationId xmlns:a16="http://schemas.microsoft.com/office/drawing/2014/main" id="{915EB2C9-7B59-46AC-C4E8-243BB8DEA0BE}"/>
              </a:ext>
            </a:extLst>
          </p:cNvPr>
          <p:cNvSpPr>
            <a:spLocks noGrp="1"/>
          </p:cNvSpPr>
          <p:nvPr>
            <p:ph sz="half" idx="30"/>
          </p:nvPr>
        </p:nvSpPr>
        <p:spPr>
          <a:xfrm>
            <a:off x="4296201" y="2155134"/>
            <a:ext cx="3230873" cy="1813375"/>
          </a:xfrm>
        </p:spPr>
        <p:txBody>
          <a:bodyPr wrap="square">
            <a:normAutofit/>
          </a:bodyPr>
          <a:lstStyle>
            <a:lvl1pP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b="0" i="0">
                <a:solidFill>
                  <a:schemeClr val="tx1"/>
                </a:solidFill>
                <a:latin typeface="Aptos" panose="020B0004020202020204" pitchFamily="34" charset="0"/>
                <a:cs typeface="Aptos" panose="020B000402020202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GB"/>
              <a:t>Click to edit Master text styles</a:t>
            </a:r>
          </a:p>
          <a:p>
            <a:pPr lvl="1"/>
            <a:r>
              <a:rPr lang="en-GB"/>
              <a:t>Second level</a:t>
            </a:r>
          </a:p>
        </p:txBody>
      </p:sp>
      <p:sp>
        <p:nvSpPr>
          <p:cNvPr id="3" name="Title 1">
            <a:extLst>
              <a:ext uri="{FF2B5EF4-FFF2-40B4-BE49-F238E27FC236}">
                <a16:creationId xmlns:a16="http://schemas.microsoft.com/office/drawing/2014/main" id="{A95EDC12-290F-485B-9E72-9551694D7FB0}"/>
              </a:ext>
            </a:extLst>
          </p:cNvPr>
          <p:cNvSpPr>
            <a:spLocks noGrp="1"/>
          </p:cNvSpPr>
          <p:nvPr>
            <p:ph type="title" hasCustomPrompt="1"/>
          </p:nvPr>
        </p:nvSpPr>
        <p:spPr>
          <a:xfrm>
            <a:off x="515937" y="394087"/>
            <a:ext cx="11171676" cy="430887"/>
          </a:xfrm>
        </p:spPr>
        <p:txBody>
          <a:bodyPr>
            <a:spAutoFit/>
          </a:bodyPr>
          <a:lstStyle/>
          <a:p>
            <a:r>
              <a:rPr lang="en-US"/>
              <a:t>Click To Edit Master Title Style</a:t>
            </a:r>
            <a:endParaRPr lang="en-AU"/>
          </a:p>
        </p:txBody>
      </p:sp>
    </p:spTree>
    <p:extLst>
      <p:ext uri="{BB962C8B-B14F-4D97-AF65-F5344CB8AC3E}">
        <p14:creationId xmlns:p14="http://schemas.microsoft.com/office/powerpoint/2010/main" val="17400543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Only Titl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89AFEFB-CFB0-3C09-5A99-8882AAEFE884}"/>
              </a:ext>
            </a:extLst>
          </p:cNvPr>
          <p:cNvSpPr>
            <a:spLocks noGrp="1"/>
          </p:cNvSpPr>
          <p:nvPr>
            <p:ph type="title"/>
          </p:nvPr>
        </p:nvSpPr>
        <p:spPr>
          <a:xfrm>
            <a:off x="515937" y="394087"/>
            <a:ext cx="11160121" cy="430887"/>
          </a:xfrm>
          <a:prstGeom prst="rect">
            <a:avLst/>
          </a:prstGeom>
        </p:spPr>
        <p:txBody>
          <a:bodyPr vert="horz" lIns="0" tIns="0" rIns="0" bIns="0" rtlCol="0" anchor="t">
            <a:spAutoFit/>
          </a:bodyPr>
          <a:lstStyle/>
          <a:p>
            <a:r>
              <a:rPr lang="en-GB"/>
              <a:t>Click to edit Master title style</a:t>
            </a:r>
            <a:endParaRPr lang="en-US"/>
          </a:p>
        </p:txBody>
      </p:sp>
    </p:spTree>
    <p:extLst>
      <p:ext uri="{BB962C8B-B14F-4D97-AF65-F5344CB8AC3E}">
        <p14:creationId xmlns:p14="http://schemas.microsoft.com/office/powerpoint/2010/main" val="7624400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reserve="1">
  <p:cSld name="1_Blank">
    <p:spTree>
      <p:nvGrpSpPr>
        <p:cNvPr id="1" name="Shape 48"/>
        <p:cNvGrpSpPr/>
        <p:nvPr/>
      </p:nvGrpSpPr>
      <p:grpSpPr>
        <a:xfrm>
          <a:off x="0" y="0"/>
          <a:ext cx="0" cy="0"/>
          <a:chOff x="0" y="0"/>
          <a:chExt cx="0" cy="0"/>
        </a:xfrm>
      </p:grpSpPr>
    </p:spTree>
    <p:extLst>
      <p:ext uri="{BB962C8B-B14F-4D97-AF65-F5344CB8AC3E}">
        <p14:creationId xmlns:p14="http://schemas.microsoft.com/office/powerpoint/2010/main" val="3159771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reserve="1">
  <p:cSld name="Blank">
    <p:spTree>
      <p:nvGrpSpPr>
        <p:cNvPr id="1" name="Shape 48"/>
        <p:cNvGrpSpPr/>
        <p:nvPr/>
      </p:nvGrpSpPr>
      <p:grpSpPr>
        <a:xfrm>
          <a:off x="0" y="0"/>
          <a:ext cx="0" cy="0"/>
          <a:chOff x="0" y="0"/>
          <a:chExt cx="0" cy="0"/>
        </a:xfrm>
      </p:grpSpPr>
    </p:spTree>
    <p:extLst>
      <p:ext uri="{BB962C8B-B14F-4D97-AF65-F5344CB8AC3E}">
        <p14:creationId xmlns:p14="http://schemas.microsoft.com/office/powerpoint/2010/main" val="28326313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Custom Layout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D5C5E-A17F-962C-C2C4-ED4C1F590332}"/>
              </a:ext>
            </a:extLst>
          </p:cNvPr>
          <p:cNvSpPr>
            <a:spLocks noGrp="1"/>
          </p:cNvSpPr>
          <p:nvPr>
            <p:ph type="title"/>
          </p:nvPr>
        </p:nvSpPr>
        <p:spPr/>
        <p:txBody>
          <a:bodyPr/>
          <a:lstStyle/>
          <a:p>
            <a:r>
              <a:rPr lang="en-US"/>
              <a:t>Click to edit Master title style</a:t>
            </a:r>
          </a:p>
        </p:txBody>
      </p:sp>
      <p:pic>
        <p:nvPicPr>
          <p:cNvPr id="4" name="Graphic 3">
            <a:extLst>
              <a:ext uri="{FF2B5EF4-FFF2-40B4-BE49-F238E27FC236}">
                <a16:creationId xmlns:a16="http://schemas.microsoft.com/office/drawing/2014/main" id="{869A7486-74F2-1BD8-335E-229A2FD989C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339089" y="102191"/>
            <a:ext cx="673947" cy="871200"/>
          </a:xfrm>
          <a:prstGeom prst="rect">
            <a:avLst/>
          </a:prstGeom>
        </p:spPr>
      </p:pic>
    </p:spTree>
    <p:extLst>
      <p:ext uri="{BB962C8B-B14F-4D97-AF65-F5344CB8AC3E}">
        <p14:creationId xmlns:p14="http://schemas.microsoft.com/office/powerpoint/2010/main" val="19771756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hree content - Light">
    <p:spTree>
      <p:nvGrpSpPr>
        <p:cNvPr id="1" name=""/>
        <p:cNvGrpSpPr/>
        <p:nvPr/>
      </p:nvGrpSpPr>
      <p:grpSpPr>
        <a:xfrm>
          <a:off x="0" y="0"/>
          <a:ext cx="0" cy="0"/>
          <a:chOff x="0" y="0"/>
          <a:chExt cx="0" cy="0"/>
        </a:xfrm>
      </p:grpSpPr>
      <p:sp>
        <p:nvSpPr>
          <p:cNvPr id="8" name="Title Placeholder 1">
            <a:extLst>
              <a:ext uri="{FF2B5EF4-FFF2-40B4-BE49-F238E27FC236}">
                <a16:creationId xmlns:a16="http://schemas.microsoft.com/office/drawing/2014/main" id="{1D241DD7-699E-CE2D-3902-E0A9DDC26EB4}"/>
              </a:ext>
            </a:extLst>
          </p:cNvPr>
          <p:cNvSpPr>
            <a:spLocks noGrp="1"/>
          </p:cNvSpPr>
          <p:nvPr>
            <p:ph type="title" hasCustomPrompt="1"/>
          </p:nvPr>
        </p:nvSpPr>
        <p:spPr>
          <a:xfrm>
            <a:off x="515938" y="522809"/>
            <a:ext cx="10392207" cy="1167879"/>
          </a:xfrm>
          <a:prstGeom prst="rect">
            <a:avLst/>
          </a:prstGeom>
        </p:spPr>
        <p:txBody>
          <a:bodyPr vert="horz" lIns="0" tIns="0" rIns="0" bIns="0" rtlCol="0" anchor="t">
            <a:normAutofit/>
          </a:bodyPr>
          <a:lstStyle>
            <a:lvl1pPr>
              <a:defRPr>
                <a:latin typeface="PP Neue Machina Plain" pitchFamily="2" charset="0"/>
              </a:defRPr>
            </a:lvl1pPr>
          </a:lstStyle>
          <a:p>
            <a:r>
              <a:rPr lang="en-US"/>
              <a:t>Click To Edit Master Title Style</a:t>
            </a:r>
          </a:p>
        </p:txBody>
      </p:sp>
      <p:sp>
        <p:nvSpPr>
          <p:cNvPr id="2" name="Content Placeholder 2">
            <a:extLst>
              <a:ext uri="{FF2B5EF4-FFF2-40B4-BE49-F238E27FC236}">
                <a16:creationId xmlns:a16="http://schemas.microsoft.com/office/drawing/2014/main" id="{FDD3FDA0-BC1E-5BAD-0BC2-6A0786A219DA}"/>
              </a:ext>
            </a:extLst>
          </p:cNvPr>
          <p:cNvSpPr>
            <a:spLocks noGrp="1"/>
          </p:cNvSpPr>
          <p:nvPr>
            <p:ph sz="half" idx="1"/>
          </p:nvPr>
        </p:nvSpPr>
        <p:spPr>
          <a:xfrm>
            <a:off x="515939" y="1803401"/>
            <a:ext cx="3503586" cy="4384674"/>
          </a:xfrm>
        </p:spPr>
        <p:txBody>
          <a:bodyPr>
            <a:normAutofit/>
          </a:bodyPr>
          <a:lstStyle>
            <a:lvl1pPr marL="285750" indent="-285750">
              <a:buFont typeface="Arial" panose="020B0604020202020204" pitchFamily="34" charset="0"/>
              <a:buChar char="•"/>
              <a:defRPr b="0" i="0">
                <a:latin typeface="Century Gothic" panose="020B0502020202020204" pitchFamily="34" charset="0"/>
                <a:cs typeface="Arial" panose="020B0604020202020204" pitchFamily="34" charset="0"/>
              </a:defRPr>
            </a:lvl1pPr>
            <a:lvl2pPr marL="742950" indent="-285750">
              <a:buFont typeface="Arial" panose="020B0604020202020204" pitchFamily="34" charset="0"/>
              <a:buChar char="•"/>
              <a:defRPr b="0" i="0">
                <a:latin typeface="Century Gothic" panose="020B0502020202020204" pitchFamily="34" charset="0"/>
                <a:cs typeface="Arial" panose="020B0604020202020204" pitchFamily="34" charset="0"/>
              </a:defRPr>
            </a:lvl2pPr>
            <a:lvl3pPr marL="1200150" indent="-285750">
              <a:buFont typeface="Arial" panose="020B0604020202020204" pitchFamily="34" charset="0"/>
              <a:buChar char="•"/>
              <a:defRPr b="0" i="0">
                <a:latin typeface="Century Gothic" panose="020B0502020202020204" pitchFamily="34" charset="0"/>
                <a:cs typeface="Arial" panose="020B0604020202020204" pitchFamily="34" charset="0"/>
              </a:defRPr>
            </a:lvl3pPr>
            <a:lvl4pPr marL="1371600" indent="0">
              <a:buNone/>
              <a:defRPr b="0" i="0">
                <a:latin typeface="Avenir LT 45 Book" panose="020B0503020000020003" pitchFamily="34" charset="0"/>
                <a:cs typeface="Arial" panose="020B0604020202020204" pitchFamily="34" charset="0"/>
              </a:defRPr>
            </a:lvl4pPr>
            <a:lvl5pPr marL="1828800" indent="0">
              <a:buNone/>
              <a:defRPr b="0" i="0">
                <a:latin typeface="Avenir LT 45 Book" panose="020B0503020000020003"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p:txBody>
      </p:sp>
      <p:sp>
        <p:nvSpPr>
          <p:cNvPr id="4" name="Content Placeholder 3">
            <a:extLst>
              <a:ext uri="{FF2B5EF4-FFF2-40B4-BE49-F238E27FC236}">
                <a16:creationId xmlns:a16="http://schemas.microsoft.com/office/drawing/2014/main" id="{883EF872-CADA-4305-48D8-E5D0AE68A62D}"/>
              </a:ext>
            </a:extLst>
          </p:cNvPr>
          <p:cNvSpPr>
            <a:spLocks noGrp="1"/>
          </p:cNvSpPr>
          <p:nvPr>
            <p:ph sz="half" idx="2"/>
          </p:nvPr>
        </p:nvSpPr>
        <p:spPr>
          <a:xfrm>
            <a:off x="4344718" y="1803401"/>
            <a:ext cx="3502563" cy="4384674"/>
          </a:xfrm>
        </p:spPr>
        <p:txBody>
          <a:bodyPr>
            <a:normAutofit/>
          </a:bodyPr>
          <a:lstStyle>
            <a:lvl1pPr marL="285750" indent="-285750">
              <a:buFont typeface="Arial" panose="020B0604020202020204" pitchFamily="34" charset="0"/>
              <a:buChar char="•"/>
              <a:defRPr b="0" i="0">
                <a:latin typeface="Century Gothic" panose="020B0502020202020204" pitchFamily="34" charset="0"/>
                <a:cs typeface="Arial" panose="020B0604020202020204" pitchFamily="34" charset="0"/>
              </a:defRPr>
            </a:lvl1pPr>
            <a:lvl2pPr marL="742950" indent="-285750">
              <a:buFont typeface="Arial" panose="020B0604020202020204" pitchFamily="34" charset="0"/>
              <a:buChar char="•"/>
              <a:defRPr b="0" i="0">
                <a:latin typeface="Century Gothic" panose="020B0502020202020204" pitchFamily="34" charset="0"/>
                <a:cs typeface="Arial" panose="020B0604020202020204" pitchFamily="34" charset="0"/>
              </a:defRPr>
            </a:lvl2pPr>
            <a:lvl3pPr marL="1200150" indent="-285750">
              <a:buFont typeface="Arial" panose="020B0604020202020204" pitchFamily="34" charset="0"/>
              <a:buChar char="•"/>
              <a:defRPr b="0" i="0">
                <a:latin typeface="Century Gothic" panose="020B0502020202020204" pitchFamily="34" charset="0"/>
                <a:cs typeface="Arial" panose="020B0604020202020204" pitchFamily="34" charset="0"/>
              </a:defRPr>
            </a:lvl3pPr>
            <a:lvl4pPr marL="1371600" indent="0">
              <a:buNone/>
              <a:defRPr b="0" i="0">
                <a:latin typeface="Avenir LT 45 Book" panose="020B0503020000020003" pitchFamily="34" charset="0"/>
                <a:cs typeface="Arial" panose="020B0604020202020204" pitchFamily="34" charset="0"/>
              </a:defRPr>
            </a:lvl4pPr>
            <a:lvl5pPr marL="1828800" indent="0">
              <a:buNone/>
              <a:defRPr b="0" i="0">
                <a:latin typeface="Avenir LT 45 Book" panose="020B0503020000020003"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p:txBody>
      </p:sp>
      <p:sp>
        <p:nvSpPr>
          <p:cNvPr id="5" name="Content Placeholder 3">
            <a:extLst>
              <a:ext uri="{FF2B5EF4-FFF2-40B4-BE49-F238E27FC236}">
                <a16:creationId xmlns:a16="http://schemas.microsoft.com/office/drawing/2014/main" id="{76FACBDB-927C-FD70-4B48-AA8F12DF1F52}"/>
              </a:ext>
            </a:extLst>
          </p:cNvPr>
          <p:cNvSpPr>
            <a:spLocks noGrp="1"/>
          </p:cNvSpPr>
          <p:nvPr>
            <p:ph sz="half" idx="15"/>
          </p:nvPr>
        </p:nvSpPr>
        <p:spPr>
          <a:xfrm>
            <a:off x="8172473" y="1803401"/>
            <a:ext cx="3502563" cy="4384674"/>
          </a:xfrm>
        </p:spPr>
        <p:txBody>
          <a:bodyPr>
            <a:normAutofit/>
          </a:bodyPr>
          <a:lstStyle>
            <a:lvl1pPr marL="285750" indent="-285750">
              <a:buFont typeface="Arial" panose="020B0604020202020204" pitchFamily="34" charset="0"/>
              <a:buChar char="•"/>
              <a:defRPr b="0" i="0">
                <a:latin typeface="Century Gothic" panose="020B0502020202020204" pitchFamily="34" charset="0"/>
                <a:cs typeface="Arial" panose="020B0604020202020204" pitchFamily="34" charset="0"/>
              </a:defRPr>
            </a:lvl1pPr>
            <a:lvl2pPr marL="742950" indent="-285750">
              <a:buFont typeface="Arial" panose="020B0604020202020204" pitchFamily="34" charset="0"/>
              <a:buChar char="•"/>
              <a:defRPr b="0" i="0">
                <a:latin typeface="Century Gothic" panose="020B0502020202020204" pitchFamily="34" charset="0"/>
                <a:cs typeface="Arial" panose="020B0604020202020204" pitchFamily="34" charset="0"/>
              </a:defRPr>
            </a:lvl2pPr>
            <a:lvl3pPr marL="1200150" indent="-285750">
              <a:buFont typeface="Arial" panose="020B0604020202020204" pitchFamily="34" charset="0"/>
              <a:buChar char="•"/>
              <a:defRPr b="0" i="0">
                <a:latin typeface="Century Gothic" panose="020B0502020202020204" pitchFamily="34" charset="0"/>
                <a:cs typeface="Arial" panose="020B0604020202020204" pitchFamily="34" charset="0"/>
              </a:defRPr>
            </a:lvl3pPr>
            <a:lvl4pPr marL="1371600" indent="0">
              <a:buNone/>
              <a:defRPr b="0" i="0">
                <a:latin typeface="Avenir LT 45 Book" panose="020B0503020000020003" pitchFamily="34" charset="0"/>
                <a:cs typeface="Arial" panose="020B0604020202020204" pitchFamily="34" charset="0"/>
              </a:defRPr>
            </a:lvl4pPr>
            <a:lvl5pPr marL="1828800" indent="0">
              <a:buNone/>
              <a:defRPr b="0" i="0">
                <a:latin typeface="Avenir LT 45 Book" panose="020B0503020000020003"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p:txBody>
      </p:sp>
      <p:sp>
        <p:nvSpPr>
          <p:cNvPr id="3" name="Graphic 24">
            <a:extLst>
              <a:ext uri="{FF2B5EF4-FFF2-40B4-BE49-F238E27FC236}">
                <a16:creationId xmlns:a16="http://schemas.microsoft.com/office/drawing/2014/main" id="{425F875F-6D01-5287-8F67-1343E42648C7}"/>
              </a:ext>
            </a:extLst>
          </p:cNvPr>
          <p:cNvSpPr/>
          <p:nvPr userDrawn="1"/>
        </p:nvSpPr>
        <p:spPr>
          <a:xfrm>
            <a:off x="0" y="0"/>
            <a:ext cx="121768" cy="1959429"/>
          </a:xfrm>
          <a:custGeom>
            <a:avLst/>
            <a:gdLst>
              <a:gd name="connsiteX0" fmla="*/ 0 w 190722"/>
              <a:gd name="connsiteY0" fmla="*/ 0 h 3068991"/>
              <a:gd name="connsiteX1" fmla="*/ 0 w 190722"/>
              <a:gd name="connsiteY1" fmla="*/ 3068992 h 3068991"/>
              <a:gd name="connsiteX2" fmla="*/ 190722 w 190722"/>
              <a:gd name="connsiteY2" fmla="*/ 2669273 h 3068991"/>
              <a:gd name="connsiteX3" fmla="*/ 0 w 190722"/>
              <a:gd name="connsiteY3" fmla="*/ 0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0" y="0"/>
                </a:moveTo>
                <a:lnTo>
                  <a:pt x="0" y="3068992"/>
                </a:lnTo>
                <a:cubicBezTo>
                  <a:pt x="63644" y="2935822"/>
                  <a:pt x="127078" y="2802442"/>
                  <a:pt x="190722" y="2669273"/>
                </a:cubicBezTo>
                <a:cubicBezTo>
                  <a:pt x="127078" y="1779515"/>
                  <a:pt x="63644" y="889758"/>
                  <a:pt x="0" y="0"/>
                </a:cubicBezTo>
                <a:close/>
              </a:path>
            </a:pathLst>
          </a:custGeom>
          <a:solidFill>
            <a:schemeClr val="accent4"/>
          </a:solidFill>
          <a:ln w="20108" cap="flat">
            <a:noFill/>
            <a:prstDash val="solid"/>
            <a:miter/>
          </a:ln>
        </p:spPr>
        <p:txBody>
          <a:bodyPr rtlCol="0" anchor="ctr"/>
          <a:lstStyle/>
          <a:p>
            <a:endParaRPr lang="en-US" b="0" i="0">
              <a:latin typeface="Century Gothic" panose="020B0502020202020204" pitchFamily="34" charset="0"/>
            </a:endParaRPr>
          </a:p>
        </p:txBody>
      </p:sp>
      <p:sp>
        <p:nvSpPr>
          <p:cNvPr id="7" name="Graphic 26">
            <a:extLst>
              <a:ext uri="{FF2B5EF4-FFF2-40B4-BE49-F238E27FC236}">
                <a16:creationId xmlns:a16="http://schemas.microsoft.com/office/drawing/2014/main" id="{7CD27549-E145-D03B-1AFB-558F51134A39}"/>
              </a:ext>
            </a:extLst>
          </p:cNvPr>
          <p:cNvSpPr/>
          <p:nvPr userDrawn="1"/>
        </p:nvSpPr>
        <p:spPr>
          <a:xfrm>
            <a:off x="12070232" y="5008131"/>
            <a:ext cx="121768" cy="1959429"/>
          </a:xfrm>
          <a:custGeom>
            <a:avLst/>
            <a:gdLst>
              <a:gd name="connsiteX0" fmla="*/ 190722 w 190722"/>
              <a:gd name="connsiteY0" fmla="*/ 3068992 h 3068991"/>
              <a:gd name="connsiteX1" fmla="*/ 190722 w 190722"/>
              <a:gd name="connsiteY1" fmla="*/ 0 h 3068991"/>
              <a:gd name="connsiteX2" fmla="*/ 0 w 190722"/>
              <a:gd name="connsiteY2" fmla="*/ 399719 h 3068991"/>
              <a:gd name="connsiteX3" fmla="*/ 190722 w 190722"/>
              <a:gd name="connsiteY3" fmla="*/ 3068992 h 3068991"/>
            </a:gdLst>
            <a:ahLst/>
            <a:cxnLst>
              <a:cxn ang="0">
                <a:pos x="connsiteX0" y="connsiteY0"/>
              </a:cxn>
              <a:cxn ang="0">
                <a:pos x="connsiteX1" y="connsiteY1"/>
              </a:cxn>
              <a:cxn ang="0">
                <a:pos x="connsiteX2" y="connsiteY2"/>
              </a:cxn>
              <a:cxn ang="0">
                <a:pos x="connsiteX3" y="connsiteY3"/>
              </a:cxn>
            </a:cxnLst>
            <a:rect l="l" t="t" r="r" b="b"/>
            <a:pathLst>
              <a:path w="190722" h="3068991">
                <a:moveTo>
                  <a:pt x="190722" y="3068992"/>
                </a:moveTo>
                <a:lnTo>
                  <a:pt x="190722" y="0"/>
                </a:lnTo>
                <a:cubicBezTo>
                  <a:pt x="127078" y="133170"/>
                  <a:pt x="63644" y="266549"/>
                  <a:pt x="0" y="399719"/>
                </a:cubicBezTo>
                <a:cubicBezTo>
                  <a:pt x="63644" y="1289476"/>
                  <a:pt x="127078" y="2179234"/>
                  <a:pt x="190722" y="3068992"/>
                </a:cubicBezTo>
                <a:close/>
              </a:path>
            </a:pathLst>
          </a:custGeom>
          <a:solidFill>
            <a:schemeClr val="accent4"/>
          </a:solidFill>
          <a:ln w="20108" cap="flat">
            <a:noFill/>
            <a:prstDash val="solid"/>
            <a:miter/>
          </a:ln>
        </p:spPr>
        <p:txBody>
          <a:bodyPr rtlCol="0" anchor="ctr"/>
          <a:lstStyle/>
          <a:p>
            <a:endParaRPr lang="en-US" b="0" i="0">
              <a:latin typeface="Century Gothic" panose="020B0502020202020204" pitchFamily="34" charset="0"/>
            </a:endParaRPr>
          </a:p>
        </p:txBody>
      </p:sp>
    </p:spTree>
    <p:extLst>
      <p:ext uri="{BB962C8B-B14F-4D97-AF65-F5344CB8AC3E}">
        <p14:creationId xmlns:p14="http://schemas.microsoft.com/office/powerpoint/2010/main" val="3524742300"/>
      </p:ext>
    </p:extLst>
  </p:cSld>
  <p:clrMapOvr>
    <a:masterClrMapping/>
  </p:clrMapOvr>
  <mc:AlternateContent xmlns:mc="http://schemas.openxmlformats.org/markup-compatibility/2006" xmlns:p14="http://schemas.microsoft.com/office/powerpoint/2010/main">
    <mc:Choice Requires="p14">
      <p:transition p14:dur="10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59B2DEA7-4C46-4846-0BC9-E0193554C646}"/>
              </a:ext>
            </a:extLst>
          </p:cNvPr>
          <p:cNvSpPr>
            <a:spLocks noGrp="1"/>
          </p:cNvSpPr>
          <p:nvPr>
            <p:ph type="title"/>
          </p:nvPr>
        </p:nvSpPr>
        <p:spPr>
          <a:xfrm>
            <a:off x="515938" y="394088"/>
            <a:ext cx="11160121" cy="323165"/>
          </a:xfrm>
          <a:prstGeom prst="rect">
            <a:avLst/>
          </a:prstGeom>
        </p:spPr>
        <p:txBody>
          <a:bodyPr vert="horz" lIns="0" tIns="0" rIns="0" bIns="0" rtlCol="0" anchor="t">
            <a:spAutoFit/>
          </a:bodyPr>
          <a:lstStyle>
            <a:lvl1pPr>
              <a:defRPr sz="2100" b="1" i="0">
                <a:latin typeface="PP Neue Machina Plain Ultrabold" pitchFamily="2" charset="77"/>
              </a:defRPr>
            </a:lvl1pPr>
          </a:lstStyle>
          <a:p>
            <a:r>
              <a:rPr lang="en-GB"/>
              <a:t>Click to edit Master title style</a:t>
            </a:r>
            <a:endParaRPr lang="en-US"/>
          </a:p>
        </p:txBody>
      </p:sp>
    </p:spTree>
    <p:extLst>
      <p:ext uri="{BB962C8B-B14F-4D97-AF65-F5344CB8AC3E}">
        <p14:creationId xmlns:p14="http://schemas.microsoft.com/office/powerpoint/2010/main" val="40363756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preserve="1">
  <p:cSld name="1_Title slide">
    <p:bg>
      <p:bgPr>
        <a:solidFill>
          <a:schemeClr val="bg1">
            <a:lumMod val="95000"/>
          </a:schemeClr>
        </a:solidFill>
        <a:effectLst/>
      </p:bgPr>
    </p:bg>
    <p:spTree>
      <p:nvGrpSpPr>
        <p:cNvPr id="1" name="Shape 9"/>
        <p:cNvGrpSpPr/>
        <p:nvPr/>
      </p:nvGrpSpPr>
      <p:grpSpPr>
        <a:xfrm>
          <a:off x="0" y="0"/>
          <a:ext cx="0" cy="0"/>
          <a:chOff x="0" y="0"/>
          <a:chExt cx="0" cy="0"/>
        </a:xfrm>
      </p:grpSpPr>
      <p:grpSp>
        <p:nvGrpSpPr>
          <p:cNvPr id="10" name="Group 9">
            <a:extLst>
              <a:ext uri="{FF2B5EF4-FFF2-40B4-BE49-F238E27FC236}">
                <a16:creationId xmlns:a16="http://schemas.microsoft.com/office/drawing/2014/main" id="{C8694848-DBB5-CC33-BFFD-ABB9B9448869}"/>
              </a:ext>
            </a:extLst>
          </p:cNvPr>
          <p:cNvGrpSpPr/>
          <p:nvPr/>
        </p:nvGrpSpPr>
        <p:grpSpPr>
          <a:xfrm>
            <a:off x="-25401" y="4318000"/>
            <a:ext cx="12217400" cy="2540000"/>
            <a:chOff x="-19051" y="3238500"/>
            <a:chExt cx="9163050" cy="1905000"/>
          </a:xfrm>
        </p:grpSpPr>
        <p:sp>
          <p:nvSpPr>
            <p:cNvPr id="6" name="Freeform: Shape 5">
              <a:extLst>
                <a:ext uri="{FF2B5EF4-FFF2-40B4-BE49-F238E27FC236}">
                  <a16:creationId xmlns:a16="http://schemas.microsoft.com/office/drawing/2014/main" id="{C49332EC-B95E-5892-C870-8CD1804B7887}"/>
                </a:ext>
              </a:extLst>
            </p:cNvPr>
            <p:cNvSpPr/>
            <p:nvPr/>
          </p:nvSpPr>
          <p:spPr>
            <a:xfrm>
              <a:off x="-19051" y="3238500"/>
              <a:ext cx="9163050" cy="1905000"/>
            </a:xfrm>
            <a:custGeom>
              <a:avLst/>
              <a:gdLst>
                <a:gd name="connsiteX0" fmla="*/ 0 w 5829300"/>
                <a:gd name="connsiteY0" fmla="*/ 1905000 h 1905000"/>
                <a:gd name="connsiteX1" fmla="*/ 0 w 5829300"/>
                <a:gd name="connsiteY1" fmla="*/ 134493 h 1905000"/>
                <a:gd name="connsiteX2" fmla="*/ 4285393 w 5829300"/>
                <a:gd name="connsiteY2" fmla="*/ 134493 h 1905000"/>
                <a:gd name="connsiteX3" fmla="*/ 4915853 w 5829300"/>
                <a:gd name="connsiteY3" fmla="*/ 0 h 1905000"/>
                <a:gd name="connsiteX4" fmla="*/ 5541740 w 5829300"/>
                <a:gd name="connsiteY4" fmla="*/ 134493 h 1905000"/>
                <a:gd name="connsiteX5" fmla="*/ 5829300 w 5829300"/>
                <a:gd name="connsiteY5" fmla="*/ 134493 h 1905000"/>
                <a:gd name="connsiteX6" fmla="*/ 5829300 w 5829300"/>
                <a:gd name="connsiteY6" fmla="*/ 1905000 h 1905000"/>
                <a:gd name="connsiteX7" fmla="*/ 0 w 5829300"/>
                <a:gd name="connsiteY7" fmla="*/ 1905000 h 1905000"/>
                <a:gd name="connsiteX0" fmla="*/ 3324225 w 9153525"/>
                <a:gd name="connsiteY0" fmla="*/ 1905000 h 1905000"/>
                <a:gd name="connsiteX1" fmla="*/ 0 w 9153525"/>
                <a:gd name="connsiteY1" fmla="*/ 153543 h 1905000"/>
                <a:gd name="connsiteX2" fmla="*/ 7609618 w 9153525"/>
                <a:gd name="connsiteY2" fmla="*/ 134493 h 1905000"/>
                <a:gd name="connsiteX3" fmla="*/ 8240078 w 9153525"/>
                <a:gd name="connsiteY3" fmla="*/ 0 h 1905000"/>
                <a:gd name="connsiteX4" fmla="*/ 8865965 w 9153525"/>
                <a:gd name="connsiteY4" fmla="*/ 134493 h 1905000"/>
                <a:gd name="connsiteX5" fmla="*/ 9153525 w 9153525"/>
                <a:gd name="connsiteY5" fmla="*/ 134493 h 1905000"/>
                <a:gd name="connsiteX6" fmla="*/ 9153525 w 9153525"/>
                <a:gd name="connsiteY6" fmla="*/ 1905000 h 1905000"/>
                <a:gd name="connsiteX7" fmla="*/ 3324225 w 9153525"/>
                <a:gd name="connsiteY7" fmla="*/ 1905000 h 1905000"/>
                <a:gd name="connsiteX0" fmla="*/ 0 w 9163050"/>
                <a:gd name="connsiteY0" fmla="*/ 1895475 h 1905000"/>
                <a:gd name="connsiteX1" fmla="*/ 9525 w 9163050"/>
                <a:gd name="connsiteY1" fmla="*/ 153543 h 1905000"/>
                <a:gd name="connsiteX2" fmla="*/ 7619143 w 9163050"/>
                <a:gd name="connsiteY2" fmla="*/ 134493 h 1905000"/>
                <a:gd name="connsiteX3" fmla="*/ 8249603 w 9163050"/>
                <a:gd name="connsiteY3" fmla="*/ 0 h 1905000"/>
                <a:gd name="connsiteX4" fmla="*/ 8875490 w 9163050"/>
                <a:gd name="connsiteY4" fmla="*/ 134493 h 1905000"/>
                <a:gd name="connsiteX5" fmla="*/ 9163050 w 9163050"/>
                <a:gd name="connsiteY5" fmla="*/ 134493 h 1905000"/>
                <a:gd name="connsiteX6" fmla="*/ 9163050 w 9163050"/>
                <a:gd name="connsiteY6" fmla="*/ 1905000 h 1905000"/>
                <a:gd name="connsiteX7" fmla="*/ 0 w 9163050"/>
                <a:gd name="connsiteY7" fmla="*/ 1895475 h 1905000"/>
                <a:gd name="connsiteX0" fmla="*/ 0 w 9163050"/>
                <a:gd name="connsiteY0" fmla="*/ 1902619 h 1905000"/>
                <a:gd name="connsiteX1" fmla="*/ 9525 w 9163050"/>
                <a:gd name="connsiteY1" fmla="*/ 153543 h 1905000"/>
                <a:gd name="connsiteX2" fmla="*/ 7619143 w 9163050"/>
                <a:gd name="connsiteY2" fmla="*/ 134493 h 1905000"/>
                <a:gd name="connsiteX3" fmla="*/ 8249603 w 9163050"/>
                <a:gd name="connsiteY3" fmla="*/ 0 h 1905000"/>
                <a:gd name="connsiteX4" fmla="*/ 8875490 w 9163050"/>
                <a:gd name="connsiteY4" fmla="*/ 134493 h 1905000"/>
                <a:gd name="connsiteX5" fmla="*/ 9163050 w 9163050"/>
                <a:gd name="connsiteY5" fmla="*/ 134493 h 1905000"/>
                <a:gd name="connsiteX6" fmla="*/ 9163050 w 9163050"/>
                <a:gd name="connsiteY6" fmla="*/ 1905000 h 1905000"/>
                <a:gd name="connsiteX7" fmla="*/ 0 w 9163050"/>
                <a:gd name="connsiteY7" fmla="*/ 1902619 h 190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63050" h="1905000">
                  <a:moveTo>
                    <a:pt x="0" y="1902619"/>
                  </a:moveTo>
                  <a:lnTo>
                    <a:pt x="9525" y="153543"/>
                  </a:lnTo>
                  <a:lnTo>
                    <a:pt x="7619143" y="134493"/>
                  </a:lnTo>
                  <a:lnTo>
                    <a:pt x="8249603" y="0"/>
                  </a:lnTo>
                  <a:lnTo>
                    <a:pt x="8875490" y="134493"/>
                  </a:lnTo>
                  <a:lnTo>
                    <a:pt x="9163050" y="134493"/>
                  </a:lnTo>
                  <a:lnTo>
                    <a:pt x="9163050" y="1905000"/>
                  </a:lnTo>
                  <a:lnTo>
                    <a:pt x="0" y="1902619"/>
                  </a:lnTo>
                  <a:close/>
                </a:path>
              </a:pathLst>
            </a:custGeom>
            <a:gradFill>
              <a:gsLst>
                <a:gs pos="0">
                  <a:srgbClr val="5BC1A0"/>
                </a:gs>
                <a:gs pos="50000">
                  <a:srgbClr val="2E9376"/>
                </a:gs>
                <a:gs pos="100000">
                  <a:srgbClr val="01654D"/>
                </a:gs>
              </a:gsLst>
              <a:lin ang="0" scaled="1"/>
            </a:gradFill>
            <a:ln w="81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lvl="0" defTabSz="914378" eaLnBrk="1" latinLnBrk="0" hangingPunct="1"/>
              <a:endParaRPr lang="en-AU" sz="1800" kern="1200">
                <a:solidFill>
                  <a:schemeClr val="tx1"/>
                </a:solidFill>
                <a:latin typeface="+mn-lt"/>
                <a:ea typeface="+mn-ea"/>
                <a:cs typeface="+mn-cs"/>
              </a:endParaRPr>
            </a:p>
          </p:txBody>
        </p:sp>
        <p:grpSp>
          <p:nvGrpSpPr>
            <p:cNvPr id="20" name="Graphic 3">
              <a:extLst>
                <a:ext uri="{FF2B5EF4-FFF2-40B4-BE49-F238E27FC236}">
                  <a16:creationId xmlns:a16="http://schemas.microsoft.com/office/drawing/2014/main" id="{11580F78-9730-E8CF-5F00-5083728E0E3D}"/>
                </a:ext>
              </a:extLst>
            </p:cNvPr>
            <p:cNvGrpSpPr/>
            <p:nvPr/>
          </p:nvGrpSpPr>
          <p:grpSpPr>
            <a:xfrm>
              <a:off x="378275" y="4315015"/>
              <a:ext cx="945451" cy="171497"/>
              <a:chOff x="217360" y="4600765"/>
              <a:chExt cx="945451" cy="171497"/>
            </a:xfrm>
            <a:solidFill>
              <a:srgbClr val="FFFFFF"/>
            </a:solidFill>
          </p:grpSpPr>
          <p:grpSp>
            <p:nvGrpSpPr>
              <p:cNvPr id="21" name="Graphic 3">
                <a:extLst>
                  <a:ext uri="{FF2B5EF4-FFF2-40B4-BE49-F238E27FC236}">
                    <a16:creationId xmlns:a16="http://schemas.microsoft.com/office/drawing/2014/main" id="{034EE8A3-A127-9A71-99DC-9A0E6F91654D}"/>
                  </a:ext>
                </a:extLst>
              </p:cNvPr>
              <p:cNvGrpSpPr/>
              <p:nvPr/>
            </p:nvGrpSpPr>
            <p:grpSpPr>
              <a:xfrm>
                <a:off x="604408" y="4600765"/>
                <a:ext cx="171354" cy="171354"/>
                <a:chOff x="604408" y="4600765"/>
                <a:chExt cx="171354" cy="171354"/>
              </a:xfrm>
              <a:solidFill>
                <a:srgbClr val="FFFFFF"/>
              </a:solidFill>
            </p:grpSpPr>
            <p:sp>
              <p:nvSpPr>
                <p:cNvPr id="22" name="Freeform: Shape 21">
                  <a:extLst>
                    <a:ext uri="{FF2B5EF4-FFF2-40B4-BE49-F238E27FC236}">
                      <a16:creationId xmlns:a16="http://schemas.microsoft.com/office/drawing/2014/main" id="{0D5749F5-CE41-31DE-FF35-61FA298CA95A}"/>
                    </a:ext>
                  </a:extLst>
                </p:cNvPr>
                <p:cNvSpPr/>
                <p:nvPr/>
              </p:nvSpPr>
              <p:spPr>
                <a:xfrm>
                  <a:off x="604408" y="4600765"/>
                  <a:ext cx="171354" cy="171354"/>
                </a:xfrm>
                <a:custGeom>
                  <a:avLst/>
                  <a:gdLst>
                    <a:gd name="connsiteX0" fmla="*/ 85677 w 171354"/>
                    <a:gd name="connsiteY0" fmla="*/ 171355 h 171354"/>
                    <a:gd name="connsiteX1" fmla="*/ 0 w 171354"/>
                    <a:gd name="connsiteY1" fmla="*/ 85677 h 171354"/>
                    <a:gd name="connsiteX2" fmla="*/ 85677 w 171354"/>
                    <a:gd name="connsiteY2" fmla="*/ 0 h 171354"/>
                    <a:gd name="connsiteX3" fmla="*/ 171355 w 171354"/>
                    <a:gd name="connsiteY3" fmla="*/ 85677 h 171354"/>
                    <a:gd name="connsiteX4" fmla="*/ 85677 w 171354"/>
                    <a:gd name="connsiteY4" fmla="*/ 171355 h 171354"/>
                    <a:gd name="connsiteX5" fmla="*/ 85677 w 171354"/>
                    <a:gd name="connsiteY5" fmla="*/ 6667 h 171354"/>
                    <a:gd name="connsiteX6" fmla="*/ 6620 w 171354"/>
                    <a:gd name="connsiteY6" fmla="*/ 85725 h 171354"/>
                    <a:gd name="connsiteX7" fmla="*/ 85677 w 171354"/>
                    <a:gd name="connsiteY7" fmla="*/ 164783 h 171354"/>
                    <a:gd name="connsiteX8" fmla="*/ 164735 w 171354"/>
                    <a:gd name="connsiteY8" fmla="*/ 85725 h 171354"/>
                    <a:gd name="connsiteX9" fmla="*/ 85677 w 171354"/>
                    <a:gd name="connsiteY9" fmla="*/ 6667 h 171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54" h="171354">
                      <a:moveTo>
                        <a:pt x="85677" y="171355"/>
                      </a:moveTo>
                      <a:cubicBezTo>
                        <a:pt x="38433" y="171355"/>
                        <a:pt x="0" y="132921"/>
                        <a:pt x="0" y="85677"/>
                      </a:cubicBezTo>
                      <a:cubicBezTo>
                        <a:pt x="0" y="38433"/>
                        <a:pt x="38433" y="0"/>
                        <a:pt x="85677" y="0"/>
                      </a:cubicBezTo>
                      <a:cubicBezTo>
                        <a:pt x="132921" y="0"/>
                        <a:pt x="171355" y="38433"/>
                        <a:pt x="171355" y="85677"/>
                      </a:cubicBezTo>
                      <a:cubicBezTo>
                        <a:pt x="171355" y="132921"/>
                        <a:pt x="132921" y="171355"/>
                        <a:pt x="85677" y="171355"/>
                      </a:cubicBezTo>
                      <a:close/>
                      <a:moveTo>
                        <a:pt x="85677" y="6667"/>
                      </a:moveTo>
                      <a:cubicBezTo>
                        <a:pt x="42100" y="6667"/>
                        <a:pt x="6620" y="42148"/>
                        <a:pt x="6620" y="85725"/>
                      </a:cubicBezTo>
                      <a:cubicBezTo>
                        <a:pt x="6620" y="129302"/>
                        <a:pt x="42100" y="164783"/>
                        <a:pt x="85677" y="164783"/>
                      </a:cubicBezTo>
                      <a:cubicBezTo>
                        <a:pt x="129254" y="164783"/>
                        <a:pt x="164735" y="129302"/>
                        <a:pt x="164735" y="85725"/>
                      </a:cubicBezTo>
                      <a:cubicBezTo>
                        <a:pt x="164735" y="42148"/>
                        <a:pt x="129254" y="6667"/>
                        <a:pt x="85677" y="6667"/>
                      </a:cubicBezTo>
                      <a:close/>
                    </a:path>
                  </a:pathLst>
                </a:custGeom>
                <a:solidFill>
                  <a:srgbClr val="FFFFFF"/>
                </a:solidFill>
                <a:ln w="4763" cap="flat">
                  <a:noFill/>
                  <a:prstDash val="solid"/>
                  <a:miter/>
                </a:ln>
              </p:spPr>
              <p:txBody>
                <a:bodyPr rtlCol="0" anchor="ctr"/>
                <a:lstStyle/>
                <a:p>
                  <a:endParaRPr lang="en-AU" sz="1800"/>
                </a:p>
              </p:txBody>
            </p:sp>
            <p:sp>
              <p:nvSpPr>
                <p:cNvPr id="23" name="Freeform: Shape 22">
                  <a:extLst>
                    <a:ext uri="{FF2B5EF4-FFF2-40B4-BE49-F238E27FC236}">
                      <a16:creationId xmlns:a16="http://schemas.microsoft.com/office/drawing/2014/main" id="{044BA208-EA2B-AEB2-6DA2-25482C2C6D12}"/>
                    </a:ext>
                  </a:extLst>
                </p:cNvPr>
                <p:cNvSpPr/>
                <p:nvPr/>
              </p:nvSpPr>
              <p:spPr>
                <a:xfrm>
                  <a:off x="637460" y="4634007"/>
                  <a:ext cx="105203" cy="104965"/>
                </a:xfrm>
                <a:custGeom>
                  <a:avLst/>
                  <a:gdLst>
                    <a:gd name="connsiteX0" fmla="*/ 28384 w 105203"/>
                    <a:gd name="connsiteY0" fmla="*/ 0 h 104965"/>
                    <a:gd name="connsiteX1" fmla="*/ 76819 w 105203"/>
                    <a:gd name="connsiteY1" fmla="*/ 0 h 104965"/>
                    <a:gd name="connsiteX2" fmla="*/ 105204 w 105203"/>
                    <a:gd name="connsiteY2" fmla="*/ 28385 h 104965"/>
                    <a:gd name="connsiteX3" fmla="*/ 105204 w 105203"/>
                    <a:gd name="connsiteY3" fmla="*/ 76581 h 104965"/>
                    <a:gd name="connsiteX4" fmla="*/ 76819 w 105203"/>
                    <a:gd name="connsiteY4" fmla="*/ 104966 h 104965"/>
                    <a:gd name="connsiteX5" fmla="*/ 28384 w 105203"/>
                    <a:gd name="connsiteY5" fmla="*/ 104966 h 104965"/>
                    <a:gd name="connsiteX6" fmla="*/ 0 w 105203"/>
                    <a:gd name="connsiteY6" fmla="*/ 76581 h 104965"/>
                    <a:gd name="connsiteX7" fmla="*/ 0 w 105203"/>
                    <a:gd name="connsiteY7" fmla="*/ 28385 h 104965"/>
                    <a:gd name="connsiteX8" fmla="*/ 28384 w 105203"/>
                    <a:gd name="connsiteY8" fmla="*/ 0 h 104965"/>
                    <a:gd name="connsiteX9" fmla="*/ 28384 w 105203"/>
                    <a:gd name="connsiteY9" fmla="*/ 0 h 104965"/>
                    <a:gd name="connsiteX10" fmla="*/ 80867 w 105203"/>
                    <a:gd name="connsiteY10" fmla="*/ 18336 h 104965"/>
                    <a:gd name="connsiteX11" fmla="*/ 80867 w 105203"/>
                    <a:gd name="connsiteY11" fmla="*/ 18336 h 104965"/>
                    <a:gd name="connsiteX12" fmla="*/ 86916 w 105203"/>
                    <a:gd name="connsiteY12" fmla="*/ 24384 h 104965"/>
                    <a:gd name="connsiteX13" fmla="*/ 86916 w 105203"/>
                    <a:gd name="connsiteY13" fmla="*/ 24384 h 104965"/>
                    <a:gd name="connsiteX14" fmla="*/ 80867 w 105203"/>
                    <a:gd name="connsiteY14" fmla="*/ 30432 h 104965"/>
                    <a:gd name="connsiteX15" fmla="*/ 80867 w 105203"/>
                    <a:gd name="connsiteY15" fmla="*/ 30432 h 104965"/>
                    <a:gd name="connsiteX16" fmla="*/ 74819 w 105203"/>
                    <a:gd name="connsiteY16" fmla="*/ 24384 h 104965"/>
                    <a:gd name="connsiteX17" fmla="*/ 74819 w 105203"/>
                    <a:gd name="connsiteY17" fmla="*/ 24384 h 104965"/>
                    <a:gd name="connsiteX18" fmla="*/ 80867 w 105203"/>
                    <a:gd name="connsiteY18" fmla="*/ 18336 h 104965"/>
                    <a:gd name="connsiteX19" fmla="*/ 80867 w 105203"/>
                    <a:gd name="connsiteY19" fmla="*/ 18336 h 104965"/>
                    <a:gd name="connsiteX20" fmla="*/ 52483 w 105203"/>
                    <a:gd name="connsiteY20" fmla="*/ 23860 h 104965"/>
                    <a:gd name="connsiteX21" fmla="*/ 52721 w 105203"/>
                    <a:gd name="connsiteY21" fmla="*/ 23860 h 104965"/>
                    <a:gd name="connsiteX22" fmla="*/ 81343 w 105203"/>
                    <a:gd name="connsiteY22" fmla="*/ 52483 h 104965"/>
                    <a:gd name="connsiteX23" fmla="*/ 81343 w 105203"/>
                    <a:gd name="connsiteY23" fmla="*/ 52483 h 104965"/>
                    <a:gd name="connsiteX24" fmla="*/ 52721 w 105203"/>
                    <a:gd name="connsiteY24" fmla="*/ 81105 h 104965"/>
                    <a:gd name="connsiteX25" fmla="*/ 52483 w 105203"/>
                    <a:gd name="connsiteY25" fmla="*/ 81105 h 104965"/>
                    <a:gd name="connsiteX26" fmla="*/ 24098 w 105203"/>
                    <a:gd name="connsiteY26" fmla="*/ 52483 h 104965"/>
                    <a:gd name="connsiteX27" fmla="*/ 24098 w 105203"/>
                    <a:gd name="connsiteY27" fmla="*/ 52483 h 104965"/>
                    <a:gd name="connsiteX28" fmla="*/ 52483 w 105203"/>
                    <a:gd name="connsiteY28" fmla="*/ 23860 h 104965"/>
                    <a:gd name="connsiteX29" fmla="*/ 52483 w 105203"/>
                    <a:gd name="connsiteY29" fmla="*/ 23860 h 104965"/>
                    <a:gd name="connsiteX30" fmla="*/ 52483 w 105203"/>
                    <a:gd name="connsiteY30" fmla="*/ 33623 h 104965"/>
                    <a:gd name="connsiteX31" fmla="*/ 52721 w 105203"/>
                    <a:gd name="connsiteY31" fmla="*/ 33623 h 104965"/>
                    <a:gd name="connsiteX32" fmla="*/ 71533 w 105203"/>
                    <a:gd name="connsiteY32" fmla="*/ 52435 h 104965"/>
                    <a:gd name="connsiteX33" fmla="*/ 71533 w 105203"/>
                    <a:gd name="connsiteY33" fmla="*/ 52435 h 104965"/>
                    <a:gd name="connsiteX34" fmla="*/ 52721 w 105203"/>
                    <a:gd name="connsiteY34" fmla="*/ 71533 h 104965"/>
                    <a:gd name="connsiteX35" fmla="*/ 52483 w 105203"/>
                    <a:gd name="connsiteY35" fmla="*/ 71533 h 104965"/>
                    <a:gd name="connsiteX36" fmla="*/ 33671 w 105203"/>
                    <a:gd name="connsiteY36" fmla="*/ 52435 h 104965"/>
                    <a:gd name="connsiteX37" fmla="*/ 33671 w 105203"/>
                    <a:gd name="connsiteY37" fmla="*/ 52435 h 104965"/>
                    <a:gd name="connsiteX38" fmla="*/ 52483 w 105203"/>
                    <a:gd name="connsiteY38" fmla="*/ 33623 h 104965"/>
                    <a:gd name="connsiteX39" fmla="*/ 52483 w 105203"/>
                    <a:gd name="connsiteY39" fmla="*/ 33623 h 104965"/>
                    <a:gd name="connsiteX40" fmla="*/ 28623 w 105203"/>
                    <a:gd name="connsiteY40" fmla="*/ 9049 h 104965"/>
                    <a:gd name="connsiteX41" fmla="*/ 76581 w 105203"/>
                    <a:gd name="connsiteY41" fmla="*/ 9049 h 104965"/>
                    <a:gd name="connsiteX42" fmla="*/ 96155 w 105203"/>
                    <a:gd name="connsiteY42" fmla="*/ 28623 h 104965"/>
                    <a:gd name="connsiteX43" fmla="*/ 96155 w 105203"/>
                    <a:gd name="connsiteY43" fmla="*/ 76343 h 104965"/>
                    <a:gd name="connsiteX44" fmla="*/ 76581 w 105203"/>
                    <a:gd name="connsiteY44" fmla="*/ 95917 h 104965"/>
                    <a:gd name="connsiteX45" fmla="*/ 28623 w 105203"/>
                    <a:gd name="connsiteY45" fmla="*/ 95917 h 104965"/>
                    <a:gd name="connsiteX46" fmla="*/ 9049 w 105203"/>
                    <a:gd name="connsiteY46" fmla="*/ 76343 h 104965"/>
                    <a:gd name="connsiteX47" fmla="*/ 9049 w 105203"/>
                    <a:gd name="connsiteY47" fmla="*/ 28623 h 104965"/>
                    <a:gd name="connsiteX48" fmla="*/ 28623 w 105203"/>
                    <a:gd name="connsiteY48" fmla="*/ 9049 h 104965"/>
                    <a:gd name="connsiteX49" fmla="*/ 28623 w 105203"/>
                    <a:gd name="connsiteY49" fmla="*/ 9049 h 104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05203" h="104965">
                      <a:moveTo>
                        <a:pt x="28384" y="0"/>
                      </a:moveTo>
                      <a:lnTo>
                        <a:pt x="76819" y="0"/>
                      </a:lnTo>
                      <a:cubicBezTo>
                        <a:pt x="92392" y="0"/>
                        <a:pt x="105204" y="12811"/>
                        <a:pt x="105204" y="28385"/>
                      </a:cubicBezTo>
                      <a:lnTo>
                        <a:pt x="105204" y="76581"/>
                      </a:lnTo>
                      <a:cubicBezTo>
                        <a:pt x="105204" y="92154"/>
                        <a:pt x="92392" y="104966"/>
                        <a:pt x="76819" y="104966"/>
                      </a:cubicBezTo>
                      <a:lnTo>
                        <a:pt x="28384" y="104966"/>
                      </a:lnTo>
                      <a:cubicBezTo>
                        <a:pt x="12811" y="104966"/>
                        <a:pt x="0" y="92154"/>
                        <a:pt x="0" y="76581"/>
                      </a:cubicBezTo>
                      <a:lnTo>
                        <a:pt x="0" y="28385"/>
                      </a:lnTo>
                      <a:cubicBezTo>
                        <a:pt x="0" y="12811"/>
                        <a:pt x="12811" y="0"/>
                        <a:pt x="28384" y="0"/>
                      </a:cubicBezTo>
                      <a:lnTo>
                        <a:pt x="28384" y="0"/>
                      </a:lnTo>
                      <a:close/>
                      <a:moveTo>
                        <a:pt x="80867" y="18336"/>
                      </a:moveTo>
                      <a:lnTo>
                        <a:pt x="80867" y="18336"/>
                      </a:lnTo>
                      <a:cubicBezTo>
                        <a:pt x="84153" y="18336"/>
                        <a:pt x="86916" y="21098"/>
                        <a:pt x="86916" y="24384"/>
                      </a:cubicBezTo>
                      <a:lnTo>
                        <a:pt x="86916" y="24384"/>
                      </a:lnTo>
                      <a:cubicBezTo>
                        <a:pt x="86916" y="27670"/>
                        <a:pt x="84153" y="30432"/>
                        <a:pt x="80867" y="30432"/>
                      </a:cubicBezTo>
                      <a:lnTo>
                        <a:pt x="80867" y="30432"/>
                      </a:lnTo>
                      <a:cubicBezTo>
                        <a:pt x="77343" y="30432"/>
                        <a:pt x="74819" y="27670"/>
                        <a:pt x="74819" y="24384"/>
                      </a:cubicBezTo>
                      <a:lnTo>
                        <a:pt x="74819" y="24384"/>
                      </a:lnTo>
                      <a:cubicBezTo>
                        <a:pt x="74819" y="21098"/>
                        <a:pt x="77343" y="18336"/>
                        <a:pt x="80867" y="18336"/>
                      </a:cubicBezTo>
                      <a:lnTo>
                        <a:pt x="80867" y="18336"/>
                      </a:lnTo>
                      <a:close/>
                      <a:moveTo>
                        <a:pt x="52483" y="23860"/>
                      </a:moveTo>
                      <a:lnTo>
                        <a:pt x="52721" y="23860"/>
                      </a:lnTo>
                      <a:cubicBezTo>
                        <a:pt x="68294" y="23860"/>
                        <a:pt x="81343" y="36909"/>
                        <a:pt x="81343" y="52483"/>
                      </a:cubicBezTo>
                      <a:lnTo>
                        <a:pt x="81343" y="52483"/>
                      </a:lnTo>
                      <a:cubicBezTo>
                        <a:pt x="81343" y="68294"/>
                        <a:pt x="68294" y="81105"/>
                        <a:pt x="52721" y="81105"/>
                      </a:cubicBezTo>
                      <a:lnTo>
                        <a:pt x="52483" y="81105"/>
                      </a:lnTo>
                      <a:cubicBezTo>
                        <a:pt x="36909" y="81105"/>
                        <a:pt x="24098" y="68294"/>
                        <a:pt x="24098" y="52483"/>
                      </a:cubicBezTo>
                      <a:lnTo>
                        <a:pt x="24098" y="52483"/>
                      </a:lnTo>
                      <a:cubicBezTo>
                        <a:pt x="24098" y="36909"/>
                        <a:pt x="36909" y="23860"/>
                        <a:pt x="52483" y="23860"/>
                      </a:cubicBezTo>
                      <a:lnTo>
                        <a:pt x="52483" y="23860"/>
                      </a:lnTo>
                      <a:close/>
                      <a:moveTo>
                        <a:pt x="52483" y="33623"/>
                      </a:moveTo>
                      <a:lnTo>
                        <a:pt x="52721" y="33623"/>
                      </a:lnTo>
                      <a:cubicBezTo>
                        <a:pt x="63008" y="33623"/>
                        <a:pt x="71533" y="42148"/>
                        <a:pt x="71533" y="52435"/>
                      </a:cubicBezTo>
                      <a:lnTo>
                        <a:pt x="71533" y="52435"/>
                      </a:lnTo>
                      <a:cubicBezTo>
                        <a:pt x="71533" y="62960"/>
                        <a:pt x="63008" y="71533"/>
                        <a:pt x="52721" y="71533"/>
                      </a:cubicBezTo>
                      <a:lnTo>
                        <a:pt x="52483" y="71533"/>
                      </a:lnTo>
                      <a:cubicBezTo>
                        <a:pt x="42196" y="71533"/>
                        <a:pt x="33671" y="63008"/>
                        <a:pt x="33671" y="52435"/>
                      </a:cubicBezTo>
                      <a:lnTo>
                        <a:pt x="33671" y="52435"/>
                      </a:lnTo>
                      <a:cubicBezTo>
                        <a:pt x="33671" y="42148"/>
                        <a:pt x="42196" y="33623"/>
                        <a:pt x="52483" y="33623"/>
                      </a:cubicBezTo>
                      <a:lnTo>
                        <a:pt x="52483" y="33623"/>
                      </a:lnTo>
                      <a:close/>
                      <a:moveTo>
                        <a:pt x="28623" y="9049"/>
                      </a:moveTo>
                      <a:lnTo>
                        <a:pt x="76581" y="9049"/>
                      </a:lnTo>
                      <a:cubicBezTo>
                        <a:pt x="87392" y="9049"/>
                        <a:pt x="96155" y="17812"/>
                        <a:pt x="96155" y="28623"/>
                      </a:cubicBezTo>
                      <a:lnTo>
                        <a:pt x="96155" y="76343"/>
                      </a:lnTo>
                      <a:cubicBezTo>
                        <a:pt x="96155" y="87154"/>
                        <a:pt x="87392" y="95917"/>
                        <a:pt x="76581" y="95917"/>
                      </a:cubicBezTo>
                      <a:lnTo>
                        <a:pt x="28623" y="95917"/>
                      </a:lnTo>
                      <a:cubicBezTo>
                        <a:pt x="17812" y="95917"/>
                        <a:pt x="9049" y="87154"/>
                        <a:pt x="9049" y="76343"/>
                      </a:cubicBezTo>
                      <a:lnTo>
                        <a:pt x="9049" y="28623"/>
                      </a:lnTo>
                      <a:cubicBezTo>
                        <a:pt x="9049" y="17812"/>
                        <a:pt x="17812" y="9049"/>
                        <a:pt x="28623" y="9049"/>
                      </a:cubicBezTo>
                      <a:lnTo>
                        <a:pt x="28623" y="9049"/>
                      </a:lnTo>
                      <a:close/>
                    </a:path>
                  </a:pathLst>
                </a:custGeom>
                <a:solidFill>
                  <a:srgbClr val="FFFFFF"/>
                </a:solidFill>
                <a:ln w="4763" cap="flat">
                  <a:noFill/>
                  <a:prstDash val="solid"/>
                  <a:miter/>
                </a:ln>
              </p:spPr>
              <p:txBody>
                <a:bodyPr rtlCol="0" anchor="ctr"/>
                <a:lstStyle/>
                <a:p>
                  <a:endParaRPr lang="en-AU" sz="1800"/>
                </a:p>
              </p:txBody>
            </p:sp>
          </p:grpSp>
          <p:grpSp>
            <p:nvGrpSpPr>
              <p:cNvPr id="24" name="Graphic 3">
                <a:extLst>
                  <a:ext uri="{FF2B5EF4-FFF2-40B4-BE49-F238E27FC236}">
                    <a16:creationId xmlns:a16="http://schemas.microsoft.com/office/drawing/2014/main" id="{1E38CE80-668F-33FD-4068-4CE84CB701AD}"/>
                  </a:ext>
                </a:extLst>
              </p:cNvPr>
              <p:cNvGrpSpPr/>
              <p:nvPr/>
            </p:nvGrpSpPr>
            <p:grpSpPr>
              <a:xfrm>
                <a:off x="217360" y="4600908"/>
                <a:ext cx="171354" cy="171354"/>
                <a:chOff x="217360" y="4600908"/>
                <a:chExt cx="171354" cy="171354"/>
              </a:xfrm>
              <a:solidFill>
                <a:srgbClr val="FFFFFF"/>
              </a:solidFill>
            </p:grpSpPr>
            <p:sp>
              <p:nvSpPr>
                <p:cNvPr id="25" name="Freeform: Shape 24">
                  <a:extLst>
                    <a:ext uri="{FF2B5EF4-FFF2-40B4-BE49-F238E27FC236}">
                      <a16:creationId xmlns:a16="http://schemas.microsoft.com/office/drawing/2014/main" id="{DC5C4339-27F3-3A60-4691-313A45B4636F}"/>
                    </a:ext>
                  </a:extLst>
                </p:cNvPr>
                <p:cNvSpPr/>
                <p:nvPr/>
              </p:nvSpPr>
              <p:spPr>
                <a:xfrm>
                  <a:off x="217360" y="4600908"/>
                  <a:ext cx="171354" cy="171354"/>
                </a:xfrm>
                <a:custGeom>
                  <a:avLst/>
                  <a:gdLst>
                    <a:gd name="connsiteX0" fmla="*/ 85677 w 171354"/>
                    <a:gd name="connsiteY0" fmla="*/ 171355 h 171354"/>
                    <a:gd name="connsiteX1" fmla="*/ 0 w 171354"/>
                    <a:gd name="connsiteY1" fmla="*/ 85677 h 171354"/>
                    <a:gd name="connsiteX2" fmla="*/ 85677 w 171354"/>
                    <a:gd name="connsiteY2" fmla="*/ 0 h 171354"/>
                    <a:gd name="connsiteX3" fmla="*/ 171355 w 171354"/>
                    <a:gd name="connsiteY3" fmla="*/ 85677 h 171354"/>
                    <a:gd name="connsiteX4" fmla="*/ 85677 w 171354"/>
                    <a:gd name="connsiteY4" fmla="*/ 171355 h 171354"/>
                    <a:gd name="connsiteX5" fmla="*/ 85677 w 171354"/>
                    <a:gd name="connsiteY5" fmla="*/ 6620 h 171354"/>
                    <a:gd name="connsiteX6" fmla="*/ 6620 w 171354"/>
                    <a:gd name="connsiteY6" fmla="*/ 85677 h 171354"/>
                    <a:gd name="connsiteX7" fmla="*/ 85677 w 171354"/>
                    <a:gd name="connsiteY7" fmla="*/ 164735 h 171354"/>
                    <a:gd name="connsiteX8" fmla="*/ 164735 w 171354"/>
                    <a:gd name="connsiteY8" fmla="*/ 85677 h 171354"/>
                    <a:gd name="connsiteX9" fmla="*/ 85677 w 171354"/>
                    <a:gd name="connsiteY9" fmla="*/ 6620 h 171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54" h="171354">
                      <a:moveTo>
                        <a:pt x="85677" y="171355"/>
                      </a:moveTo>
                      <a:cubicBezTo>
                        <a:pt x="38433" y="171355"/>
                        <a:pt x="0" y="132921"/>
                        <a:pt x="0" y="85677"/>
                      </a:cubicBezTo>
                      <a:cubicBezTo>
                        <a:pt x="0" y="38433"/>
                        <a:pt x="38433" y="0"/>
                        <a:pt x="85677" y="0"/>
                      </a:cubicBezTo>
                      <a:cubicBezTo>
                        <a:pt x="132921" y="0"/>
                        <a:pt x="171355" y="38433"/>
                        <a:pt x="171355" y="85677"/>
                      </a:cubicBezTo>
                      <a:cubicBezTo>
                        <a:pt x="171355" y="132921"/>
                        <a:pt x="132921" y="171355"/>
                        <a:pt x="85677" y="171355"/>
                      </a:cubicBezTo>
                      <a:close/>
                      <a:moveTo>
                        <a:pt x="85677" y="6620"/>
                      </a:moveTo>
                      <a:cubicBezTo>
                        <a:pt x="42101" y="6620"/>
                        <a:pt x="6620" y="42101"/>
                        <a:pt x="6620" y="85677"/>
                      </a:cubicBezTo>
                      <a:cubicBezTo>
                        <a:pt x="6620" y="129254"/>
                        <a:pt x="42101" y="164735"/>
                        <a:pt x="85677" y="164735"/>
                      </a:cubicBezTo>
                      <a:cubicBezTo>
                        <a:pt x="129254" y="164735"/>
                        <a:pt x="164735" y="129254"/>
                        <a:pt x="164735" y="85677"/>
                      </a:cubicBezTo>
                      <a:cubicBezTo>
                        <a:pt x="164735" y="42101"/>
                        <a:pt x="129254" y="6620"/>
                        <a:pt x="85677" y="6620"/>
                      </a:cubicBezTo>
                      <a:close/>
                    </a:path>
                  </a:pathLst>
                </a:custGeom>
                <a:solidFill>
                  <a:srgbClr val="FFFFFF"/>
                </a:solidFill>
                <a:ln w="4763" cap="flat">
                  <a:noFill/>
                  <a:prstDash val="solid"/>
                  <a:miter/>
                </a:ln>
              </p:spPr>
              <p:txBody>
                <a:bodyPr rtlCol="0" anchor="ctr"/>
                <a:lstStyle/>
                <a:p>
                  <a:endParaRPr lang="en-AU" sz="1800"/>
                </a:p>
              </p:txBody>
            </p:sp>
            <p:sp>
              <p:nvSpPr>
                <p:cNvPr id="26" name="Freeform: Shape 25">
                  <a:extLst>
                    <a:ext uri="{FF2B5EF4-FFF2-40B4-BE49-F238E27FC236}">
                      <a16:creationId xmlns:a16="http://schemas.microsoft.com/office/drawing/2014/main" id="{4E0AF755-8025-9045-AFC0-345262DD6301}"/>
                    </a:ext>
                  </a:extLst>
                </p:cNvPr>
                <p:cNvSpPr/>
                <p:nvPr/>
              </p:nvSpPr>
              <p:spPr>
                <a:xfrm>
                  <a:off x="265223" y="4643008"/>
                  <a:ext cx="75580" cy="76009"/>
                </a:xfrm>
                <a:custGeom>
                  <a:avLst/>
                  <a:gdLst>
                    <a:gd name="connsiteX0" fmla="*/ 1524 w 75580"/>
                    <a:gd name="connsiteY0" fmla="*/ 25527 h 76009"/>
                    <a:gd name="connsiteX1" fmla="*/ 16526 w 75580"/>
                    <a:gd name="connsiteY1" fmla="*/ 25527 h 76009"/>
                    <a:gd name="connsiteX2" fmla="*/ 16526 w 75580"/>
                    <a:gd name="connsiteY2" fmla="*/ 75914 h 76009"/>
                    <a:gd name="connsiteX3" fmla="*/ 1524 w 75580"/>
                    <a:gd name="connsiteY3" fmla="*/ 75914 h 76009"/>
                    <a:gd name="connsiteX4" fmla="*/ 1524 w 75580"/>
                    <a:gd name="connsiteY4" fmla="*/ 25527 h 76009"/>
                    <a:gd name="connsiteX5" fmla="*/ 8906 w 75580"/>
                    <a:gd name="connsiteY5" fmla="*/ 0 h 76009"/>
                    <a:gd name="connsiteX6" fmla="*/ 18002 w 75580"/>
                    <a:gd name="connsiteY6" fmla="*/ 9096 h 76009"/>
                    <a:gd name="connsiteX7" fmla="*/ 8906 w 75580"/>
                    <a:gd name="connsiteY7" fmla="*/ 18193 h 76009"/>
                    <a:gd name="connsiteX8" fmla="*/ 0 w 75580"/>
                    <a:gd name="connsiteY8" fmla="*/ 9096 h 76009"/>
                    <a:gd name="connsiteX9" fmla="*/ 8906 w 75580"/>
                    <a:gd name="connsiteY9" fmla="*/ 0 h 76009"/>
                    <a:gd name="connsiteX10" fmla="*/ 8906 w 75580"/>
                    <a:gd name="connsiteY10" fmla="*/ 0 h 76009"/>
                    <a:gd name="connsiteX11" fmla="*/ 25384 w 75580"/>
                    <a:gd name="connsiteY11" fmla="*/ 25527 h 76009"/>
                    <a:gd name="connsiteX12" fmla="*/ 40195 w 75580"/>
                    <a:gd name="connsiteY12" fmla="*/ 25527 h 76009"/>
                    <a:gd name="connsiteX13" fmla="*/ 40195 w 75580"/>
                    <a:gd name="connsiteY13" fmla="*/ 32575 h 76009"/>
                    <a:gd name="connsiteX14" fmla="*/ 54435 w 75580"/>
                    <a:gd name="connsiteY14" fmla="*/ 25003 h 76009"/>
                    <a:gd name="connsiteX15" fmla="*/ 58531 w 75580"/>
                    <a:gd name="connsiteY15" fmla="*/ 25003 h 76009"/>
                    <a:gd name="connsiteX16" fmla="*/ 75581 w 75580"/>
                    <a:gd name="connsiteY16" fmla="*/ 42053 h 76009"/>
                    <a:gd name="connsiteX17" fmla="*/ 75581 w 75580"/>
                    <a:gd name="connsiteY17" fmla="*/ 75962 h 76009"/>
                    <a:gd name="connsiteX18" fmla="*/ 60769 w 75580"/>
                    <a:gd name="connsiteY18" fmla="*/ 75962 h 76009"/>
                    <a:gd name="connsiteX19" fmla="*/ 60769 w 75580"/>
                    <a:gd name="connsiteY19" fmla="*/ 71342 h 76009"/>
                    <a:gd name="connsiteX20" fmla="*/ 60769 w 75580"/>
                    <a:gd name="connsiteY20" fmla="*/ 71342 h 76009"/>
                    <a:gd name="connsiteX21" fmla="*/ 60769 w 75580"/>
                    <a:gd name="connsiteY21" fmla="*/ 48768 h 76009"/>
                    <a:gd name="connsiteX22" fmla="*/ 60769 w 75580"/>
                    <a:gd name="connsiteY22" fmla="*/ 48768 h 76009"/>
                    <a:gd name="connsiteX23" fmla="*/ 50959 w 75580"/>
                    <a:gd name="connsiteY23" fmla="*/ 38576 h 76009"/>
                    <a:gd name="connsiteX24" fmla="*/ 50959 w 75580"/>
                    <a:gd name="connsiteY24" fmla="*/ 38576 h 76009"/>
                    <a:gd name="connsiteX25" fmla="*/ 40195 w 75580"/>
                    <a:gd name="connsiteY25" fmla="*/ 48768 h 76009"/>
                    <a:gd name="connsiteX26" fmla="*/ 40195 w 75580"/>
                    <a:gd name="connsiteY26" fmla="*/ 48768 h 76009"/>
                    <a:gd name="connsiteX27" fmla="*/ 40195 w 75580"/>
                    <a:gd name="connsiteY27" fmla="*/ 76009 h 76009"/>
                    <a:gd name="connsiteX28" fmla="*/ 25384 w 75580"/>
                    <a:gd name="connsiteY28" fmla="*/ 76009 h 76009"/>
                    <a:gd name="connsiteX29" fmla="*/ 25384 w 75580"/>
                    <a:gd name="connsiteY29" fmla="*/ 25622 h 76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75580" h="76009">
                      <a:moveTo>
                        <a:pt x="1524" y="25527"/>
                      </a:moveTo>
                      <a:lnTo>
                        <a:pt x="16526" y="25527"/>
                      </a:lnTo>
                      <a:lnTo>
                        <a:pt x="16526" y="75914"/>
                      </a:lnTo>
                      <a:lnTo>
                        <a:pt x="1524" y="75914"/>
                      </a:lnTo>
                      <a:lnTo>
                        <a:pt x="1524" y="25527"/>
                      </a:lnTo>
                      <a:close/>
                      <a:moveTo>
                        <a:pt x="8906" y="0"/>
                      </a:moveTo>
                      <a:cubicBezTo>
                        <a:pt x="13907" y="0"/>
                        <a:pt x="18002" y="4096"/>
                        <a:pt x="18002" y="9096"/>
                      </a:cubicBezTo>
                      <a:cubicBezTo>
                        <a:pt x="18002" y="14097"/>
                        <a:pt x="13907" y="18193"/>
                        <a:pt x="8906" y="18193"/>
                      </a:cubicBezTo>
                      <a:cubicBezTo>
                        <a:pt x="3905" y="18193"/>
                        <a:pt x="0" y="14097"/>
                        <a:pt x="0" y="9096"/>
                      </a:cubicBezTo>
                      <a:cubicBezTo>
                        <a:pt x="0" y="4096"/>
                        <a:pt x="3905" y="0"/>
                        <a:pt x="8906" y="0"/>
                      </a:cubicBezTo>
                      <a:lnTo>
                        <a:pt x="8906" y="0"/>
                      </a:lnTo>
                      <a:close/>
                      <a:moveTo>
                        <a:pt x="25384" y="25527"/>
                      </a:moveTo>
                      <a:lnTo>
                        <a:pt x="40195" y="25527"/>
                      </a:lnTo>
                      <a:lnTo>
                        <a:pt x="40195" y="32575"/>
                      </a:lnTo>
                      <a:cubicBezTo>
                        <a:pt x="43339" y="27956"/>
                        <a:pt x="48530" y="25003"/>
                        <a:pt x="54435" y="25003"/>
                      </a:cubicBezTo>
                      <a:lnTo>
                        <a:pt x="58531" y="25003"/>
                      </a:lnTo>
                      <a:cubicBezTo>
                        <a:pt x="67961" y="25003"/>
                        <a:pt x="75581" y="32766"/>
                        <a:pt x="75581" y="42053"/>
                      </a:cubicBezTo>
                      <a:lnTo>
                        <a:pt x="75581" y="75962"/>
                      </a:lnTo>
                      <a:lnTo>
                        <a:pt x="60769" y="75962"/>
                      </a:lnTo>
                      <a:lnTo>
                        <a:pt x="60769" y="71342"/>
                      </a:lnTo>
                      <a:lnTo>
                        <a:pt x="60769" y="71342"/>
                      </a:lnTo>
                      <a:lnTo>
                        <a:pt x="60769" y="48768"/>
                      </a:lnTo>
                      <a:lnTo>
                        <a:pt x="60769" y="48768"/>
                      </a:lnTo>
                      <a:cubicBezTo>
                        <a:pt x="60579" y="43005"/>
                        <a:pt x="56674" y="38576"/>
                        <a:pt x="50959" y="38576"/>
                      </a:cubicBezTo>
                      <a:lnTo>
                        <a:pt x="50959" y="38576"/>
                      </a:lnTo>
                      <a:cubicBezTo>
                        <a:pt x="45196" y="38576"/>
                        <a:pt x="40386" y="43005"/>
                        <a:pt x="40195" y="48768"/>
                      </a:cubicBezTo>
                      <a:lnTo>
                        <a:pt x="40195" y="48768"/>
                      </a:lnTo>
                      <a:lnTo>
                        <a:pt x="40195" y="76009"/>
                      </a:lnTo>
                      <a:lnTo>
                        <a:pt x="25384" y="76009"/>
                      </a:lnTo>
                      <a:lnTo>
                        <a:pt x="25384" y="25622"/>
                      </a:lnTo>
                      <a:close/>
                    </a:path>
                  </a:pathLst>
                </a:custGeom>
                <a:solidFill>
                  <a:srgbClr val="FFFFFF"/>
                </a:solidFill>
                <a:ln w="4763" cap="flat">
                  <a:noFill/>
                  <a:prstDash val="solid"/>
                  <a:miter/>
                </a:ln>
              </p:spPr>
              <p:txBody>
                <a:bodyPr rtlCol="0" anchor="ctr"/>
                <a:lstStyle/>
                <a:p>
                  <a:endParaRPr lang="en-AU" sz="1800"/>
                </a:p>
              </p:txBody>
            </p:sp>
          </p:grpSp>
          <p:grpSp>
            <p:nvGrpSpPr>
              <p:cNvPr id="27" name="Graphic 3">
                <a:extLst>
                  <a:ext uri="{FF2B5EF4-FFF2-40B4-BE49-F238E27FC236}">
                    <a16:creationId xmlns:a16="http://schemas.microsoft.com/office/drawing/2014/main" id="{4AF81122-B682-3D4F-1692-03A9A1D0D0D9}"/>
                  </a:ext>
                </a:extLst>
              </p:cNvPr>
              <p:cNvGrpSpPr/>
              <p:nvPr/>
            </p:nvGrpSpPr>
            <p:grpSpPr>
              <a:xfrm>
                <a:off x="991457" y="4600908"/>
                <a:ext cx="171354" cy="171354"/>
                <a:chOff x="991457" y="4600908"/>
                <a:chExt cx="171354" cy="171354"/>
              </a:xfrm>
              <a:solidFill>
                <a:srgbClr val="FFFFFF"/>
              </a:solidFill>
            </p:grpSpPr>
            <p:sp>
              <p:nvSpPr>
                <p:cNvPr id="28" name="Freeform: Shape 27">
                  <a:extLst>
                    <a:ext uri="{FF2B5EF4-FFF2-40B4-BE49-F238E27FC236}">
                      <a16:creationId xmlns:a16="http://schemas.microsoft.com/office/drawing/2014/main" id="{C107F021-466F-02E9-8D53-CF6B99842509}"/>
                    </a:ext>
                  </a:extLst>
                </p:cNvPr>
                <p:cNvSpPr/>
                <p:nvPr/>
              </p:nvSpPr>
              <p:spPr>
                <a:xfrm>
                  <a:off x="991457" y="4600908"/>
                  <a:ext cx="171354" cy="171354"/>
                </a:xfrm>
                <a:custGeom>
                  <a:avLst/>
                  <a:gdLst>
                    <a:gd name="connsiteX0" fmla="*/ 85677 w 171354"/>
                    <a:gd name="connsiteY0" fmla="*/ 171355 h 171354"/>
                    <a:gd name="connsiteX1" fmla="*/ 0 w 171354"/>
                    <a:gd name="connsiteY1" fmla="*/ 85677 h 171354"/>
                    <a:gd name="connsiteX2" fmla="*/ 85677 w 171354"/>
                    <a:gd name="connsiteY2" fmla="*/ 0 h 171354"/>
                    <a:gd name="connsiteX3" fmla="*/ 171355 w 171354"/>
                    <a:gd name="connsiteY3" fmla="*/ 85677 h 171354"/>
                    <a:gd name="connsiteX4" fmla="*/ 85677 w 171354"/>
                    <a:gd name="connsiteY4" fmla="*/ 171355 h 171354"/>
                    <a:gd name="connsiteX5" fmla="*/ 85677 w 171354"/>
                    <a:gd name="connsiteY5" fmla="*/ 6620 h 171354"/>
                    <a:gd name="connsiteX6" fmla="*/ 6620 w 171354"/>
                    <a:gd name="connsiteY6" fmla="*/ 85677 h 171354"/>
                    <a:gd name="connsiteX7" fmla="*/ 85677 w 171354"/>
                    <a:gd name="connsiteY7" fmla="*/ 164735 h 171354"/>
                    <a:gd name="connsiteX8" fmla="*/ 164735 w 171354"/>
                    <a:gd name="connsiteY8" fmla="*/ 85677 h 171354"/>
                    <a:gd name="connsiteX9" fmla="*/ 85677 w 171354"/>
                    <a:gd name="connsiteY9" fmla="*/ 6620 h 171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354" h="171354">
                      <a:moveTo>
                        <a:pt x="85677" y="171355"/>
                      </a:moveTo>
                      <a:cubicBezTo>
                        <a:pt x="38433" y="171355"/>
                        <a:pt x="0" y="132921"/>
                        <a:pt x="0" y="85677"/>
                      </a:cubicBezTo>
                      <a:cubicBezTo>
                        <a:pt x="0" y="38433"/>
                        <a:pt x="38433" y="0"/>
                        <a:pt x="85677" y="0"/>
                      </a:cubicBezTo>
                      <a:cubicBezTo>
                        <a:pt x="132921" y="0"/>
                        <a:pt x="171355" y="38433"/>
                        <a:pt x="171355" y="85677"/>
                      </a:cubicBezTo>
                      <a:cubicBezTo>
                        <a:pt x="171355" y="132921"/>
                        <a:pt x="132921" y="171355"/>
                        <a:pt x="85677" y="171355"/>
                      </a:cubicBezTo>
                      <a:close/>
                      <a:moveTo>
                        <a:pt x="85677" y="6620"/>
                      </a:moveTo>
                      <a:cubicBezTo>
                        <a:pt x="42101" y="6620"/>
                        <a:pt x="6620" y="42101"/>
                        <a:pt x="6620" y="85677"/>
                      </a:cubicBezTo>
                      <a:cubicBezTo>
                        <a:pt x="6620" y="129254"/>
                        <a:pt x="42101" y="164735"/>
                        <a:pt x="85677" y="164735"/>
                      </a:cubicBezTo>
                      <a:cubicBezTo>
                        <a:pt x="129254" y="164735"/>
                        <a:pt x="164735" y="129254"/>
                        <a:pt x="164735" y="85677"/>
                      </a:cubicBezTo>
                      <a:cubicBezTo>
                        <a:pt x="164735" y="42101"/>
                        <a:pt x="129254" y="6620"/>
                        <a:pt x="85677" y="6620"/>
                      </a:cubicBezTo>
                      <a:close/>
                    </a:path>
                  </a:pathLst>
                </a:custGeom>
                <a:solidFill>
                  <a:srgbClr val="FFFFFF"/>
                </a:solidFill>
                <a:ln w="4763" cap="flat">
                  <a:noFill/>
                  <a:prstDash val="solid"/>
                  <a:miter/>
                </a:ln>
              </p:spPr>
              <p:txBody>
                <a:bodyPr rtlCol="0" anchor="ctr"/>
                <a:lstStyle/>
                <a:p>
                  <a:endParaRPr lang="en-AU" sz="1800"/>
                </a:p>
              </p:txBody>
            </p:sp>
            <p:sp>
              <p:nvSpPr>
                <p:cNvPr id="29" name="Freeform: Shape 28">
                  <a:extLst>
                    <a:ext uri="{FF2B5EF4-FFF2-40B4-BE49-F238E27FC236}">
                      <a16:creationId xmlns:a16="http://schemas.microsoft.com/office/drawing/2014/main" id="{0A6EAA11-2208-EDD8-E640-9C795B4DAED8}"/>
                    </a:ext>
                  </a:extLst>
                </p:cNvPr>
                <p:cNvSpPr/>
                <p:nvPr/>
              </p:nvSpPr>
              <p:spPr>
                <a:xfrm>
                  <a:off x="1026509" y="4650581"/>
                  <a:ext cx="101441" cy="71723"/>
                </a:xfrm>
                <a:custGeom>
                  <a:avLst/>
                  <a:gdLst>
                    <a:gd name="connsiteX0" fmla="*/ 100251 w 101441"/>
                    <a:gd name="connsiteY0" fmla="*/ 15764 h 71723"/>
                    <a:gd name="connsiteX1" fmla="*/ 81105 w 101441"/>
                    <a:gd name="connsiteY1" fmla="*/ 1191 h 71723"/>
                    <a:gd name="connsiteX2" fmla="*/ 50721 w 101441"/>
                    <a:gd name="connsiteY2" fmla="*/ 0 h 71723"/>
                    <a:gd name="connsiteX3" fmla="*/ 20336 w 101441"/>
                    <a:gd name="connsiteY3" fmla="*/ 1191 h 71723"/>
                    <a:gd name="connsiteX4" fmla="*/ 1000 w 101441"/>
                    <a:gd name="connsiteY4" fmla="*/ 15764 h 71723"/>
                    <a:gd name="connsiteX5" fmla="*/ 0 w 101441"/>
                    <a:gd name="connsiteY5" fmla="*/ 35862 h 71723"/>
                    <a:gd name="connsiteX6" fmla="*/ 1000 w 101441"/>
                    <a:gd name="connsiteY6" fmla="*/ 55959 h 71723"/>
                    <a:gd name="connsiteX7" fmla="*/ 20336 w 101441"/>
                    <a:gd name="connsiteY7" fmla="*/ 70533 h 71723"/>
                    <a:gd name="connsiteX8" fmla="*/ 50721 w 101441"/>
                    <a:gd name="connsiteY8" fmla="*/ 71723 h 71723"/>
                    <a:gd name="connsiteX9" fmla="*/ 81105 w 101441"/>
                    <a:gd name="connsiteY9" fmla="*/ 70533 h 71723"/>
                    <a:gd name="connsiteX10" fmla="*/ 100251 w 101441"/>
                    <a:gd name="connsiteY10" fmla="*/ 55959 h 71723"/>
                    <a:gd name="connsiteX11" fmla="*/ 101441 w 101441"/>
                    <a:gd name="connsiteY11" fmla="*/ 35862 h 71723"/>
                    <a:gd name="connsiteX12" fmla="*/ 100251 w 101441"/>
                    <a:gd name="connsiteY12" fmla="*/ 15764 h 71723"/>
                    <a:gd name="connsiteX13" fmla="*/ 40481 w 101441"/>
                    <a:gd name="connsiteY13" fmla="*/ 51292 h 71723"/>
                    <a:gd name="connsiteX14" fmla="*/ 40481 w 101441"/>
                    <a:gd name="connsiteY14" fmla="*/ 20717 h 71723"/>
                    <a:gd name="connsiteX15" fmla="*/ 66913 w 101441"/>
                    <a:gd name="connsiteY15" fmla="*/ 35909 h 71723"/>
                    <a:gd name="connsiteX16" fmla="*/ 40481 w 101441"/>
                    <a:gd name="connsiteY16" fmla="*/ 51292 h 71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1441" h="71723">
                      <a:moveTo>
                        <a:pt x="100251" y="15764"/>
                      </a:moveTo>
                      <a:cubicBezTo>
                        <a:pt x="98679" y="4143"/>
                        <a:pt x="92774" y="2143"/>
                        <a:pt x="81105" y="1191"/>
                      </a:cubicBezTo>
                      <a:cubicBezTo>
                        <a:pt x="71057" y="381"/>
                        <a:pt x="59627" y="0"/>
                        <a:pt x="50721" y="0"/>
                      </a:cubicBezTo>
                      <a:cubicBezTo>
                        <a:pt x="41815" y="0"/>
                        <a:pt x="30194" y="381"/>
                        <a:pt x="20336" y="1191"/>
                      </a:cubicBezTo>
                      <a:cubicBezTo>
                        <a:pt x="8715" y="2191"/>
                        <a:pt x="2572" y="4143"/>
                        <a:pt x="1000" y="15764"/>
                      </a:cubicBezTo>
                      <a:cubicBezTo>
                        <a:pt x="429" y="21098"/>
                        <a:pt x="0" y="28384"/>
                        <a:pt x="0" y="35862"/>
                      </a:cubicBezTo>
                      <a:cubicBezTo>
                        <a:pt x="0" y="43339"/>
                        <a:pt x="381" y="50864"/>
                        <a:pt x="1000" y="55959"/>
                      </a:cubicBezTo>
                      <a:cubicBezTo>
                        <a:pt x="2572" y="67818"/>
                        <a:pt x="8715" y="69580"/>
                        <a:pt x="20336" y="70533"/>
                      </a:cubicBezTo>
                      <a:cubicBezTo>
                        <a:pt x="30194" y="71533"/>
                        <a:pt x="41815" y="71723"/>
                        <a:pt x="50721" y="71723"/>
                      </a:cubicBezTo>
                      <a:cubicBezTo>
                        <a:pt x="59627" y="71723"/>
                        <a:pt x="71057" y="71533"/>
                        <a:pt x="81105" y="70533"/>
                      </a:cubicBezTo>
                      <a:cubicBezTo>
                        <a:pt x="92726" y="69532"/>
                        <a:pt x="98679" y="67770"/>
                        <a:pt x="100251" y="55959"/>
                      </a:cubicBezTo>
                      <a:cubicBezTo>
                        <a:pt x="101060" y="50816"/>
                        <a:pt x="101441" y="43339"/>
                        <a:pt x="101441" y="35862"/>
                      </a:cubicBezTo>
                      <a:cubicBezTo>
                        <a:pt x="101441" y="28384"/>
                        <a:pt x="101060" y="21050"/>
                        <a:pt x="100251" y="15764"/>
                      </a:cubicBezTo>
                      <a:close/>
                      <a:moveTo>
                        <a:pt x="40481" y="51292"/>
                      </a:moveTo>
                      <a:lnTo>
                        <a:pt x="40481" y="20717"/>
                      </a:lnTo>
                      <a:lnTo>
                        <a:pt x="66913" y="35909"/>
                      </a:lnTo>
                      <a:lnTo>
                        <a:pt x="40481" y="51292"/>
                      </a:lnTo>
                      <a:close/>
                    </a:path>
                  </a:pathLst>
                </a:custGeom>
                <a:solidFill>
                  <a:srgbClr val="FFFFFF"/>
                </a:solidFill>
                <a:ln w="4763" cap="flat">
                  <a:noFill/>
                  <a:prstDash val="solid"/>
                  <a:miter/>
                </a:ln>
              </p:spPr>
              <p:txBody>
                <a:bodyPr rtlCol="0" anchor="ctr"/>
                <a:lstStyle/>
                <a:p>
                  <a:endParaRPr lang="en-AU" sz="1800"/>
                </a:p>
              </p:txBody>
            </p:sp>
          </p:grpSp>
        </p:grpSp>
        <p:sp>
          <p:nvSpPr>
            <p:cNvPr id="30" name="TextBox 29">
              <a:extLst>
                <a:ext uri="{FF2B5EF4-FFF2-40B4-BE49-F238E27FC236}">
                  <a16:creationId xmlns:a16="http://schemas.microsoft.com/office/drawing/2014/main" id="{86AA1CEC-8694-F371-4526-F602B1F47D9A}"/>
                </a:ext>
              </a:extLst>
            </p:cNvPr>
            <p:cNvSpPr txBox="1"/>
            <p:nvPr/>
          </p:nvSpPr>
          <p:spPr>
            <a:xfrm>
              <a:off x="293584" y="4573623"/>
              <a:ext cx="2365091" cy="161583"/>
            </a:xfrm>
            <a:prstGeom prst="rect">
              <a:avLst/>
            </a:prstGeom>
            <a:noFill/>
          </p:spPr>
          <p:txBody>
            <a:bodyPr wrap="square" rtlCol="0">
              <a:spAutoFit/>
            </a:bodyPr>
            <a:lstStyle/>
            <a:p>
              <a:r>
                <a:rPr lang="en-US" sz="800" b="0" i="0">
                  <a:solidFill>
                    <a:schemeClr val="bg1"/>
                  </a:solidFill>
                  <a:effectLst/>
                  <a:latin typeface="Aptos" panose="020B0004020202020204" pitchFamily="34" charset="0"/>
                </a:rPr>
                <a:t>Copyright </a:t>
              </a:r>
              <a:r>
                <a:rPr lang="en-US" sz="800" b="0" i="0">
                  <a:solidFill>
                    <a:schemeClr val="bg1"/>
                  </a:solidFill>
                  <a:effectLst/>
                  <a:latin typeface="Aptos" panose="020B0004020202020204" pitchFamily="34" charset="0"/>
                  <a:cs typeface="Aptos" panose="020B0004020202020204" pitchFamily="34" charset="0"/>
                </a:rPr>
                <a:t>© </a:t>
              </a:r>
              <a:r>
                <a:rPr lang="en-US" sz="800" b="0" i="0">
                  <a:solidFill>
                    <a:schemeClr val="bg1"/>
                  </a:solidFill>
                  <a:effectLst/>
                  <a:latin typeface="Aptos" panose="020B0004020202020204" pitchFamily="34" charset="0"/>
                </a:rPr>
                <a:t>2025 Ascendion. All Rights Reserved.</a:t>
              </a:r>
              <a:endParaRPr lang="en-US" sz="800" b="0" i="0">
                <a:solidFill>
                  <a:schemeClr val="bg1"/>
                </a:solidFill>
                <a:latin typeface="Aptos" panose="020B0004020202020204" pitchFamily="34" charset="0"/>
              </a:endParaRPr>
            </a:p>
          </p:txBody>
        </p:sp>
        <p:sp>
          <p:nvSpPr>
            <p:cNvPr id="7" name="Freeform: Shape 6">
              <a:extLst>
                <a:ext uri="{FF2B5EF4-FFF2-40B4-BE49-F238E27FC236}">
                  <a16:creationId xmlns:a16="http://schemas.microsoft.com/office/drawing/2014/main" id="{062A0499-A8C5-48B9-4332-0E2E556AADE8}"/>
                </a:ext>
              </a:extLst>
            </p:cNvPr>
            <p:cNvSpPr/>
            <p:nvPr/>
          </p:nvSpPr>
          <p:spPr>
            <a:xfrm>
              <a:off x="7594568" y="3364420"/>
              <a:ext cx="1126807" cy="257746"/>
            </a:xfrm>
            <a:custGeom>
              <a:avLst/>
              <a:gdLst>
                <a:gd name="connsiteX0" fmla="*/ 649986 w 1126807"/>
                <a:gd name="connsiteY0" fmla="*/ 95 h 257746"/>
                <a:gd name="connsiteX1" fmla="*/ 695421 w 1126807"/>
                <a:gd name="connsiteY1" fmla="*/ 9715 h 257746"/>
                <a:gd name="connsiteX2" fmla="*/ 761524 w 1126807"/>
                <a:gd name="connsiteY2" fmla="*/ 85725 h 257746"/>
                <a:gd name="connsiteX3" fmla="*/ 695421 w 1126807"/>
                <a:gd name="connsiteY3" fmla="*/ 133731 h 257746"/>
                <a:gd name="connsiteX4" fmla="*/ 649986 w 1126807"/>
                <a:gd name="connsiteY4" fmla="*/ 124111 h 257746"/>
                <a:gd name="connsiteX5" fmla="*/ 649986 w 1126807"/>
                <a:gd name="connsiteY5" fmla="*/ 95 h 257746"/>
                <a:gd name="connsiteX6" fmla="*/ 695421 w 1126807"/>
                <a:gd name="connsiteY6" fmla="*/ 105537 h 257746"/>
                <a:gd name="connsiteX7" fmla="*/ 730949 w 1126807"/>
                <a:gd name="connsiteY7" fmla="*/ 79153 h 257746"/>
                <a:gd name="connsiteX8" fmla="*/ 695421 w 1126807"/>
                <a:gd name="connsiteY8" fmla="*/ 37624 h 257746"/>
                <a:gd name="connsiteX9" fmla="*/ 680656 w 1126807"/>
                <a:gd name="connsiteY9" fmla="*/ 34481 h 257746"/>
                <a:gd name="connsiteX10" fmla="*/ 680656 w 1126807"/>
                <a:gd name="connsiteY10" fmla="*/ 102394 h 257746"/>
                <a:gd name="connsiteX11" fmla="*/ 695421 w 1126807"/>
                <a:gd name="connsiteY11" fmla="*/ 105537 h 257746"/>
                <a:gd name="connsiteX12" fmla="*/ 856107 w 1126807"/>
                <a:gd name="connsiteY12" fmla="*/ 43910 h 257746"/>
                <a:gd name="connsiteX13" fmla="*/ 856107 w 1126807"/>
                <a:gd name="connsiteY13" fmla="*/ 71914 h 257746"/>
                <a:gd name="connsiteX14" fmla="*/ 829056 w 1126807"/>
                <a:gd name="connsiteY14" fmla="*/ 66199 h 257746"/>
                <a:gd name="connsiteX15" fmla="*/ 829056 w 1126807"/>
                <a:gd name="connsiteY15" fmla="*/ 134112 h 257746"/>
                <a:gd name="connsiteX16" fmla="*/ 856107 w 1126807"/>
                <a:gd name="connsiteY16" fmla="*/ 139827 h 257746"/>
                <a:gd name="connsiteX17" fmla="*/ 856107 w 1126807"/>
                <a:gd name="connsiteY17" fmla="*/ 168021 h 257746"/>
                <a:gd name="connsiteX18" fmla="*/ 771430 w 1126807"/>
                <a:gd name="connsiteY18" fmla="*/ 150019 h 257746"/>
                <a:gd name="connsiteX19" fmla="*/ 771430 w 1126807"/>
                <a:gd name="connsiteY19" fmla="*/ 121920 h 257746"/>
                <a:gd name="connsiteX20" fmla="*/ 798576 w 1126807"/>
                <a:gd name="connsiteY20" fmla="*/ 127635 h 257746"/>
                <a:gd name="connsiteX21" fmla="*/ 798576 w 1126807"/>
                <a:gd name="connsiteY21" fmla="*/ 59722 h 257746"/>
                <a:gd name="connsiteX22" fmla="*/ 771430 w 1126807"/>
                <a:gd name="connsiteY22" fmla="*/ 54007 h 257746"/>
                <a:gd name="connsiteX23" fmla="*/ 771430 w 1126807"/>
                <a:gd name="connsiteY23" fmla="*/ 26003 h 257746"/>
                <a:gd name="connsiteX24" fmla="*/ 856107 w 1126807"/>
                <a:gd name="connsiteY24" fmla="*/ 44006 h 257746"/>
                <a:gd name="connsiteX25" fmla="*/ 927830 w 1126807"/>
                <a:gd name="connsiteY25" fmla="*/ 56674 h 257746"/>
                <a:gd name="connsiteX26" fmla="*/ 989934 w 1126807"/>
                <a:gd name="connsiteY26" fmla="*/ 134207 h 257746"/>
                <a:gd name="connsiteX27" fmla="*/ 927830 w 1126807"/>
                <a:gd name="connsiteY27" fmla="*/ 185547 h 257746"/>
                <a:gd name="connsiteX28" fmla="*/ 865442 w 1126807"/>
                <a:gd name="connsiteY28" fmla="*/ 107728 h 257746"/>
                <a:gd name="connsiteX29" fmla="*/ 927830 w 1126807"/>
                <a:gd name="connsiteY29" fmla="*/ 56578 h 257746"/>
                <a:gd name="connsiteX30" fmla="*/ 927830 w 1126807"/>
                <a:gd name="connsiteY30" fmla="*/ 156591 h 257746"/>
                <a:gd name="connsiteX31" fmla="*/ 958406 w 1126807"/>
                <a:gd name="connsiteY31" fmla="*/ 127540 h 257746"/>
                <a:gd name="connsiteX32" fmla="*/ 927830 w 1126807"/>
                <a:gd name="connsiteY32" fmla="*/ 85630 h 257746"/>
                <a:gd name="connsiteX33" fmla="*/ 897065 w 1126807"/>
                <a:gd name="connsiteY33" fmla="*/ 114395 h 257746"/>
                <a:gd name="connsiteX34" fmla="*/ 927830 w 1126807"/>
                <a:gd name="connsiteY34" fmla="*/ 156496 h 257746"/>
                <a:gd name="connsiteX35" fmla="*/ 1005173 w 1126807"/>
                <a:gd name="connsiteY35" fmla="*/ 75533 h 257746"/>
                <a:gd name="connsiteX36" fmla="*/ 1062895 w 1126807"/>
                <a:gd name="connsiteY36" fmla="*/ 87821 h 257746"/>
                <a:gd name="connsiteX37" fmla="*/ 1096232 w 1126807"/>
                <a:gd name="connsiteY37" fmla="*/ 208693 h 257746"/>
                <a:gd name="connsiteX38" fmla="*/ 1096232 w 1126807"/>
                <a:gd name="connsiteY38" fmla="*/ 94869 h 257746"/>
                <a:gd name="connsiteX39" fmla="*/ 1126808 w 1126807"/>
                <a:gd name="connsiteY39" fmla="*/ 101346 h 257746"/>
                <a:gd name="connsiteX40" fmla="*/ 1126808 w 1126807"/>
                <a:gd name="connsiteY40" fmla="*/ 225362 h 257746"/>
                <a:gd name="connsiteX41" fmla="*/ 1069086 w 1126807"/>
                <a:gd name="connsiteY41" fmla="*/ 213074 h 257746"/>
                <a:gd name="connsiteX42" fmla="*/ 1035749 w 1126807"/>
                <a:gd name="connsiteY42" fmla="*/ 92202 h 257746"/>
                <a:gd name="connsiteX43" fmla="*/ 1035749 w 1126807"/>
                <a:gd name="connsiteY43" fmla="*/ 206026 h 257746"/>
                <a:gd name="connsiteX44" fmla="*/ 1005173 w 1126807"/>
                <a:gd name="connsiteY44" fmla="*/ 199549 h 257746"/>
                <a:gd name="connsiteX45" fmla="*/ 1005173 w 1126807"/>
                <a:gd name="connsiteY45" fmla="*/ 75533 h 257746"/>
                <a:gd name="connsiteX46" fmla="*/ 38005 w 1126807"/>
                <a:gd name="connsiteY46" fmla="*/ 125730 h 257746"/>
                <a:gd name="connsiteX47" fmla="*/ 94012 w 1126807"/>
                <a:gd name="connsiteY47" fmla="*/ 113824 h 257746"/>
                <a:gd name="connsiteX48" fmla="*/ 131921 w 1126807"/>
                <a:gd name="connsiteY48" fmla="*/ 229743 h 257746"/>
                <a:gd name="connsiteX49" fmla="*/ 99441 w 1126807"/>
                <a:gd name="connsiteY49" fmla="*/ 236601 h 257746"/>
                <a:gd name="connsiteX50" fmla="*/ 88297 w 1126807"/>
                <a:gd name="connsiteY50" fmla="*/ 201454 h 257746"/>
                <a:gd name="connsiteX51" fmla="*/ 43244 w 1126807"/>
                <a:gd name="connsiteY51" fmla="*/ 211074 h 257746"/>
                <a:gd name="connsiteX52" fmla="*/ 32099 w 1126807"/>
                <a:gd name="connsiteY52" fmla="*/ 250889 h 257746"/>
                <a:gd name="connsiteX53" fmla="*/ 0 w 1126807"/>
                <a:gd name="connsiteY53" fmla="*/ 257746 h 257746"/>
                <a:gd name="connsiteX54" fmla="*/ 38005 w 1126807"/>
                <a:gd name="connsiteY54" fmla="*/ 125635 h 257746"/>
                <a:gd name="connsiteX55" fmla="*/ 79915 w 1126807"/>
                <a:gd name="connsiteY55" fmla="*/ 175355 h 257746"/>
                <a:gd name="connsiteX56" fmla="*/ 65818 w 1126807"/>
                <a:gd name="connsiteY56" fmla="*/ 131064 h 257746"/>
                <a:gd name="connsiteX57" fmla="*/ 51721 w 1126807"/>
                <a:gd name="connsiteY57" fmla="*/ 181356 h 257746"/>
                <a:gd name="connsiteX58" fmla="*/ 80010 w 1126807"/>
                <a:gd name="connsiteY58" fmla="*/ 175355 h 257746"/>
                <a:gd name="connsiteX59" fmla="*/ 194025 w 1126807"/>
                <a:gd name="connsiteY59" fmla="*/ 218980 h 257746"/>
                <a:gd name="connsiteX60" fmla="*/ 134493 w 1126807"/>
                <a:gd name="connsiteY60" fmla="*/ 180785 h 257746"/>
                <a:gd name="connsiteX61" fmla="*/ 166116 w 1126807"/>
                <a:gd name="connsiteY61" fmla="*/ 174022 h 257746"/>
                <a:gd name="connsiteX62" fmla="*/ 194691 w 1126807"/>
                <a:gd name="connsiteY62" fmla="*/ 192024 h 257746"/>
                <a:gd name="connsiteX63" fmla="*/ 216027 w 1126807"/>
                <a:gd name="connsiteY63" fmla="*/ 176594 h 257746"/>
                <a:gd name="connsiteX64" fmla="*/ 205931 w 1126807"/>
                <a:gd name="connsiteY64" fmla="*/ 169259 h 257746"/>
                <a:gd name="connsiteX65" fmla="*/ 166211 w 1126807"/>
                <a:gd name="connsiteY65" fmla="*/ 166783 h 257746"/>
                <a:gd name="connsiteX66" fmla="*/ 139256 w 1126807"/>
                <a:gd name="connsiteY66" fmla="*/ 138589 h 257746"/>
                <a:gd name="connsiteX67" fmla="*/ 187547 w 1126807"/>
                <a:gd name="connsiteY67" fmla="*/ 91345 h 257746"/>
                <a:gd name="connsiteX68" fmla="*/ 242888 w 1126807"/>
                <a:gd name="connsiteY68" fmla="*/ 124777 h 257746"/>
                <a:gd name="connsiteX69" fmla="*/ 211455 w 1126807"/>
                <a:gd name="connsiteY69" fmla="*/ 131445 h 257746"/>
                <a:gd name="connsiteX70" fmla="*/ 188024 w 1126807"/>
                <a:gd name="connsiteY70" fmla="*/ 117443 h 257746"/>
                <a:gd name="connsiteX71" fmla="*/ 170879 w 1126807"/>
                <a:gd name="connsiteY71" fmla="*/ 131159 h 257746"/>
                <a:gd name="connsiteX72" fmla="*/ 180118 w 1126807"/>
                <a:gd name="connsiteY72" fmla="*/ 137827 h 257746"/>
                <a:gd name="connsiteX73" fmla="*/ 218694 w 1126807"/>
                <a:gd name="connsiteY73" fmla="*/ 139636 h 257746"/>
                <a:gd name="connsiteX74" fmla="*/ 247460 w 1126807"/>
                <a:gd name="connsiteY74" fmla="*/ 168497 h 257746"/>
                <a:gd name="connsiteX75" fmla="*/ 193929 w 1126807"/>
                <a:gd name="connsiteY75" fmla="*/ 218885 h 257746"/>
                <a:gd name="connsiteX76" fmla="*/ 256413 w 1126807"/>
                <a:gd name="connsiteY76" fmla="*/ 141161 h 257746"/>
                <a:gd name="connsiteX77" fmla="*/ 319373 w 1126807"/>
                <a:gd name="connsiteY77" fmla="*/ 63436 h 257746"/>
                <a:gd name="connsiteX78" fmla="*/ 379476 w 1126807"/>
                <a:gd name="connsiteY78" fmla="*/ 100965 h 257746"/>
                <a:gd name="connsiteX79" fmla="*/ 348044 w 1126807"/>
                <a:gd name="connsiteY79" fmla="*/ 107633 h 257746"/>
                <a:gd name="connsiteX80" fmla="*/ 319564 w 1126807"/>
                <a:gd name="connsiteY80" fmla="*/ 92393 h 257746"/>
                <a:gd name="connsiteX81" fmla="*/ 288131 w 1126807"/>
                <a:gd name="connsiteY81" fmla="*/ 134398 h 257746"/>
                <a:gd name="connsiteX82" fmla="*/ 319564 w 1126807"/>
                <a:gd name="connsiteY82" fmla="*/ 163259 h 257746"/>
                <a:gd name="connsiteX83" fmla="*/ 348044 w 1126807"/>
                <a:gd name="connsiteY83" fmla="*/ 135731 h 257746"/>
                <a:gd name="connsiteX84" fmla="*/ 379476 w 1126807"/>
                <a:gd name="connsiteY84" fmla="*/ 129064 h 257746"/>
                <a:gd name="connsiteX85" fmla="*/ 319373 w 1126807"/>
                <a:gd name="connsiteY85" fmla="*/ 192310 h 257746"/>
                <a:gd name="connsiteX86" fmla="*/ 256413 w 1126807"/>
                <a:gd name="connsiteY86" fmla="*/ 141161 h 257746"/>
                <a:gd name="connsiteX87" fmla="*/ 394430 w 1126807"/>
                <a:gd name="connsiteY87" fmla="*/ 49911 h 257746"/>
                <a:gd name="connsiteX88" fmla="*/ 488823 w 1126807"/>
                <a:gd name="connsiteY88" fmla="*/ 29813 h 257746"/>
                <a:gd name="connsiteX89" fmla="*/ 488823 w 1126807"/>
                <a:gd name="connsiteY89" fmla="*/ 57817 h 257746"/>
                <a:gd name="connsiteX90" fmla="*/ 425196 w 1126807"/>
                <a:gd name="connsiteY90" fmla="*/ 71342 h 257746"/>
                <a:gd name="connsiteX91" fmla="*/ 425196 w 1126807"/>
                <a:gd name="connsiteY91" fmla="*/ 92107 h 257746"/>
                <a:gd name="connsiteX92" fmla="*/ 480441 w 1126807"/>
                <a:gd name="connsiteY92" fmla="*/ 80391 h 257746"/>
                <a:gd name="connsiteX93" fmla="*/ 480441 w 1126807"/>
                <a:gd name="connsiteY93" fmla="*/ 106775 h 257746"/>
                <a:gd name="connsiteX94" fmla="*/ 425196 w 1126807"/>
                <a:gd name="connsiteY94" fmla="*/ 118491 h 257746"/>
                <a:gd name="connsiteX95" fmla="*/ 425196 w 1126807"/>
                <a:gd name="connsiteY95" fmla="*/ 139446 h 257746"/>
                <a:gd name="connsiteX96" fmla="*/ 488823 w 1126807"/>
                <a:gd name="connsiteY96" fmla="*/ 125921 h 257746"/>
                <a:gd name="connsiteX97" fmla="*/ 488823 w 1126807"/>
                <a:gd name="connsiteY97" fmla="*/ 153924 h 257746"/>
                <a:gd name="connsiteX98" fmla="*/ 394430 w 1126807"/>
                <a:gd name="connsiteY98" fmla="*/ 174022 h 257746"/>
                <a:gd name="connsiteX99" fmla="*/ 394430 w 1126807"/>
                <a:gd name="connsiteY99" fmla="*/ 50006 h 257746"/>
                <a:gd name="connsiteX100" fmla="*/ 507397 w 1126807"/>
                <a:gd name="connsiteY100" fmla="*/ 25908 h 257746"/>
                <a:gd name="connsiteX101" fmla="*/ 565118 w 1126807"/>
                <a:gd name="connsiteY101" fmla="*/ 13621 h 257746"/>
                <a:gd name="connsiteX102" fmla="*/ 598456 w 1126807"/>
                <a:gd name="connsiteY102" fmla="*/ 120301 h 257746"/>
                <a:gd name="connsiteX103" fmla="*/ 598456 w 1126807"/>
                <a:gd name="connsiteY103" fmla="*/ 6477 h 257746"/>
                <a:gd name="connsiteX104" fmla="*/ 629126 w 1126807"/>
                <a:gd name="connsiteY104" fmla="*/ 0 h 257746"/>
                <a:gd name="connsiteX105" fmla="*/ 629126 w 1126807"/>
                <a:gd name="connsiteY105" fmla="*/ 124015 h 257746"/>
                <a:gd name="connsiteX106" fmla="*/ 571405 w 1126807"/>
                <a:gd name="connsiteY106" fmla="*/ 136303 h 257746"/>
                <a:gd name="connsiteX107" fmla="*/ 538067 w 1126807"/>
                <a:gd name="connsiteY107" fmla="*/ 29623 h 257746"/>
                <a:gd name="connsiteX108" fmla="*/ 538067 w 1126807"/>
                <a:gd name="connsiteY108" fmla="*/ 143447 h 257746"/>
                <a:gd name="connsiteX109" fmla="*/ 507397 w 1126807"/>
                <a:gd name="connsiteY109" fmla="*/ 149923 h 257746"/>
                <a:gd name="connsiteX110" fmla="*/ 507397 w 1126807"/>
                <a:gd name="connsiteY110" fmla="*/ 25908 h 257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126807" h="257746">
                  <a:moveTo>
                    <a:pt x="649986" y="95"/>
                  </a:moveTo>
                  <a:lnTo>
                    <a:pt x="695421" y="9715"/>
                  </a:lnTo>
                  <a:cubicBezTo>
                    <a:pt x="727901" y="16573"/>
                    <a:pt x="761524" y="32385"/>
                    <a:pt x="761524" y="85725"/>
                  </a:cubicBezTo>
                  <a:cubicBezTo>
                    <a:pt x="761524" y="139160"/>
                    <a:pt x="727901" y="140684"/>
                    <a:pt x="695421" y="133731"/>
                  </a:cubicBezTo>
                  <a:lnTo>
                    <a:pt x="649986" y="124111"/>
                  </a:lnTo>
                  <a:lnTo>
                    <a:pt x="649986" y="95"/>
                  </a:lnTo>
                  <a:close/>
                  <a:moveTo>
                    <a:pt x="695421" y="105537"/>
                  </a:moveTo>
                  <a:cubicBezTo>
                    <a:pt x="715804" y="109823"/>
                    <a:pt x="730949" y="112395"/>
                    <a:pt x="730949" y="79153"/>
                  </a:cubicBezTo>
                  <a:cubicBezTo>
                    <a:pt x="730949" y="45911"/>
                    <a:pt x="715614" y="41910"/>
                    <a:pt x="695421" y="37624"/>
                  </a:cubicBezTo>
                  <a:lnTo>
                    <a:pt x="680656" y="34481"/>
                  </a:lnTo>
                  <a:lnTo>
                    <a:pt x="680656" y="102394"/>
                  </a:lnTo>
                  <a:cubicBezTo>
                    <a:pt x="680656" y="102394"/>
                    <a:pt x="695421" y="105537"/>
                    <a:pt x="695421" y="105537"/>
                  </a:cubicBezTo>
                  <a:close/>
                  <a:moveTo>
                    <a:pt x="856107" y="43910"/>
                  </a:moveTo>
                  <a:lnTo>
                    <a:pt x="856107" y="71914"/>
                  </a:lnTo>
                  <a:cubicBezTo>
                    <a:pt x="856107" y="71914"/>
                    <a:pt x="829056" y="66199"/>
                    <a:pt x="829056" y="66199"/>
                  </a:cubicBezTo>
                  <a:lnTo>
                    <a:pt x="829056" y="134112"/>
                  </a:lnTo>
                  <a:cubicBezTo>
                    <a:pt x="829056" y="134112"/>
                    <a:pt x="856107" y="139827"/>
                    <a:pt x="856107" y="139827"/>
                  </a:cubicBezTo>
                  <a:lnTo>
                    <a:pt x="856107" y="168021"/>
                  </a:lnTo>
                  <a:cubicBezTo>
                    <a:pt x="856107" y="168021"/>
                    <a:pt x="771430" y="150019"/>
                    <a:pt x="771430" y="150019"/>
                  </a:cubicBezTo>
                  <a:lnTo>
                    <a:pt x="771430" y="121920"/>
                  </a:lnTo>
                  <a:cubicBezTo>
                    <a:pt x="771430" y="121920"/>
                    <a:pt x="798576" y="127635"/>
                    <a:pt x="798576" y="127635"/>
                  </a:cubicBezTo>
                  <a:lnTo>
                    <a:pt x="798576" y="59722"/>
                  </a:lnTo>
                  <a:cubicBezTo>
                    <a:pt x="798576" y="59722"/>
                    <a:pt x="771430" y="54007"/>
                    <a:pt x="771430" y="54007"/>
                  </a:cubicBezTo>
                  <a:lnTo>
                    <a:pt x="771430" y="26003"/>
                  </a:lnTo>
                  <a:cubicBezTo>
                    <a:pt x="771430" y="26003"/>
                    <a:pt x="856107" y="44006"/>
                    <a:pt x="856107" y="44006"/>
                  </a:cubicBezTo>
                  <a:close/>
                  <a:moveTo>
                    <a:pt x="927830" y="56674"/>
                  </a:moveTo>
                  <a:cubicBezTo>
                    <a:pt x="966406" y="64865"/>
                    <a:pt x="989934" y="97631"/>
                    <a:pt x="989934" y="134207"/>
                  </a:cubicBezTo>
                  <a:cubicBezTo>
                    <a:pt x="989934" y="170974"/>
                    <a:pt x="966406" y="193739"/>
                    <a:pt x="927830" y="185547"/>
                  </a:cubicBezTo>
                  <a:cubicBezTo>
                    <a:pt x="889159" y="177356"/>
                    <a:pt x="865442" y="144494"/>
                    <a:pt x="865442" y="107728"/>
                  </a:cubicBezTo>
                  <a:cubicBezTo>
                    <a:pt x="865442" y="71152"/>
                    <a:pt x="889159" y="48387"/>
                    <a:pt x="927830" y="56578"/>
                  </a:cubicBezTo>
                  <a:moveTo>
                    <a:pt x="927830" y="156591"/>
                  </a:moveTo>
                  <a:cubicBezTo>
                    <a:pt x="948405" y="160973"/>
                    <a:pt x="958406" y="150114"/>
                    <a:pt x="958406" y="127540"/>
                  </a:cubicBezTo>
                  <a:cubicBezTo>
                    <a:pt x="958406" y="104965"/>
                    <a:pt x="948119" y="90011"/>
                    <a:pt x="927830" y="85630"/>
                  </a:cubicBezTo>
                  <a:cubicBezTo>
                    <a:pt x="907257" y="81248"/>
                    <a:pt x="897065" y="92107"/>
                    <a:pt x="897065" y="114395"/>
                  </a:cubicBezTo>
                  <a:cubicBezTo>
                    <a:pt x="897065" y="136684"/>
                    <a:pt x="907352" y="152114"/>
                    <a:pt x="927830" y="156496"/>
                  </a:cubicBezTo>
                  <a:moveTo>
                    <a:pt x="1005173" y="75533"/>
                  </a:moveTo>
                  <a:lnTo>
                    <a:pt x="1062895" y="87821"/>
                  </a:lnTo>
                  <a:lnTo>
                    <a:pt x="1096232" y="208693"/>
                  </a:lnTo>
                  <a:lnTo>
                    <a:pt x="1096232" y="94869"/>
                  </a:lnTo>
                  <a:cubicBezTo>
                    <a:pt x="1096232" y="94869"/>
                    <a:pt x="1126808" y="101346"/>
                    <a:pt x="1126808" y="101346"/>
                  </a:cubicBezTo>
                  <a:lnTo>
                    <a:pt x="1126808" y="225362"/>
                  </a:lnTo>
                  <a:cubicBezTo>
                    <a:pt x="1126808" y="225362"/>
                    <a:pt x="1069086" y="213074"/>
                    <a:pt x="1069086" y="213074"/>
                  </a:cubicBezTo>
                  <a:lnTo>
                    <a:pt x="1035749" y="92202"/>
                  </a:lnTo>
                  <a:lnTo>
                    <a:pt x="1035749" y="206026"/>
                  </a:lnTo>
                  <a:cubicBezTo>
                    <a:pt x="1035749" y="206026"/>
                    <a:pt x="1005173" y="199549"/>
                    <a:pt x="1005173" y="199549"/>
                  </a:cubicBezTo>
                  <a:lnTo>
                    <a:pt x="1005173" y="75533"/>
                  </a:lnTo>
                  <a:close/>
                  <a:moveTo>
                    <a:pt x="38005" y="125730"/>
                  </a:moveTo>
                  <a:lnTo>
                    <a:pt x="94012" y="113824"/>
                  </a:lnTo>
                  <a:lnTo>
                    <a:pt x="131921" y="229743"/>
                  </a:lnTo>
                  <a:lnTo>
                    <a:pt x="99441" y="236601"/>
                  </a:lnTo>
                  <a:lnTo>
                    <a:pt x="88297" y="201454"/>
                  </a:lnTo>
                  <a:lnTo>
                    <a:pt x="43244" y="211074"/>
                  </a:lnTo>
                  <a:lnTo>
                    <a:pt x="32099" y="250889"/>
                  </a:lnTo>
                  <a:lnTo>
                    <a:pt x="0" y="257746"/>
                  </a:lnTo>
                  <a:lnTo>
                    <a:pt x="38005" y="125635"/>
                  </a:lnTo>
                  <a:close/>
                  <a:moveTo>
                    <a:pt x="79915" y="175355"/>
                  </a:moveTo>
                  <a:lnTo>
                    <a:pt x="65818" y="131064"/>
                  </a:lnTo>
                  <a:lnTo>
                    <a:pt x="51721" y="181356"/>
                  </a:lnTo>
                  <a:lnTo>
                    <a:pt x="80010" y="175355"/>
                  </a:lnTo>
                  <a:close/>
                  <a:moveTo>
                    <a:pt x="194025" y="218980"/>
                  </a:moveTo>
                  <a:cubicBezTo>
                    <a:pt x="152114" y="227838"/>
                    <a:pt x="134493" y="212979"/>
                    <a:pt x="134493" y="180785"/>
                  </a:cubicBezTo>
                  <a:lnTo>
                    <a:pt x="166116" y="174022"/>
                  </a:lnTo>
                  <a:cubicBezTo>
                    <a:pt x="166116" y="191643"/>
                    <a:pt x="172688" y="196691"/>
                    <a:pt x="194691" y="192024"/>
                  </a:cubicBezTo>
                  <a:cubicBezTo>
                    <a:pt x="209645" y="188881"/>
                    <a:pt x="216027" y="184309"/>
                    <a:pt x="216027" y="176594"/>
                  </a:cubicBezTo>
                  <a:cubicBezTo>
                    <a:pt x="216027" y="172212"/>
                    <a:pt x="212693" y="169545"/>
                    <a:pt x="205931" y="169259"/>
                  </a:cubicBezTo>
                  <a:lnTo>
                    <a:pt x="166211" y="166783"/>
                  </a:lnTo>
                  <a:cubicBezTo>
                    <a:pt x="145637" y="165354"/>
                    <a:pt x="139256" y="154210"/>
                    <a:pt x="139256" y="138589"/>
                  </a:cubicBezTo>
                  <a:cubicBezTo>
                    <a:pt x="139256" y="114490"/>
                    <a:pt x="156401" y="98012"/>
                    <a:pt x="187547" y="91345"/>
                  </a:cubicBezTo>
                  <a:cubicBezTo>
                    <a:pt x="224600" y="83439"/>
                    <a:pt x="242888" y="97917"/>
                    <a:pt x="242888" y="124777"/>
                  </a:cubicBezTo>
                  <a:lnTo>
                    <a:pt x="211455" y="131445"/>
                  </a:lnTo>
                  <a:cubicBezTo>
                    <a:pt x="211455" y="118110"/>
                    <a:pt x="204216" y="114014"/>
                    <a:pt x="188024" y="117443"/>
                  </a:cubicBezTo>
                  <a:cubicBezTo>
                    <a:pt x="176784" y="119824"/>
                    <a:pt x="170879" y="124111"/>
                    <a:pt x="170879" y="131159"/>
                  </a:cubicBezTo>
                  <a:cubicBezTo>
                    <a:pt x="170879" y="134684"/>
                    <a:pt x="172688" y="137255"/>
                    <a:pt x="180118" y="137827"/>
                  </a:cubicBezTo>
                  <a:lnTo>
                    <a:pt x="218694" y="139636"/>
                  </a:lnTo>
                  <a:cubicBezTo>
                    <a:pt x="238411" y="140589"/>
                    <a:pt x="247460" y="150400"/>
                    <a:pt x="247460" y="168497"/>
                  </a:cubicBezTo>
                  <a:cubicBezTo>
                    <a:pt x="247460" y="192024"/>
                    <a:pt x="231934" y="210788"/>
                    <a:pt x="193929" y="218885"/>
                  </a:cubicBezTo>
                  <a:moveTo>
                    <a:pt x="256413" y="141161"/>
                  </a:moveTo>
                  <a:cubicBezTo>
                    <a:pt x="256413" y="104585"/>
                    <a:pt x="280511" y="71628"/>
                    <a:pt x="319373" y="63436"/>
                  </a:cubicBezTo>
                  <a:cubicBezTo>
                    <a:pt x="353378" y="56198"/>
                    <a:pt x="375952" y="70580"/>
                    <a:pt x="379476" y="100965"/>
                  </a:cubicBezTo>
                  <a:lnTo>
                    <a:pt x="348044" y="107633"/>
                  </a:lnTo>
                  <a:cubicBezTo>
                    <a:pt x="345472" y="94774"/>
                    <a:pt x="334613" y="89249"/>
                    <a:pt x="319564" y="92393"/>
                  </a:cubicBezTo>
                  <a:cubicBezTo>
                    <a:pt x="301181" y="96298"/>
                    <a:pt x="288131" y="110014"/>
                    <a:pt x="288131" y="134398"/>
                  </a:cubicBezTo>
                  <a:cubicBezTo>
                    <a:pt x="288131" y="159068"/>
                    <a:pt x="301276" y="167164"/>
                    <a:pt x="319564" y="163259"/>
                  </a:cubicBezTo>
                  <a:cubicBezTo>
                    <a:pt x="334518" y="160115"/>
                    <a:pt x="345472" y="149638"/>
                    <a:pt x="348044" y="135731"/>
                  </a:cubicBezTo>
                  <a:lnTo>
                    <a:pt x="379476" y="129064"/>
                  </a:lnTo>
                  <a:cubicBezTo>
                    <a:pt x="375952" y="161163"/>
                    <a:pt x="353378" y="185071"/>
                    <a:pt x="319373" y="192310"/>
                  </a:cubicBezTo>
                  <a:cubicBezTo>
                    <a:pt x="280511" y="200596"/>
                    <a:pt x="256413" y="177927"/>
                    <a:pt x="256413" y="141161"/>
                  </a:cubicBezTo>
                  <a:moveTo>
                    <a:pt x="394430" y="49911"/>
                  </a:moveTo>
                  <a:lnTo>
                    <a:pt x="488823" y="29813"/>
                  </a:lnTo>
                  <a:lnTo>
                    <a:pt x="488823" y="57817"/>
                  </a:lnTo>
                  <a:cubicBezTo>
                    <a:pt x="488823" y="57817"/>
                    <a:pt x="425196" y="71342"/>
                    <a:pt x="425196" y="71342"/>
                  </a:cubicBezTo>
                  <a:lnTo>
                    <a:pt x="425196" y="92107"/>
                  </a:lnTo>
                  <a:cubicBezTo>
                    <a:pt x="425196" y="92107"/>
                    <a:pt x="480441" y="80391"/>
                    <a:pt x="480441" y="80391"/>
                  </a:cubicBezTo>
                  <a:lnTo>
                    <a:pt x="480441" y="106775"/>
                  </a:lnTo>
                  <a:cubicBezTo>
                    <a:pt x="480441" y="106775"/>
                    <a:pt x="425196" y="118491"/>
                    <a:pt x="425196" y="118491"/>
                  </a:cubicBezTo>
                  <a:lnTo>
                    <a:pt x="425196" y="139446"/>
                  </a:lnTo>
                  <a:cubicBezTo>
                    <a:pt x="425196" y="139446"/>
                    <a:pt x="488823" y="125921"/>
                    <a:pt x="488823" y="125921"/>
                  </a:cubicBezTo>
                  <a:lnTo>
                    <a:pt x="488823" y="153924"/>
                  </a:lnTo>
                  <a:cubicBezTo>
                    <a:pt x="488823" y="153924"/>
                    <a:pt x="394430" y="174022"/>
                    <a:pt x="394430" y="174022"/>
                  </a:cubicBezTo>
                  <a:lnTo>
                    <a:pt x="394430" y="50006"/>
                  </a:lnTo>
                  <a:close/>
                  <a:moveTo>
                    <a:pt x="507397" y="25908"/>
                  </a:moveTo>
                  <a:lnTo>
                    <a:pt x="565118" y="13621"/>
                  </a:lnTo>
                  <a:lnTo>
                    <a:pt x="598456" y="120301"/>
                  </a:lnTo>
                  <a:lnTo>
                    <a:pt x="598456" y="6477"/>
                  </a:lnTo>
                  <a:cubicBezTo>
                    <a:pt x="598456" y="6477"/>
                    <a:pt x="629126" y="0"/>
                    <a:pt x="629126" y="0"/>
                  </a:cubicBezTo>
                  <a:lnTo>
                    <a:pt x="629126" y="124015"/>
                  </a:lnTo>
                  <a:cubicBezTo>
                    <a:pt x="629126" y="124015"/>
                    <a:pt x="571405" y="136303"/>
                    <a:pt x="571405" y="136303"/>
                  </a:cubicBezTo>
                  <a:lnTo>
                    <a:pt x="538067" y="29623"/>
                  </a:lnTo>
                  <a:lnTo>
                    <a:pt x="538067" y="143447"/>
                  </a:lnTo>
                  <a:cubicBezTo>
                    <a:pt x="538067" y="143447"/>
                    <a:pt x="507397" y="149923"/>
                    <a:pt x="507397" y="149923"/>
                  </a:cubicBezTo>
                  <a:lnTo>
                    <a:pt x="507397" y="25908"/>
                  </a:lnTo>
                  <a:close/>
                </a:path>
              </a:pathLst>
            </a:custGeom>
            <a:solidFill>
              <a:srgbClr val="FFFFFF"/>
            </a:solidFill>
            <a:ln w="9525" cap="flat">
              <a:noFill/>
              <a:prstDash val="solid"/>
              <a:miter/>
            </a:ln>
          </p:spPr>
          <p:txBody>
            <a:bodyPr rtlCol="0" anchor="ctr"/>
            <a:lstStyle/>
            <a:p>
              <a:endParaRPr lang="en-AU" sz="1800"/>
            </a:p>
          </p:txBody>
        </p:sp>
        <p:sp>
          <p:nvSpPr>
            <p:cNvPr id="9" name="TextBox 8">
              <a:extLst>
                <a:ext uri="{FF2B5EF4-FFF2-40B4-BE49-F238E27FC236}">
                  <a16:creationId xmlns:a16="http://schemas.microsoft.com/office/drawing/2014/main" id="{4C022F62-B967-ACD0-F1C1-4BCF678F8D51}"/>
                </a:ext>
              </a:extLst>
            </p:cNvPr>
            <p:cNvSpPr txBox="1"/>
            <p:nvPr/>
          </p:nvSpPr>
          <p:spPr>
            <a:xfrm>
              <a:off x="3337075" y="3521839"/>
              <a:ext cx="4139489" cy="972719"/>
            </a:xfrm>
            <a:prstGeom prst="rect">
              <a:avLst/>
            </a:prstGeom>
            <a:noFill/>
          </p:spPr>
          <p:txBody>
            <a:bodyPr wrap="square">
              <a:spAutoFit/>
            </a:bodyPr>
            <a:lstStyle/>
            <a:p>
              <a:pPr>
                <a:lnSpc>
                  <a:spcPct val="110000"/>
                </a:lnSpc>
              </a:pPr>
              <a:r>
                <a:rPr lang="en-US" sz="900" err="1">
                  <a:solidFill>
                    <a:schemeClr val="bg1"/>
                  </a:solidFill>
                </a:rPr>
                <a:t>Ascendion</a:t>
              </a:r>
              <a:r>
                <a:rPr lang="en-US" sz="900">
                  <a:solidFill>
                    <a:schemeClr val="bg1"/>
                  </a:solidFill>
                </a:rPr>
                <a:t> is a global, leading provider of AI-first software engineering services, delivering transformative solutions across North America, APAC, and Europe. Our headquarters are located in New Jersey. We combine technology and talent to deliver tech debt relief, improve engineering productivity solutions, and accelerate time to value, driving our clients’ digital journeys with efficiency and velocity. Guided by our “Engineering to the power of AI” [</a:t>
              </a:r>
              <a:r>
                <a:rPr lang="en-US" sz="900" err="1">
                  <a:solidFill>
                    <a:schemeClr val="bg1"/>
                  </a:solidFill>
                </a:rPr>
                <a:t>EngineeringAI</a:t>
              </a:r>
              <a:r>
                <a:rPr lang="en-US" sz="900">
                  <a:solidFill>
                    <a:schemeClr val="bg1"/>
                  </a:solidFill>
                </a:rPr>
                <a:t>] methodology, we integrate AI into software engineering, enterprise operations, and talent orchestration, to address critical challenges of trust, speed, and capital.</a:t>
              </a:r>
            </a:p>
          </p:txBody>
        </p:sp>
      </p:grpSp>
      <p:sp>
        <p:nvSpPr>
          <p:cNvPr id="33" name="Google Shape;10;p2">
            <a:extLst>
              <a:ext uri="{FF2B5EF4-FFF2-40B4-BE49-F238E27FC236}">
                <a16:creationId xmlns:a16="http://schemas.microsoft.com/office/drawing/2014/main" id="{D543CF40-CA6C-AB12-3735-CF8AC652A545}"/>
              </a:ext>
            </a:extLst>
          </p:cNvPr>
          <p:cNvSpPr txBox="1">
            <a:spLocks noGrp="1"/>
          </p:cNvSpPr>
          <p:nvPr>
            <p:ph type="ctrTitle" hasCustomPrompt="1"/>
          </p:nvPr>
        </p:nvSpPr>
        <p:spPr>
          <a:xfrm>
            <a:off x="415611" y="4670139"/>
            <a:ext cx="3749989" cy="689187"/>
          </a:xfrm>
          <a:prstGeom prst="rect">
            <a:avLst/>
          </a:prstGeom>
        </p:spPr>
        <p:txBody>
          <a:bodyPr spcFirstLastPara="1" wrap="square" lIns="90000" tIns="90000" rIns="90000" bIns="36000" anchor="b" anchorCtr="0">
            <a:noAutofit/>
          </a:bodyPr>
          <a:lstStyle>
            <a:lvl1pPr lvl="0" algn="l">
              <a:spcBef>
                <a:spcPts val="0"/>
              </a:spcBef>
              <a:spcAft>
                <a:spcPts val="0"/>
              </a:spcAft>
              <a:buSzPts val="5200"/>
              <a:buNone/>
              <a:defRPr sz="2800" b="1">
                <a:solidFill>
                  <a:schemeClr val="bg1"/>
                </a:solidFill>
                <a:latin typeface="PP Neue Machina Plain Ultrabold" pitchFamily="50" charset="0"/>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r>
              <a:rPr lang="en-IN"/>
              <a:t>Thank you</a:t>
            </a:r>
            <a:endParaRPr/>
          </a:p>
        </p:txBody>
      </p:sp>
      <p:sp>
        <p:nvSpPr>
          <p:cNvPr id="11" name="Picture Placeholder 2">
            <a:extLst>
              <a:ext uri="{FF2B5EF4-FFF2-40B4-BE49-F238E27FC236}">
                <a16:creationId xmlns:a16="http://schemas.microsoft.com/office/drawing/2014/main" id="{D2F337A4-198A-6BD9-9FCE-CF4ABECA365B}"/>
              </a:ext>
            </a:extLst>
          </p:cNvPr>
          <p:cNvSpPr>
            <a:spLocks noGrp="1"/>
          </p:cNvSpPr>
          <p:nvPr>
            <p:ph type="pic" sz="quarter" idx="13" hasCustomPrompt="1"/>
          </p:nvPr>
        </p:nvSpPr>
        <p:spPr>
          <a:xfrm>
            <a:off x="-9745" y="-1693"/>
            <a:ext cx="12201751" cy="4529944"/>
          </a:xfrm>
          <a:custGeom>
            <a:avLst/>
            <a:gdLst>
              <a:gd name="connsiteX0" fmla="*/ 0 w 9144000"/>
              <a:gd name="connsiteY0" fmla="*/ 0 h 4442826"/>
              <a:gd name="connsiteX1" fmla="*/ 9144000 w 9144000"/>
              <a:gd name="connsiteY1" fmla="*/ 0 h 4442826"/>
              <a:gd name="connsiteX2" fmla="*/ 9144000 w 9144000"/>
              <a:gd name="connsiteY2" fmla="*/ 4442826 h 4442826"/>
              <a:gd name="connsiteX3" fmla="*/ 0 w 9144000"/>
              <a:gd name="connsiteY3" fmla="*/ 4442826 h 4442826"/>
              <a:gd name="connsiteX4" fmla="*/ 0 w 9144000"/>
              <a:gd name="connsiteY4" fmla="*/ 0 h 4442826"/>
              <a:gd name="connsiteX0" fmla="*/ 0 w 9151620"/>
              <a:gd name="connsiteY0" fmla="*/ 0 h 4458066"/>
              <a:gd name="connsiteX1" fmla="*/ 9144000 w 9151620"/>
              <a:gd name="connsiteY1" fmla="*/ 0 h 4458066"/>
              <a:gd name="connsiteX2" fmla="*/ 9151620 w 9151620"/>
              <a:gd name="connsiteY2" fmla="*/ 4458066 h 4458066"/>
              <a:gd name="connsiteX3" fmla="*/ 0 w 9151620"/>
              <a:gd name="connsiteY3" fmla="*/ 4442826 h 4458066"/>
              <a:gd name="connsiteX4" fmla="*/ 0 w 9151620"/>
              <a:gd name="connsiteY4"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0 w 9151620"/>
              <a:gd name="connsiteY4" fmla="*/ 4442826 h 4458066"/>
              <a:gd name="connsiteX5" fmla="*/ 0 w 9151620"/>
              <a:gd name="connsiteY5"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7551420 w 9151620"/>
              <a:gd name="connsiteY4" fmla="*/ 4436111 h 4458066"/>
              <a:gd name="connsiteX5" fmla="*/ 0 w 9151620"/>
              <a:gd name="connsiteY5" fmla="*/ 4442826 h 4458066"/>
              <a:gd name="connsiteX6" fmla="*/ 0 w 9151620"/>
              <a:gd name="connsiteY6"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8282940 w 9151620"/>
              <a:gd name="connsiteY4" fmla="*/ 4436111 h 4458066"/>
              <a:gd name="connsiteX5" fmla="*/ 7551420 w 9151620"/>
              <a:gd name="connsiteY5" fmla="*/ 4436111 h 4458066"/>
              <a:gd name="connsiteX6" fmla="*/ 0 w 9151620"/>
              <a:gd name="connsiteY6" fmla="*/ 4442826 h 4458066"/>
              <a:gd name="connsiteX7" fmla="*/ 0 w 9151620"/>
              <a:gd name="connsiteY7" fmla="*/ 0 h 4458066"/>
              <a:gd name="connsiteX0" fmla="*/ 0 w 9151620"/>
              <a:gd name="connsiteY0" fmla="*/ 0 h 4458066"/>
              <a:gd name="connsiteX1" fmla="*/ 9144000 w 9151620"/>
              <a:gd name="connsiteY1" fmla="*/ 0 h 4458066"/>
              <a:gd name="connsiteX2" fmla="*/ 9151620 w 9151620"/>
              <a:gd name="connsiteY2" fmla="*/ 4458066 h 4458066"/>
              <a:gd name="connsiteX3" fmla="*/ 8991600 w 9151620"/>
              <a:gd name="connsiteY3" fmla="*/ 4443731 h 4458066"/>
              <a:gd name="connsiteX4" fmla="*/ 8260080 w 9151620"/>
              <a:gd name="connsiteY4" fmla="*/ 4306571 h 4458066"/>
              <a:gd name="connsiteX5" fmla="*/ 7551420 w 9151620"/>
              <a:gd name="connsiteY5" fmla="*/ 4436111 h 4458066"/>
              <a:gd name="connsiteX6" fmla="*/ 0 w 9151620"/>
              <a:gd name="connsiteY6" fmla="*/ 4442826 h 4458066"/>
              <a:gd name="connsiteX7" fmla="*/ 0 w 9151620"/>
              <a:gd name="connsiteY7" fmla="*/ 0 h 4458066"/>
              <a:gd name="connsiteX0" fmla="*/ 0 w 9151620"/>
              <a:gd name="connsiteY0" fmla="*/ 0 h 4462781"/>
              <a:gd name="connsiteX1" fmla="*/ 9144000 w 9151620"/>
              <a:gd name="connsiteY1" fmla="*/ 0 h 4462781"/>
              <a:gd name="connsiteX2" fmla="*/ 9151620 w 9151620"/>
              <a:gd name="connsiteY2" fmla="*/ 4458066 h 4462781"/>
              <a:gd name="connsiteX3" fmla="*/ 8941594 w 9151620"/>
              <a:gd name="connsiteY3" fmla="*/ 4462781 h 4462781"/>
              <a:gd name="connsiteX4" fmla="*/ 8260080 w 9151620"/>
              <a:gd name="connsiteY4" fmla="*/ 4306571 h 4462781"/>
              <a:gd name="connsiteX5" fmla="*/ 7551420 w 9151620"/>
              <a:gd name="connsiteY5" fmla="*/ 4436111 h 4462781"/>
              <a:gd name="connsiteX6" fmla="*/ 0 w 9151620"/>
              <a:gd name="connsiteY6" fmla="*/ 4442826 h 4462781"/>
              <a:gd name="connsiteX7" fmla="*/ 0 w 9151620"/>
              <a:gd name="connsiteY7" fmla="*/ 0 h 4462781"/>
              <a:gd name="connsiteX0" fmla="*/ 0 w 9151620"/>
              <a:gd name="connsiteY0" fmla="*/ 0 h 4462781"/>
              <a:gd name="connsiteX1" fmla="*/ 9144000 w 9151620"/>
              <a:gd name="connsiteY1" fmla="*/ 0 h 4462781"/>
              <a:gd name="connsiteX2" fmla="*/ 9151620 w 9151620"/>
              <a:gd name="connsiteY2" fmla="*/ 4458066 h 4462781"/>
              <a:gd name="connsiteX3" fmla="*/ 8941594 w 9151620"/>
              <a:gd name="connsiteY3" fmla="*/ 4462781 h 4462781"/>
              <a:gd name="connsiteX4" fmla="*/ 8260080 w 9151620"/>
              <a:gd name="connsiteY4" fmla="*/ 4306571 h 4462781"/>
              <a:gd name="connsiteX5" fmla="*/ 7556182 w 9151620"/>
              <a:gd name="connsiteY5" fmla="*/ 4462304 h 4462781"/>
              <a:gd name="connsiteX6" fmla="*/ 0 w 9151620"/>
              <a:gd name="connsiteY6" fmla="*/ 4442826 h 4462781"/>
              <a:gd name="connsiteX7" fmla="*/ 0 w 9151620"/>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41594 w 9144476"/>
              <a:gd name="connsiteY3" fmla="*/ 4462781 h 4462781"/>
              <a:gd name="connsiteX4" fmla="*/ 8260080 w 9144476"/>
              <a:gd name="connsiteY4" fmla="*/ 4306571 h 4462781"/>
              <a:gd name="connsiteX5" fmla="*/ 7556182 w 9144476"/>
              <a:gd name="connsiteY5" fmla="*/ 4462304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41594 w 9144476"/>
              <a:gd name="connsiteY3" fmla="*/ 4462781 h 4462781"/>
              <a:gd name="connsiteX4" fmla="*/ 8260080 w 9144476"/>
              <a:gd name="connsiteY4" fmla="*/ 4306571 h 4462781"/>
              <a:gd name="connsiteX5" fmla="*/ 7541895 w 9144476"/>
              <a:gd name="connsiteY5" fmla="*/ 4452779 h 4462781"/>
              <a:gd name="connsiteX6" fmla="*/ 0 w 9144476"/>
              <a:gd name="connsiteY6" fmla="*/ 4442826 h 4462781"/>
              <a:gd name="connsiteX7" fmla="*/ 0 w 9144476"/>
              <a:gd name="connsiteY7" fmla="*/ 0 h 4462781"/>
              <a:gd name="connsiteX0" fmla="*/ 0 w 9144476"/>
              <a:gd name="connsiteY0" fmla="*/ 0 h 4462781"/>
              <a:gd name="connsiteX1" fmla="*/ 9144000 w 9144476"/>
              <a:gd name="connsiteY1" fmla="*/ 0 h 4462781"/>
              <a:gd name="connsiteX2" fmla="*/ 9144476 w 9144476"/>
              <a:gd name="connsiteY2" fmla="*/ 4458066 h 4462781"/>
              <a:gd name="connsiteX3" fmla="*/ 8953500 w 9144476"/>
              <a:gd name="connsiteY3" fmla="*/ 4462781 h 4462781"/>
              <a:gd name="connsiteX4" fmla="*/ 8260080 w 9144476"/>
              <a:gd name="connsiteY4" fmla="*/ 4306571 h 4462781"/>
              <a:gd name="connsiteX5" fmla="*/ 7541895 w 9144476"/>
              <a:gd name="connsiteY5" fmla="*/ 4452779 h 4462781"/>
              <a:gd name="connsiteX6" fmla="*/ 0 w 9144476"/>
              <a:gd name="connsiteY6" fmla="*/ 4442826 h 4462781"/>
              <a:gd name="connsiteX7" fmla="*/ 0 w 9144476"/>
              <a:gd name="connsiteY7" fmla="*/ 0 h 4462781"/>
              <a:gd name="connsiteX0" fmla="*/ 0 w 9154001"/>
              <a:gd name="connsiteY0" fmla="*/ 0 h 4462781"/>
              <a:gd name="connsiteX1" fmla="*/ 9144000 w 9154001"/>
              <a:gd name="connsiteY1" fmla="*/ 0 h 4462781"/>
              <a:gd name="connsiteX2" fmla="*/ 9154001 w 9154001"/>
              <a:gd name="connsiteY2" fmla="*/ 3362691 h 4462781"/>
              <a:gd name="connsiteX3" fmla="*/ 8953500 w 9154001"/>
              <a:gd name="connsiteY3" fmla="*/ 4462781 h 4462781"/>
              <a:gd name="connsiteX4" fmla="*/ 8260080 w 9154001"/>
              <a:gd name="connsiteY4" fmla="*/ 4306571 h 4462781"/>
              <a:gd name="connsiteX5" fmla="*/ 7541895 w 9154001"/>
              <a:gd name="connsiteY5" fmla="*/ 4452779 h 4462781"/>
              <a:gd name="connsiteX6" fmla="*/ 0 w 9154001"/>
              <a:gd name="connsiteY6" fmla="*/ 4442826 h 4462781"/>
              <a:gd name="connsiteX7" fmla="*/ 0 w 9154001"/>
              <a:gd name="connsiteY7" fmla="*/ 0 h 4462781"/>
              <a:gd name="connsiteX0" fmla="*/ 0 w 9154001"/>
              <a:gd name="connsiteY0" fmla="*/ 0 h 4462781"/>
              <a:gd name="connsiteX1" fmla="*/ 9144000 w 9154001"/>
              <a:gd name="connsiteY1" fmla="*/ 0 h 4462781"/>
              <a:gd name="connsiteX2" fmla="*/ 9154001 w 9154001"/>
              <a:gd name="connsiteY2" fmla="*/ 3362691 h 4462781"/>
              <a:gd name="connsiteX3" fmla="*/ 8953500 w 9154001"/>
              <a:gd name="connsiteY3" fmla="*/ 4462781 h 4462781"/>
              <a:gd name="connsiteX4" fmla="*/ 8260080 w 9154001"/>
              <a:gd name="connsiteY4" fmla="*/ 4306571 h 4462781"/>
              <a:gd name="connsiteX5" fmla="*/ 7541895 w 9154001"/>
              <a:gd name="connsiteY5" fmla="*/ 4452779 h 4462781"/>
              <a:gd name="connsiteX6" fmla="*/ 9525 w 9154001"/>
              <a:gd name="connsiteY6" fmla="*/ 3376026 h 4462781"/>
              <a:gd name="connsiteX7" fmla="*/ 0 w 9154001"/>
              <a:gd name="connsiteY7" fmla="*/ 0 h 4462781"/>
              <a:gd name="connsiteX0" fmla="*/ 0 w 9154001"/>
              <a:gd name="connsiteY0" fmla="*/ 0 h 4452779"/>
              <a:gd name="connsiteX1" fmla="*/ 9144000 w 9154001"/>
              <a:gd name="connsiteY1" fmla="*/ 0 h 4452779"/>
              <a:gd name="connsiteX2" fmla="*/ 9154001 w 9154001"/>
              <a:gd name="connsiteY2" fmla="*/ 3362691 h 4452779"/>
              <a:gd name="connsiteX3" fmla="*/ 8858250 w 9154001"/>
              <a:gd name="connsiteY3" fmla="*/ 3395981 h 4452779"/>
              <a:gd name="connsiteX4" fmla="*/ 8260080 w 9154001"/>
              <a:gd name="connsiteY4" fmla="*/ 4306571 h 4452779"/>
              <a:gd name="connsiteX5" fmla="*/ 7541895 w 9154001"/>
              <a:gd name="connsiteY5" fmla="*/ 4452779 h 4452779"/>
              <a:gd name="connsiteX6" fmla="*/ 9525 w 9154001"/>
              <a:gd name="connsiteY6" fmla="*/ 3376026 h 4452779"/>
              <a:gd name="connsiteX7" fmla="*/ 0 w 9154001"/>
              <a:gd name="connsiteY7" fmla="*/ 0 h 4452779"/>
              <a:gd name="connsiteX0" fmla="*/ 0 w 9154001"/>
              <a:gd name="connsiteY0" fmla="*/ 0 h 4452779"/>
              <a:gd name="connsiteX1" fmla="*/ 9144000 w 9154001"/>
              <a:gd name="connsiteY1" fmla="*/ 0 h 4452779"/>
              <a:gd name="connsiteX2" fmla="*/ 9154001 w 9154001"/>
              <a:gd name="connsiteY2" fmla="*/ 3362691 h 4452779"/>
              <a:gd name="connsiteX3" fmla="*/ 8858250 w 9154001"/>
              <a:gd name="connsiteY3" fmla="*/ 3395981 h 4452779"/>
              <a:gd name="connsiteX4" fmla="*/ 8231505 w 9154001"/>
              <a:gd name="connsiteY4" fmla="*/ 3230246 h 4452779"/>
              <a:gd name="connsiteX5" fmla="*/ 7541895 w 9154001"/>
              <a:gd name="connsiteY5" fmla="*/ 4452779 h 4452779"/>
              <a:gd name="connsiteX6" fmla="*/ 9525 w 9154001"/>
              <a:gd name="connsiteY6" fmla="*/ 3376026 h 4452779"/>
              <a:gd name="connsiteX7" fmla="*/ 0 w 9154001"/>
              <a:gd name="connsiteY7" fmla="*/ 0 h 4452779"/>
              <a:gd name="connsiteX0" fmla="*/ 0 w 9154001"/>
              <a:gd name="connsiteY0" fmla="*/ 0 h 3395981"/>
              <a:gd name="connsiteX1" fmla="*/ 9144000 w 9154001"/>
              <a:gd name="connsiteY1" fmla="*/ 0 h 3395981"/>
              <a:gd name="connsiteX2" fmla="*/ 9154001 w 9154001"/>
              <a:gd name="connsiteY2" fmla="*/ 3362691 h 3395981"/>
              <a:gd name="connsiteX3" fmla="*/ 8858250 w 9154001"/>
              <a:gd name="connsiteY3" fmla="*/ 3395981 h 3395981"/>
              <a:gd name="connsiteX4" fmla="*/ 8231505 w 9154001"/>
              <a:gd name="connsiteY4" fmla="*/ 3230246 h 3395981"/>
              <a:gd name="connsiteX5" fmla="*/ 7627620 w 9154001"/>
              <a:gd name="connsiteY5" fmla="*/ 3366929 h 3395981"/>
              <a:gd name="connsiteX6" fmla="*/ 9525 w 9154001"/>
              <a:gd name="connsiteY6" fmla="*/ 3376026 h 3395981"/>
              <a:gd name="connsiteX7" fmla="*/ 0 w 9154001"/>
              <a:gd name="connsiteY7" fmla="*/ 0 h 3395981"/>
              <a:gd name="connsiteX0" fmla="*/ 0 w 9154001"/>
              <a:gd name="connsiteY0" fmla="*/ 0 h 3395981"/>
              <a:gd name="connsiteX1" fmla="*/ 9144000 w 9154001"/>
              <a:gd name="connsiteY1" fmla="*/ 0 h 3395981"/>
              <a:gd name="connsiteX2" fmla="*/ 9154001 w 9154001"/>
              <a:gd name="connsiteY2" fmla="*/ 3372216 h 3395981"/>
              <a:gd name="connsiteX3" fmla="*/ 8858250 w 9154001"/>
              <a:gd name="connsiteY3" fmla="*/ 3395981 h 3395981"/>
              <a:gd name="connsiteX4" fmla="*/ 8231505 w 9154001"/>
              <a:gd name="connsiteY4" fmla="*/ 3230246 h 3395981"/>
              <a:gd name="connsiteX5" fmla="*/ 7627620 w 9154001"/>
              <a:gd name="connsiteY5" fmla="*/ 3366929 h 3395981"/>
              <a:gd name="connsiteX6" fmla="*/ 9525 w 9154001"/>
              <a:gd name="connsiteY6" fmla="*/ 3376026 h 3395981"/>
              <a:gd name="connsiteX7" fmla="*/ 0 w 9154001"/>
              <a:gd name="connsiteY7" fmla="*/ 0 h 3395981"/>
              <a:gd name="connsiteX0" fmla="*/ 0 w 9144004"/>
              <a:gd name="connsiteY0" fmla="*/ 0 h 3395981"/>
              <a:gd name="connsiteX1" fmla="*/ 9144000 w 9144004"/>
              <a:gd name="connsiteY1" fmla="*/ 0 h 3395981"/>
              <a:gd name="connsiteX2" fmla="*/ 9139713 w 9144004"/>
              <a:gd name="connsiteY2" fmla="*/ 3372216 h 3395981"/>
              <a:gd name="connsiteX3" fmla="*/ 8858250 w 9144004"/>
              <a:gd name="connsiteY3" fmla="*/ 3395981 h 3395981"/>
              <a:gd name="connsiteX4" fmla="*/ 8231505 w 9144004"/>
              <a:gd name="connsiteY4" fmla="*/ 3230246 h 3395981"/>
              <a:gd name="connsiteX5" fmla="*/ 7627620 w 9144004"/>
              <a:gd name="connsiteY5" fmla="*/ 3366929 h 3395981"/>
              <a:gd name="connsiteX6" fmla="*/ 9525 w 9144004"/>
              <a:gd name="connsiteY6" fmla="*/ 3376026 h 3395981"/>
              <a:gd name="connsiteX7" fmla="*/ 0 w 9144004"/>
              <a:gd name="connsiteY7" fmla="*/ 0 h 3395981"/>
              <a:gd name="connsiteX0" fmla="*/ 0 w 9144004"/>
              <a:gd name="connsiteY0" fmla="*/ 0 h 3391219"/>
              <a:gd name="connsiteX1" fmla="*/ 9144000 w 9144004"/>
              <a:gd name="connsiteY1" fmla="*/ 0 h 3391219"/>
              <a:gd name="connsiteX2" fmla="*/ 9139713 w 9144004"/>
              <a:gd name="connsiteY2" fmla="*/ 3372216 h 3391219"/>
              <a:gd name="connsiteX3" fmla="*/ 8882062 w 9144004"/>
              <a:gd name="connsiteY3" fmla="*/ 3391219 h 3391219"/>
              <a:gd name="connsiteX4" fmla="*/ 8231505 w 9144004"/>
              <a:gd name="connsiteY4" fmla="*/ 3230246 h 3391219"/>
              <a:gd name="connsiteX5" fmla="*/ 7627620 w 9144004"/>
              <a:gd name="connsiteY5" fmla="*/ 3366929 h 3391219"/>
              <a:gd name="connsiteX6" fmla="*/ 9525 w 9144004"/>
              <a:gd name="connsiteY6" fmla="*/ 3376026 h 3391219"/>
              <a:gd name="connsiteX7" fmla="*/ 0 w 9144004"/>
              <a:gd name="connsiteY7" fmla="*/ 0 h 3391219"/>
              <a:gd name="connsiteX0" fmla="*/ 0 w 9144004"/>
              <a:gd name="connsiteY0" fmla="*/ 0 h 3395076"/>
              <a:gd name="connsiteX1" fmla="*/ 9144000 w 9144004"/>
              <a:gd name="connsiteY1" fmla="*/ 0 h 3395076"/>
              <a:gd name="connsiteX2" fmla="*/ 9139713 w 9144004"/>
              <a:gd name="connsiteY2" fmla="*/ 3372216 h 3395076"/>
              <a:gd name="connsiteX3" fmla="*/ 8882062 w 9144004"/>
              <a:gd name="connsiteY3" fmla="*/ 3391219 h 3395076"/>
              <a:gd name="connsiteX4" fmla="*/ 8231505 w 9144004"/>
              <a:gd name="connsiteY4" fmla="*/ 3230246 h 3395076"/>
              <a:gd name="connsiteX5" fmla="*/ 7627620 w 9144004"/>
              <a:gd name="connsiteY5" fmla="*/ 3366929 h 3395076"/>
              <a:gd name="connsiteX6" fmla="*/ 4763 w 9144004"/>
              <a:gd name="connsiteY6" fmla="*/ 3395076 h 3395076"/>
              <a:gd name="connsiteX7" fmla="*/ 0 w 9144004"/>
              <a:gd name="connsiteY7" fmla="*/ 0 h 3395076"/>
              <a:gd name="connsiteX0" fmla="*/ 0 w 9144004"/>
              <a:gd name="connsiteY0" fmla="*/ 0 h 3395504"/>
              <a:gd name="connsiteX1" fmla="*/ 9144000 w 9144004"/>
              <a:gd name="connsiteY1" fmla="*/ 0 h 3395504"/>
              <a:gd name="connsiteX2" fmla="*/ 9139713 w 9144004"/>
              <a:gd name="connsiteY2" fmla="*/ 3372216 h 3395504"/>
              <a:gd name="connsiteX3" fmla="*/ 8882062 w 9144004"/>
              <a:gd name="connsiteY3" fmla="*/ 3391219 h 3395504"/>
              <a:gd name="connsiteX4" fmla="*/ 8231505 w 9144004"/>
              <a:gd name="connsiteY4" fmla="*/ 3230246 h 3395504"/>
              <a:gd name="connsiteX5" fmla="*/ 7656195 w 9144004"/>
              <a:gd name="connsiteY5" fmla="*/ 3395504 h 3395504"/>
              <a:gd name="connsiteX6" fmla="*/ 4763 w 9144004"/>
              <a:gd name="connsiteY6" fmla="*/ 3395076 h 3395504"/>
              <a:gd name="connsiteX7" fmla="*/ 0 w 9144004"/>
              <a:gd name="connsiteY7" fmla="*/ 0 h 3395504"/>
              <a:gd name="connsiteX0" fmla="*/ 0 w 9144004"/>
              <a:gd name="connsiteY0" fmla="*/ 0 h 3395504"/>
              <a:gd name="connsiteX1" fmla="*/ 9144000 w 9144004"/>
              <a:gd name="connsiteY1" fmla="*/ 0 h 3395504"/>
              <a:gd name="connsiteX2" fmla="*/ 9139713 w 9144004"/>
              <a:gd name="connsiteY2" fmla="*/ 3372216 h 3395504"/>
              <a:gd name="connsiteX3" fmla="*/ 8882062 w 9144004"/>
              <a:gd name="connsiteY3" fmla="*/ 3391219 h 3395504"/>
              <a:gd name="connsiteX4" fmla="*/ 8233886 w 9144004"/>
              <a:gd name="connsiteY4" fmla="*/ 3239771 h 3395504"/>
              <a:gd name="connsiteX5" fmla="*/ 7656195 w 9144004"/>
              <a:gd name="connsiteY5" fmla="*/ 3395504 h 3395504"/>
              <a:gd name="connsiteX6" fmla="*/ 4763 w 9144004"/>
              <a:gd name="connsiteY6" fmla="*/ 3395076 h 3395504"/>
              <a:gd name="connsiteX7" fmla="*/ 0 w 9144004"/>
              <a:gd name="connsiteY7" fmla="*/ 0 h 3395504"/>
              <a:gd name="connsiteX0" fmla="*/ 7309 w 9151313"/>
              <a:gd name="connsiteY0" fmla="*/ 0 h 3397458"/>
              <a:gd name="connsiteX1" fmla="*/ 9151309 w 9151313"/>
              <a:gd name="connsiteY1" fmla="*/ 0 h 3397458"/>
              <a:gd name="connsiteX2" fmla="*/ 9147022 w 9151313"/>
              <a:gd name="connsiteY2" fmla="*/ 3372216 h 3397458"/>
              <a:gd name="connsiteX3" fmla="*/ 8889371 w 9151313"/>
              <a:gd name="connsiteY3" fmla="*/ 3391219 h 3397458"/>
              <a:gd name="connsiteX4" fmla="*/ 8241195 w 9151313"/>
              <a:gd name="connsiteY4" fmla="*/ 3239771 h 3397458"/>
              <a:gd name="connsiteX5" fmla="*/ 7663504 w 9151313"/>
              <a:gd name="connsiteY5" fmla="*/ 3395504 h 3397458"/>
              <a:gd name="connsiteX6" fmla="*/ 166 w 9151313"/>
              <a:gd name="connsiteY6" fmla="*/ 3397458 h 3397458"/>
              <a:gd name="connsiteX7" fmla="*/ 7309 w 9151313"/>
              <a:gd name="connsiteY7" fmla="*/ 0 h 3397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51313" h="3397458">
                <a:moveTo>
                  <a:pt x="7309" y="0"/>
                </a:moveTo>
                <a:lnTo>
                  <a:pt x="9151309" y="0"/>
                </a:lnTo>
                <a:cubicBezTo>
                  <a:pt x="9151468" y="1486022"/>
                  <a:pt x="9146863" y="1886194"/>
                  <a:pt x="9147022" y="3372216"/>
                </a:cubicBezTo>
                <a:lnTo>
                  <a:pt x="8889371" y="3391219"/>
                </a:lnTo>
                <a:lnTo>
                  <a:pt x="8241195" y="3239771"/>
                </a:lnTo>
                <a:lnTo>
                  <a:pt x="7663504" y="3395504"/>
                </a:lnTo>
                <a:lnTo>
                  <a:pt x="166" y="3397458"/>
                </a:lnTo>
                <a:cubicBezTo>
                  <a:pt x="-1422" y="2265766"/>
                  <a:pt x="8897" y="1131692"/>
                  <a:pt x="7309" y="0"/>
                </a:cubicBezTo>
                <a:close/>
              </a:path>
            </a:pathLst>
          </a:custGeom>
          <a:noFill/>
        </p:spPr>
        <p:txBody>
          <a:bodyPr/>
          <a:lstStyle>
            <a:lvl1pPr marL="114297" indent="0">
              <a:buNone/>
              <a:defRPr/>
            </a:lvl1pPr>
          </a:lstStyle>
          <a:p>
            <a:r>
              <a:rPr lang="en-IN"/>
              <a:t> </a:t>
            </a:r>
            <a:endParaRPr lang="en-AU"/>
          </a:p>
        </p:txBody>
      </p:sp>
      <p:sp>
        <p:nvSpPr>
          <p:cNvPr id="2" name="TextBox 1">
            <a:hlinkClick r:id="rId2"/>
            <a:extLst>
              <a:ext uri="{FF2B5EF4-FFF2-40B4-BE49-F238E27FC236}">
                <a16:creationId xmlns:a16="http://schemas.microsoft.com/office/drawing/2014/main" id="{190201DC-5F24-6420-68C6-50B3CF7CB395}"/>
              </a:ext>
            </a:extLst>
          </p:cNvPr>
          <p:cNvSpPr txBox="1"/>
          <p:nvPr/>
        </p:nvSpPr>
        <p:spPr>
          <a:xfrm>
            <a:off x="430978" y="5671352"/>
            <a:ext cx="388809" cy="369332"/>
          </a:xfrm>
          <a:prstGeom prst="rect">
            <a:avLst/>
          </a:prstGeom>
          <a:noFill/>
        </p:spPr>
        <p:txBody>
          <a:bodyPr wrap="square" rtlCol="0">
            <a:spAutoFit/>
          </a:bodyPr>
          <a:lstStyle/>
          <a:p>
            <a:endParaRPr lang="en-US" sz="1800"/>
          </a:p>
        </p:txBody>
      </p:sp>
      <p:sp>
        <p:nvSpPr>
          <p:cNvPr id="3" name="TextBox 2">
            <a:hlinkClick r:id="rId3"/>
            <a:extLst>
              <a:ext uri="{FF2B5EF4-FFF2-40B4-BE49-F238E27FC236}">
                <a16:creationId xmlns:a16="http://schemas.microsoft.com/office/drawing/2014/main" id="{F4EF365B-F9EB-1574-A258-BC653F1E2F07}"/>
              </a:ext>
            </a:extLst>
          </p:cNvPr>
          <p:cNvSpPr txBox="1"/>
          <p:nvPr/>
        </p:nvSpPr>
        <p:spPr>
          <a:xfrm>
            <a:off x="1015821" y="5705838"/>
            <a:ext cx="184731" cy="369332"/>
          </a:xfrm>
          <a:prstGeom prst="rect">
            <a:avLst/>
          </a:prstGeom>
          <a:noFill/>
        </p:spPr>
        <p:txBody>
          <a:bodyPr wrap="none" rtlCol="0">
            <a:spAutoFit/>
          </a:bodyPr>
          <a:lstStyle/>
          <a:p>
            <a:endParaRPr lang="en-US" sz="1800"/>
          </a:p>
        </p:txBody>
      </p:sp>
      <p:sp>
        <p:nvSpPr>
          <p:cNvPr id="4" name="TextBox 3">
            <a:hlinkClick r:id="rId4"/>
            <a:extLst>
              <a:ext uri="{FF2B5EF4-FFF2-40B4-BE49-F238E27FC236}">
                <a16:creationId xmlns:a16="http://schemas.microsoft.com/office/drawing/2014/main" id="{1B6CCD81-F1BE-B482-7C6F-B16F054CE17E}"/>
              </a:ext>
            </a:extLst>
          </p:cNvPr>
          <p:cNvSpPr txBox="1"/>
          <p:nvPr/>
        </p:nvSpPr>
        <p:spPr>
          <a:xfrm>
            <a:off x="1548939" y="5705837"/>
            <a:ext cx="184731" cy="369332"/>
          </a:xfrm>
          <a:prstGeom prst="rect">
            <a:avLst/>
          </a:prstGeom>
          <a:noFill/>
        </p:spPr>
        <p:txBody>
          <a:bodyPr wrap="none" rtlCol="0">
            <a:spAutoFit/>
          </a:bodyPr>
          <a:lstStyle/>
          <a:p>
            <a:endParaRPr lang="en-US" sz="1800"/>
          </a:p>
        </p:txBody>
      </p:sp>
    </p:spTree>
    <p:extLst>
      <p:ext uri="{BB962C8B-B14F-4D97-AF65-F5344CB8AC3E}">
        <p14:creationId xmlns:p14="http://schemas.microsoft.com/office/powerpoint/2010/main" val="2112683144"/>
      </p:ext>
    </p:extLst>
  </p:cSld>
  <p:clrMapOvr>
    <a:masterClrMapping/>
  </p:clrMapOvr>
  <p:extLst>
    <p:ext uri="{DCECCB84-F9BA-43D5-87BE-67443E8EF086}">
      <p15:sldGuideLst xmlns:p15="http://schemas.microsoft.com/office/powerpoint/2012/main">
        <p15:guide id="1" orient="horz" pos="213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698236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slide" preserve="1">
  <p:cSld name="Title slide">
    <p:spTree>
      <p:nvGrpSpPr>
        <p:cNvPr id="1" name="Shape 9"/>
        <p:cNvGrpSpPr/>
        <p:nvPr/>
      </p:nvGrpSpPr>
      <p:grpSpPr>
        <a:xfrm>
          <a:off x="0" y="0"/>
          <a:ext cx="0" cy="0"/>
          <a:chOff x="0" y="0"/>
          <a:chExt cx="0" cy="0"/>
        </a:xfrm>
      </p:grpSpPr>
      <p:sp>
        <p:nvSpPr>
          <p:cNvPr id="3" name="Picture Placeholder 2">
            <a:extLst>
              <a:ext uri="{FF2B5EF4-FFF2-40B4-BE49-F238E27FC236}">
                <a16:creationId xmlns:a16="http://schemas.microsoft.com/office/drawing/2014/main" id="{8E170EA9-D2AF-9A09-EEFA-388294C307E3}"/>
              </a:ext>
            </a:extLst>
          </p:cNvPr>
          <p:cNvSpPr>
            <a:spLocks noGrp="1"/>
          </p:cNvSpPr>
          <p:nvPr>
            <p:ph type="pic" sz="quarter" idx="13" hasCustomPrompt="1"/>
          </p:nvPr>
        </p:nvSpPr>
        <p:spPr>
          <a:xfrm>
            <a:off x="0" y="938531"/>
            <a:ext cx="12195175" cy="5919469"/>
          </a:xfrm>
          <a:custGeom>
            <a:avLst/>
            <a:gdLst>
              <a:gd name="connsiteX0" fmla="*/ 0 w 9144000"/>
              <a:gd name="connsiteY0" fmla="*/ 0 h 2270297"/>
              <a:gd name="connsiteX1" fmla="*/ 9144000 w 9144000"/>
              <a:gd name="connsiteY1" fmla="*/ 0 h 2270297"/>
              <a:gd name="connsiteX2" fmla="*/ 9144000 w 9144000"/>
              <a:gd name="connsiteY2" fmla="*/ 2270297 h 2270297"/>
              <a:gd name="connsiteX3" fmla="*/ 0 w 9144000"/>
              <a:gd name="connsiteY3" fmla="*/ 2270297 h 2270297"/>
              <a:gd name="connsiteX4" fmla="*/ 0 w 9144000"/>
              <a:gd name="connsiteY4" fmla="*/ 0 h 2270297"/>
              <a:gd name="connsiteX0" fmla="*/ 0 w 9144000"/>
              <a:gd name="connsiteY0" fmla="*/ 5542 h 2275839"/>
              <a:gd name="connsiteX1" fmla="*/ 7642860 w 9144000"/>
              <a:gd name="connsiteY1" fmla="*/ 0 h 2275839"/>
              <a:gd name="connsiteX2" fmla="*/ 9144000 w 9144000"/>
              <a:gd name="connsiteY2" fmla="*/ 5542 h 2275839"/>
              <a:gd name="connsiteX3" fmla="*/ 9144000 w 9144000"/>
              <a:gd name="connsiteY3" fmla="*/ 2275839 h 2275839"/>
              <a:gd name="connsiteX4" fmla="*/ 0 w 9144000"/>
              <a:gd name="connsiteY4" fmla="*/ 2275839 h 2275839"/>
              <a:gd name="connsiteX5" fmla="*/ 0 w 9144000"/>
              <a:gd name="connsiteY5" fmla="*/ 5542 h 2275839"/>
              <a:gd name="connsiteX0" fmla="*/ 0 w 9144000"/>
              <a:gd name="connsiteY0" fmla="*/ 5542 h 2275839"/>
              <a:gd name="connsiteX1" fmla="*/ 7642860 w 9144000"/>
              <a:gd name="connsiteY1" fmla="*/ 0 h 2275839"/>
              <a:gd name="connsiteX2" fmla="*/ 8877300 w 9144000"/>
              <a:gd name="connsiteY2" fmla="*/ 0 h 2275839"/>
              <a:gd name="connsiteX3" fmla="*/ 9144000 w 9144000"/>
              <a:gd name="connsiteY3" fmla="*/ 5542 h 2275839"/>
              <a:gd name="connsiteX4" fmla="*/ 9144000 w 9144000"/>
              <a:gd name="connsiteY4" fmla="*/ 2275839 h 2275839"/>
              <a:gd name="connsiteX5" fmla="*/ 0 w 9144000"/>
              <a:gd name="connsiteY5" fmla="*/ 2275839 h 2275839"/>
              <a:gd name="connsiteX6" fmla="*/ 0 w 9144000"/>
              <a:gd name="connsiteY6" fmla="*/ 5542 h 2275839"/>
              <a:gd name="connsiteX0" fmla="*/ 0 w 9144000"/>
              <a:gd name="connsiteY0" fmla="*/ 13162 h 2283459"/>
              <a:gd name="connsiteX1" fmla="*/ 7642860 w 9144000"/>
              <a:gd name="connsiteY1" fmla="*/ 7620 h 2283459"/>
              <a:gd name="connsiteX2" fmla="*/ 8282940 w 9144000"/>
              <a:gd name="connsiteY2" fmla="*/ 0 h 2283459"/>
              <a:gd name="connsiteX3" fmla="*/ 8877300 w 9144000"/>
              <a:gd name="connsiteY3" fmla="*/ 7620 h 2283459"/>
              <a:gd name="connsiteX4" fmla="*/ 9144000 w 9144000"/>
              <a:gd name="connsiteY4" fmla="*/ 13162 h 2283459"/>
              <a:gd name="connsiteX5" fmla="*/ 9144000 w 9144000"/>
              <a:gd name="connsiteY5" fmla="*/ 2283459 h 2283459"/>
              <a:gd name="connsiteX6" fmla="*/ 0 w 9144000"/>
              <a:gd name="connsiteY6" fmla="*/ 2283459 h 2283459"/>
              <a:gd name="connsiteX7" fmla="*/ 0 w 9144000"/>
              <a:gd name="connsiteY7" fmla="*/ 13162 h 2283459"/>
              <a:gd name="connsiteX0" fmla="*/ 0 w 9144000"/>
              <a:gd name="connsiteY0" fmla="*/ 150322 h 2420619"/>
              <a:gd name="connsiteX1" fmla="*/ 7642860 w 9144000"/>
              <a:gd name="connsiteY1" fmla="*/ 144780 h 2420619"/>
              <a:gd name="connsiteX2" fmla="*/ 8260080 w 9144000"/>
              <a:gd name="connsiteY2" fmla="*/ 0 h 2420619"/>
              <a:gd name="connsiteX3" fmla="*/ 8877300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609523 w 9144000"/>
              <a:gd name="connsiteY1" fmla="*/ 140017 h 2420619"/>
              <a:gd name="connsiteX2" fmla="*/ 8260080 w 9144000"/>
              <a:gd name="connsiteY2" fmla="*/ 0 h 2420619"/>
              <a:gd name="connsiteX3" fmla="*/ 8877300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609523 w 9144000"/>
              <a:gd name="connsiteY1" fmla="*/ 140017 h 2420619"/>
              <a:gd name="connsiteX2" fmla="*/ 8260080 w 9144000"/>
              <a:gd name="connsiteY2" fmla="*/ 0 h 2420619"/>
              <a:gd name="connsiteX3" fmla="*/ 8893969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602379 w 9144000"/>
              <a:gd name="connsiteY1" fmla="*/ 147161 h 2420619"/>
              <a:gd name="connsiteX2" fmla="*/ 8260080 w 9144000"/>
              <a:gd name="connsiteY2" fmla="*/ 0 h 2420619"/>
              <a:gd name="connsiteX3" fmla="*/ 8893969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576185 w 9144000"/>
              <a:gd name="connsiteY1" fmla="*/ 144780 h 2420619"/>
              <a:gd name="connsiteX2" fmla="*/ 8260080 w 9144000"/>
              <a:gd name="connsiteY2" fmla="*/ 0 h 2420619"/>
              <a:gd name="connsiteX3" fmla="*/ 8893969 w 9144000"/>
              <a:gd name="connsiteY3" fmla="*/ 144780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576185 w 9144000"/>
              <a:gd name="connsiteY1" fmla="*/ 144780 h 2420619"/>
              <a:gd name="connsiteX2" fmla="*/ 8260080 w 9144000"/>
              <a:gd name="connsiteY2" fmla="*/ 0 h 2420619"/>
              <a:gd name="connsiteX3" fmla="*/ 8893969 w 9144000"/>
              <a:gd name="connsiteY3" fmla="*/ 149543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4000"/>
              <a:gd name="connsiteY0" fmla="*/ 150322 h 2420619"/>
              <a:gd name="connsiteX1" fmla="*/ 7576185 w 9144000"/>
              <a:gd name="connsiteY1" fmla="*/ 144780 h 2420619"/>
              <a:gd name="connsiteX2" fmla="*/ 8260080 w 9144000"/>
              <a:gd name="connsiteY2" fmla="*/ 0 h 2420619"/>
              <a:gd name="connsiteX3" fmla="*/ 8936831 w 9144000"/>
              <a:gd name="connsiteY3" fmla="*/ 151924 h 2420619"/>
              <a:gd name="connsiteX4" fmla="*/ 9144000 w 9144000"/>
              <a:gd name="connsiteY4" fmla="*/ 150322 h 2420619"/>
              <a:gd name="connsiteX5" fmla="*/ 9144000 w 9144000"/>
              <a:gd name="connsiteY5" fmla="*/ 2420619 h 2420619"/>
              <a:gd name="connsiteX6" fmla="*/ 0 w 9144000"/>
              <a:gd name="connsiteY6" fmla="*/ 2420619 h 2420619"/>
              <a:gd name="connsiteX7" fmla="*/ 0 w 9144000"/>
              <a:gd name="connsiteY7" fmla="*/ 150322 h 2420619"/>
              <a:gd name="connsiteX0" fmla="*/ 0 w 9146381"/>
              <a:gd name="connsiteY0" fmla="*/ 150322 h 2420619"/>
              <a:gd name="connsiteX1" fmla="*/ 7576185 w 9146381"/>
              <a:gd name="connsiteY1" fmla="*/ 144780 h 2420619"/>
              <a:gd name="connsiteX2" fmla="*/ 8260080 w 9146381"/>
              <a:gd name="connsiteY2" fmla="*/ 0 h 2420619"/>
              <a:gd name="connsiteX3" fmla="*/ 8936831 w 9146381"/>
              <a:gd name="connsiteY3" fmla="*/ 151924 h 2420619"/>
              <a:gd name="connsiteX4" fmla="*/ 9146381 w 9146381"/>
              <a:gd name="connsiteY4" fmla="*/ 147941 h 2420619"/>
              <a:gd name="connsiteX5" fmla="*/ 9144000 w 9146381"/>
              <a:gd name="connsiteY5" fmla="*/ 2420619 h 2420619"/>
              <a:gd name="connsiteX6" fmla="*/ 0 w 9146381"/>
              <a:gd name="connsiteY6" fmla="*/ 2420619 h 2420619"/>
              <a:gd name="connsiteX7" fmla="*/ 0 w 9146381"/>
              <a:gd name="connsiteY7" fmla="*/ 150322 h 2420619"/>
              <a:gd name="connsiteX0" fmla="*/ 0 w 9146381"/>
              <a:gd name="connsiteY0" fmla="*/ 150322 h 2420619"/>
              <a:gd name="connsiteX1" fmla="*/ 7576185 w 9146381"/>
              <a:gd name="connsiteY1" fmla="*/ 144780 h 2420619"/>
              <a:gd name="connsiteX2" fmla="*/ 8260080 w 9146381"/>
              <a:gd name="connsiteY2" fmla="*/ 0 h 2420619"/>
              <a:gd name="connsiteX3" fmla="*/ 8936831 w 9146381"/>
              <a:gd name="connsiteY3" fmla="*/ 147162 h 2420619"/>
              <a:gd name="connsiteX4" fmla="*/ 9146381 w 9146381"/>
              <a:gd name="connsiteY4" fmla="*/ 147941 h 2420619"/>
              <a:gd name="connsiteX5" fmla="*/ 9144000 w 9146381"/>
              <a:gd name="connsiteY5" fmla="*/ 2420619 h 2420619"/>
              <a:gd name="connsiteX6" fmla="*/ 0 w 9146381"/>
              <a:gd name="connsiteY6" fmla="*/ 2420619 h 2420619"/>
              <a:gd name="connsiteX7" fmla="*/ 0 w 9146381"/>
              <a:gd name="connsiteY7" fmla="*/ 150322 h 2420619"/>
              <a:gd name="connsiteX0" fmla="*/ 0 w 9146381"/>
              <a:gd name="connsiteY0" fmla="*/ 150322 h 2420619"/>
              <a:gd name="connsiteX1" fmla="*/ 7566660 w 9146381"/>
              <a:gd name="connsiteY1" fmla="*/ 142399 h 2420619"/>
              <a:gd name="connsiteX2" fmla="*/ 8260080 w 9146381"/>
              <a:gd name="connsiteY2" fmla="*/ 0 h 2420619"/>
              <a:gd name="connsiteX3" fmla="*/ 8936831 w 9146381"/>
              <a:gd name="connsiteY3" fmla="*/ 147162 h 2420619"/>
              <a:gd name="connsiteX4" fmla="*/ 9146381 w 9146381"/>
              <a:gd name="connsiteY4" fmla="*/ 147941 h 2420619"/>
              <a:gd name="connsiteX5" fmla="*/ 9144000 w 9146381"/>
              <a:gd name="connsiteY5" fmla="*/ 2420619 h 2420619"/>
              <a:gd name="connsiteX6" fmla="*/ 0 w 9146381"/>
              <a:gd name="connsiteY6" fmla="*/ 2420619 h 2420619"/>
              <a:gd name="connsiteX7" fmla="*/ 0 w 9146381"/>
              <a:gd name="connsiteY7" fmla="*/ 150322 h 2420619"/>
              <a:gd name="connsiteX0" fmla="*/ 0 w 9146381"/>
              <a:gd name="connsiteY0" fmla="*/ 155084 h 2425381"/>
              <a:gd name="connsiteX1" fmla="*/ 7566660 w 9146381"/>
              <a:gd name="connsiteY1" fmla="*/ 147161 h 2425381"/>
              <a:gd name="connsiteX2" fmla="*/ 8250555 w 9146381"/>
              <a:gd name="connsiteY2" fmla="*/ 0 h 2425381"/>
              <a:gd name="connsiteX3" fmla="*/ 8936831 w 9146381"/>
              <a:gd name="connsiteY3" fmla="*/ 151924 h 2425381"/>
              <a:gd name="connsiteX4" fmla="*/ 9146381 w 9146381"/>
              <a:gd name="connsiteY4" fmla="*/ 152703 h 2425381"/>
              <a:gd name="connsiteX5" fmla="*/ 9144000 w 9146381"/>
              <a:gd name="connsiteY5" fmla="*/ 2425381 h 2425381"/>
              <a:gd name="connsiteX6" fmla="*/ 0 w 9146381"/>
              <a:gd name="connsiteY6" fmla="*/ 2425381 h 2425381"/>
              <a:gd name="connsiteX7" fmla="*/ 0 w 9146381"/>
              <a:gd name="connsiteY7" fmla="*/ 155084 h 2425381"/>
              <a:gd name="connsiteX0" fmla="*/ 0 w 9146381"/>
              <a:gd name="connsiteY0" fmla="*/ 82234 h 2425381"/>
              <a:gd name="connsiteX1" fmla="*/ 7566660 w 9146381"/>
              <a:gd name="connsiteY1" fmla="*/ 147161 h 2425381"/>
              <a:gd name="connsiteX2" fmla="*/ 8250555 w 9146381"/>
              <a:gd name="connsiteY2" fmla="*/ 0 h 2425381"/>
              <a:gd name="connsiteX3" fmla="*/ 8936831 w 9146381"/>
              <a:gd name="connsiteY3" fmla="*/ 151924 h 2425381"/>
              <a:gd name="connsiteX4" fmla="*/ 9146381 w 9146381"/>
              <a:gd name="connsiteY4" fmla="*/ 152703 h 2425381"/>
              <a:gd name="connsiteX5" fmla="*/ 9144000 w 9146381"/>
              <a:gd name="connsiteY5" fmla="*/ 2425381 h 2425381"/>
              <a:gd name="connsiteX6" fmla="*/ 0 w 9146381"/>
              <a:gd name="connsiteY6" fmla="*/ 2425381 h 2425381"/>
              <a:gd name="connsiteX7" fmla="*/ 0 w 9146381"/>
              <a:gd name="connsiteY7" fmla="*/ 82234 h 2425381"/>
              <a:gd name="connsiteX0" fmla="*/ 0 w 9146381"/>
              <a:gd name="connsiteY0" fmla="*/ 82234 h 2425381"/>
              <a:gd name="connsiteX1" fmla="*/ 7566660 w 9146381"/>
              <a:gd name="connsiteY1" fmla="*/ 147161 h 2425381"/>
              <a:gd name="connsiteX2" fmla="*/ 8250555 w 9146381"/>
              <a:gd name="connsiteY2" fmla="*/ 0 h 2425381"/>
              <a:gd name="connsiteX3" fmla="*/ 8936831 w 9146381"/>
              <a:gd name="connsiteY3" fmla="*/ 151924 h 2425381"/>
              <a:gd name="connsiteX4" fmla="*/ 9146381 w 9146381"/>
              <a:gd name="connsiteY4" fmla="*/ 79853 h 2425381"/>
              <a:gd name="connsiteX5" fmla="*/ 9144000 w 9146381"/>
              <a:gd name="connsiteY5" fmla="*/ 2425381 h 2425381"/>
              <a:gd name="connsiteX6" fmla="*/ 0 w 9146381"/>
              <a:gd name="connsiteY6" fmla="*/ 2425381 h 2425381"/>
              <a:gd name="connsiteX7" fmla="*/ 0 w 9146381"/>
              <a:gd name="connsiteY7" fmla="*/ 82234 h 2425381"/>
              <a:gd name="connsiteX0" fmla="*/ 0 w 9146381"/>
              <a:gd name="connsiteY0" fmla="*/ 82234 h 2425381"/>
              <a:gd name="connsiteX1" fmla="*/ 7566660 w 9146381"/>
              <a:gd name="connsiteY1" fmla="*/ 147161 h 2425381"/>
              <a:gd name="connsiteX2" fmla="*/ 8250555 w 9146381"/>
              <a:gd name="connsiteY2" fmla="*/ 0 h 2425381"/>
              <a:gd name="connsiteX3" fmla="*/ 8924131 w 9146381"/>
              <a:gd name="connsiteY3" fmla="*/ 86012 h 2425381"/>
              <a:gd name="connsiteX4" fmla="*/ 9146381 w 9146381"/>
              <a:gd name="connsiteY4" fmla="*/ 79853 h 2425381"/>
              <a:gd name="connsiteX5" fmla="*/ 9144000 w 9146381"/>
              <a:gd name="connsiteY5" fmla="*/ 2425381 h 2425381"/>
              <a:gd name="connsiteX6" fmla="*/ 0 w 9146381"/>
              <a:gd name="connsiteY6" fmla="*/ 2425381 h 2425381"/>
              <a:gd name="connsiteX7" fmla="*/ 0 w 9146381"/>
              <a:gd name="connsiteY7" fmla="*/ 82234 h 2425381"/>
              <a:gd name="connsiteX0" fmla="*/ 0 w 9146381"/>
              <a:gd name="connsiteY0" fmla="*/ 82234 h 2425381"/>
              <a:gd name="connsiteX1" fmla="*/ 7566660 w 9146381"/>
              <a:gd name="connsiteY1" fmla="*/ 74311 h 2425381"/>
              <a:gd name="connsiteX2" fmla="*/ 8250555 w 9146381"/>
              <a:gd name="connsiteY2" fmla="*/ 0 h 2425381"/>
              <a:gd name="connsiteX3" fmla="*/ 8924131 w 9146381"/>
              <a:gd name="connsiteY3" fmla="*/ 86012 h 2425381"/>
              <a:gd name="connsiteX4" fmla="*/ 9146381 w 9146381"/>
              <a:gd name="connsiteY4" fmla="*/ 79853 h 2425381"/>
              <a:gd name="connsiteX5" fmla="*/ 9144000 w 9146381"/>
              <a:gd name="connsiteY5" fmla="*/ 2425381 h 2425381"/>
              <a:gd name="connsiteX6" fmla="*/ 0 w 9146381"/>
              <a:gd name="connsiteY6" fmla="*/ 2425381 h 2425381"/>
              <a:gd name="connsiteX7" fmla="*/ 0 w 9146381"/>
              <a:gd name="connsiteY7" fmla="*/ 82234 h 2425381"/>
              <a:gd name="connsiteX0" fmla="*/ 0 w 9146381"/>
              <a:gd name="connsiteY0" fmla="*/ 82234 h 2425381"/>
              <a:gd name="connsiteX1" fmla="*/ 7566660 w 9146381"/>
              <a:gd name="connsiteY1" fmla="*/ 74311 h 2425381"/>
              <a:gd name="connsiteX2" fmla="*/ 8250555 w 9146381"/>
              <a:gd name="connsiteY2" fmla="*/ 0 h 2425381"/>
              <a:gd name="connsiteX3" fmla="*/ 8927306 w 9146381"/>
              <a:gd name="connsiteY3" fmla="*/ 80808 h 2425381"/>
              <a:gd name="connsiteX4" fmla="*/ 9146381 w 9146381"/>
              <a:gd name="connsiteY4" fmla="*/ 79853 h 2425381"/>
              <a:gd name="connsiteX5" fmla="*/ 9144000 w 9146381"/>
              <a:gd name="connsiteY5" fmla="*/ 2425381 h 2425381"/>
              <a:gd name="connsiteX6" fmla="*/ 0 w 9146381"/>
              <a:gd name="connsiteY6" fmla="*/ 2425381 h 2425381"/>
              <a:gd name="connsiteX7" fmla="*/ 0 w 9146381"/>
              <a:gd name="connsiteY7" fmla="*/ 82234 h 2425381"/>
              <a:gd name="connsiteX0" fmla="*/ 0 w 9146381"/>
              <a:gd name="connsiteY0" fmla="*/ 82234 h 2425381"/>
              <a:gd name="connsiteX1" fmla="*/ 7566660 w 9146381"/>
              <a:gd name="connsiteY1" fmla="*/ 74311 h 2425381"/>
              <a:gd name="connsiteX2" fmla="*/ 8250555 w 9146381"/>
              <a:gd name="connsiteY2" fmla="*/ 0 h 2425381"/>
              <a:gd name="connsiteX3" fmla="*/ 8927306 w 9146381"/>
              <a:gd name="connsiteY3" fmla="*/ 80808 h 2425381"/>
              <a:gd name="connsiteX4" fmla="*/ 9146381 w 9146381"/>
              <a:gd name="connsiteY4" fmla="*/ 85057 h 2425381"/>
              <a:gd name="connsiteX5" fmla="*/ 9144000 w 9146381"/>
              <a:gd name="connsiteY5" fmla="*/ 2425381 h 2425381"/>
              <a:gd name="connsiteX6" fmla="*/ 0 w 9146381"/>
              <a:gd name="connsiteY6" fmla="*/ 2425381 h 2425381"/>
              <a:gd name="connsiteX7" fmla="*/ 0 w 9146381"/>
              <a:gd name="connsiteY7" fmla="*/ 82234 h 2425381"/>
              <a:gd name="connsiteX0" fmla="*/ 0 w 9146381"/>
              <a:gd name="connsiteY0" fmla="*/ 82234 h 2425381"/>
              <a:gd name="connsiteX1" fmla="*/ 7566660 w 9146381"/>
              <a:gd name="connsiteY1" fmla="*/ 74311 h 2425381"/>
              <a:gd name="connsiteX2" fmla="*/ 8250555 w 9146381"/>
              <a:gd name="connsiteY2" fmla="*/ 0 h 2425381"/>
              <a:gd name="connsiteX3" fmla="*/ 8927306 w 9146381"/>
              <a:gd name="connsiteY3" fmla="*/ 80808 h 2425381"/>
              <a:gd name="connsiteX4" fmla="*/ 9146381 w 9146381"/>
              <a:gd name="connsiteY4" fmla="*/ 79854 h 2425381"/>
              <a:gd name="connsiteX5" fmla="*/ 9144000 w 9146381"/>
              <a:gd name="connsiteY5" fmla="*/ 2425381 h 2425381"/>
              <a:gd name="connsiteX6" fmla="*/ 0 w 9146381"/>
              <a:gd name="connsiteY6" fmla="*/ 2425381 h 2425381"/>
              <a:gd name="connsiteX7" fmla="*/ 0 w 9146381"/>
              <a:gd name="connsiteY7" fmla="*/ 82234 h 2425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6381" h="2425381">
                <a:moveTo>
                  <a:pt x="0" y="82234"/>
                </a:moveTo>
                <a:lnTo>
                  <a:pt x="7566660" y="74311"/>
                </a:lnTo>
                <a:lnTo>
                  <a:pt x="8250555" y="0"/>
                </a:lnTo>
                <a:lnTo>
                  <a:pt x="8927306" y="80808"/>
                </a:lnTo>
                <a:lnTo>
                  <a:pt x="9146381" y="79854"/>
                </a:lnTo>
                <a:cubicBezTo>
                  <a:pt x="9145587" y="837413"/>
                  <a:pt x="9144794" y="1667822"/>
                  <a:pt x="9144000" y="2425381"/>
                </a:cubicBezTo>
                <a:lnTo>
                  <a:pt x="0" y="2425381"/>
                </a:lnTo>
                <a:lnTo>
                  <a:pt x="0" y="82234"/>
                </a:lnTo>
                <a:close/>
              </a:path>
            </a:pathLst>
          </a:custGeom>
          <a:noFill/>
        </p:spPr>
        <p:txBody>
          <a:bodyPr/>
          <a:lstStyle>
            <a:lvl1pPr marL="114297" indent="0">
              <a:buNone/>
              <a:defRPr/>
            </a:lvl1pPr>
          </a:lstStyle>
          <a:p>
            <a:r>
              <a:rPr lang="en-IN"/>
              <a:t> </a:t>
            </a:r>
            <a:endParaRPr lang="en-AU"/>
          </a:p>
        </p:txBody>
      </p:sp>
      <p:sp>
        <p:nvSpPr>
          <p:cNvPr id="5" name="Google Shape;10;p2">
            <a:extLst>
              <a:ext uri="{FF2B5EF4-FFF2-40B4-BE49-F238E27FC236}">
                <a16:creationId xmlns:a16="http://schemas.microsoft.com/office/drawing/2014/main" id="{7DE77569-CF12-8ADA-417E-A17EED745482}"/>
              </a:ext>
            </a:extLst>
          </p:cNvPr>
          <p:cNvSpPr txBox="1">
            <a:spLocks noGrp="1"/>
          </p:cNvSpPr>
          <p:nvPr>
            <p:ph type="ctrTitle" hasCustomPrompt="1"/>
          </p:nvPr>
        </p:nvSpPr>
        <p:spPr>
          <a:xfrm>
            <a:off x="415611" y="2570020"/>
            <a:ext cx="5680389" cy="1396999"/>
          </a:xfrm>
          <a:prstGeom prst="rect">
            <a:avLst/>
          </a:prstGeom>
        </p:spPr>
        <p:txBody>
          <a:bodyPr spcFirstLastPara="1" wrap="square" lIns="90000" tIns="90000" rIns="90000" bIns="36000" anchor="b" anchorCtr="0">
            <a:noAutofit/>
          </a:bodyPr>
          <a:lstStyle>
            <a:lvl1pPr lvl="0" algn="l">
              <a:spcBef>
                <a:spcPts val="0"/>
              </a:spcBef>
              <a:spcAft>
                <a:spcPts val="0"/>
              </a:spcAft>
              <a:buSzPts val="5200"/>
              <a:buNone/>
              <a:defRPr sz="2800" b="1">
                <a:solidFill>
                  <a:schemeClr val="tx1"/>
                </a:solidFill>
                <a:latin typeface="PP Neue Machina Plain Ultrabold" pitchFamily="50" charset="0"/>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br>
              <a:rPr lang="en-IN"/>
            </a:br>
            <a:r>
              <a:rPr lang="en-IN"/>
              <a:t>Click here to </a:t>
            </a:r>
            <a:br>
              <a:rPr lang="en-IN"/>
            </a:br>
            <a:r>
              <a:rPr lang="en-IN"/>
              <a:t>add title</a:t>
            </a:r>
            <a:endParaRPr/>
          </a:p>
        </p:txBody>
      </p:sp>
      <p:sp>
        <p:nvSpPr>
          <p:cNvPr id="6" name="Google Shape;11;p2">
            <a:extLst>
              <a:ext uri="{FF2B5EF4-FFF2-40B4-BE49-F238E27FC236}">
                <a16:creationId xmlns:a16="http://schemas.microsoft.com/office/drawing/2014/main" id="{0C50BD5F-C55E-53AD-DB29-26F4E5A5E512}"/>
              </a:ext>
            </a:extLst>
          </p:cNvPr>
          <p:cNvSpPr txBox="1">
            <a:spLocks noGrp="1"/>
          </p:cNvSpPr>
          <p:nvPr>
            <p:ph type="subTitle" idx="1"/>
          </p:nvPr>
        </p:nvSpPr>
        <p:spPr>
          <a:xfrm>
            <a:off x="406400" y="3992417"/>
            <a:ext cx="5680389" cy="609600"/>
          </a:xfrm>
          <a:prstGeom prst="rect">
            <a:avLst/>
          </a:prstGeom>
        </p:spPr>
        <p:txBody>
          <a:bodyPr spcFirstLastPara="1" wrap="square" lIns="90000" tIns="90000" rIns="90000" bIns="90000" anchor="t" anchorCtr="0">
            <a:noAutofit/>
          </a:bodyPr>
          <a:lstStyle>
            <a:lvl1pPr marL="0" lvl="0" indent="0" algn="l">
              <a:lnSpc>
                <a:spcPct val="100000"/>
              </a:lnSpc>
              <a:spcBef>
                <a:spcPts val="0"/>
              </a:spcBef>
              <a:spcAft>
                <a:spcPts val="0"/>
              </a:spcAft>
              <a:buSzPts val="2800"/>
              <a:buNone/>
              <a:defRPr sz="1800">
                <a:solidFill>
                  <a:schemeClr val="accent1"/>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r>
              <a:rPr lang="en-GB"/>
              <a:t>Click to edit Master subtitle style</a:t>
            </a:r>
            <a:endParaRPr/>
          </a:p>
        </p:txBody>
      </p:sp>
      <p:sp>
        <p:nvSpPr>
          <p:cNvPr id="7" name="Freeform: Shape 6">
            <a:extLst>
              <a:ext uri="{FF2B5EF4-FFF2-40B4-BE49-F238E27FC236}">
                <a16:creationId xmlns:a16="http://schemas.microsoft.com/office/drawing/2014/main" id="{809891C3-701D-E83E-C330-2FF6C40C1E62}"/>
              </a:ext>
            </a:extLst>
          </p:cNvPr>
          <p:cNvSpPr/>
          <p:nvPr/>
        </p:nvSpPr>
        <p:spPr>
          <a:xfrm>
            <a:off x="0" y="0"/>
            <a:ext cx="12192000" cy="1143000"/>
          </a:xfrm>
          <a:custGeom>
            <a:avLst/>
            <a:gdLst>
              <a:gd name="connsiteX0" fmla="*/ 0 w 9144000"/>
              <a:gd name="connsiteY0" fmla="*/ 0 h 857250"/>
              <a:gd name="connsiteX1" fmla="*/ 0 w 9144000"/>
              <a:gd name="connsiteY1" fmla="*/ 857250 h 857250"/>
              <a:gd name="connsiteX2" fmla="*/ 7540609 w 9144000"/>
              <a:gd name="connsiteY2" fmla="*/ 857250 h 857250"/>
              <a:gd name="connsiteX3" fmla="*/ 8245698 w 9144000"/>
              <a:gd name="connsiteY3" fmla="*/ 707422 h 857250"/>
              <a:gd name="connsiteX4" fmla="*/ 8933831 w 9144000"/>
              <a:gd name="connsiteY4" fmla="*/ 857250 h 857250"/>
              <a:gd name="connsiteX5" fmla="*/ 9144000 w 9144000"/>
              <a:gd name="connsiteY5" fmla="*/ 857250 h 857250"/>
              <a:gd name="connsiteX6" fmla="*/ 9144000 w 9144000"/>
              <a:gd name="connsiteY6" fmla="*/ 0 h 857250"/>
              <a:gd name="connsiteX7" fmla="*/ 0 w 9144000"/>
              <a:gd name="connsiteY7" fmla="*/ 0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0" h="857250">
                <a:moveTo>
                  <a:pt x="0" y="0"/>
                </a:moveTo>
                <a:lnTo>
                  <a:pt x="0" y="857250"/>
                </a:lnTo>
                <a:lnTo>
                  <a:pt x="7540609" y="857250"/>
                </a:lnTo>
                <a:lnTo>
                  <a:pt x="8245698" y="707422"/>
                </a:lnTo>
                <a:lnTo>
                  <a:pt x="8933831" y="857250"/>
                </a:lnTo>
                <a:lnTo>
                  <a:pt x="9144000" y="857250"/>
                </a:lnTo>
                <a:lnTo>
                  <a:pt x="9144000" y="0"/>
                </a:lnTo>
                <a:lnTo>
                  <a:pt x="0" y="0"/>
                </a:lnTo>
                <a:close/>
              </a:path>
            </a:pathLst>
          </a:custGeom>
          <a:gradFill>
            <a:gsLst>
              <a:gs pos="0">
                <a:srgbClr val="5BC1A0"/>
              </a:gs>
              <a:gs pos="50000">
                <a:srgbClr val="2E9376"/>
              </a:gs>
              <a:gs pos="100000">
                <a:srgbClr val="01654D"/>
              </a:gs>
            </a:gsLst>
            <a:lin ang="0" scaled="1"/>
          </a:gradFill>
          <a:ln w="81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lvl="0" defTabSz="914378" eaLnBrk="1" latinLnBrk="0" hangingPunct="1"/>
            <a:endParaRPr lang="en-AU" sz="1800" kern="1200">
              <a:solidFill>
                <a:schemeClr val="tx1"/>
              </a:solidFill>
              <a:latin typeface="+mn-lt"/>
              <a:ea typeface="+mn-ea"/>
              <a:cs typeface="+mn-cs"/>
            </a:endParaRPr>
          </a:p>
        </p:txBody>
      </p:sp>
      <p:sp>
        <p:nvSpPr>
          <p:cNvPr id="8" name="Freeform: Shape 7">
            <a:extLst>
              <a:ext uri="{FF2B5EF4-FFF2-40B4-BE49-F238E27FC236}">
                <a16:creationId xmlns:a16="http://schemas.microsoft.com/office/drawing/2014/main" id="{DA258AEC-2E45-E11A-26EF-45595D0532FE}"/>
              </a:ext>
            </a:extLst>
          </p:cNvPr>
          <p:cNvSpPr/>
          <p:nvPr/>
        </p:nvSpPr>
        <p:spPr>
          <a:xfrm>
            <a:off x="10054144" y="582868"/>
            <a:ext cx="1662048" cy="380111"/>
          </a:xfrm>
          <a:custGeom>
            <a:avLst/>
            <a:gdLst>
              <a:gd name="connsiteX0" fmla="*/ 718995 w 1246536"/>
              <a:gd name="connsiteY0" fmla="*/ 0 h 285083"/>
              <a:gd name="connsiteX1" fmla="*/ 769239 w 1246536"/>
              <a:gd name="connsiteY1" fmla="*/ 10668 h 285083"/>
              <a:gd name="connsiteX2" fmla="*/ 842391 w 1246536"/>
              <a:gd name="connsiteY2" fmla="*/ 94726 h 285083"/>
              <a:gd name="connsiteX3" fmla="*/ 769239 w 1246536"/>
              <a:gd name="connsiteY3" fmla="*/ 147876 h 285083"/>
              <a:gd name="connsiteX4" fmla="*/ 718995 w 1246536"/>
              <a:gd name="connsiteY4" fmla="*/ 137208 h 285083"/>
              <a:gd name="connsiteX5" fmla="*/ 718995 w 1246536"/>
              <a:gd name="connsiteY5" fmla="*/ 48 h 285083"/>
              <a:gd name="connsiteX6" fmla="*/ 769239 w 1246536"/>
              <a:gd name="connsiteY6" fmla="*/ 116681 h 285083"/>
              <a:gd name="connsiteX7" fmla="*/ 808530 w 1246536"/>
              <a:gd name="connsiteY7" fmla="*/ 87487 h 285083"/>
              <a:gd name="connsiteX8" fmla="*/ 769239 w 1246536"/>
              <a:gd name="connsiteY8" fmla="*/ 41577 h 285083"/>
              <a:gd name="connsiteX9" fmla="*/ 752856 w 1246536"/>
              <a:gd name="connsiteY9" fmla="*/ 38100 h 285083"/>
              <a:gd name="connsiteX10" fmla="*/ 752856 w 1246536"/>
              <a:gd name="connsiteY10" fmla="*/ 113205 h 285083"/>
              <a:gd name="connsiteX11" fmla="*/ 769239 w 1246536"/>
              <a:gd name="connsiteY11" fmla="*/ 116681 h 285083"/>
              <a:gd name="connsiteX12" fmla="*/ 947024 w 1246536"/>
              <a:gd name="connsiteY12" fmla="*/ 48482 h 285083"/>
              <a:gd name="connsiteX13" fmla="*/ 947024 w 1246536"/>
              <a:gd name="connsiteY13" fmla="*/ 79391 h 285083"/>
              <a:gd name="connsiteX14" fmla="*/ 917067 w 1246536"/>
              <a:gd name="connsiteY14" fmla="*/ 73009 h 285083"/>
              <a:gd name="connsiteX15" fmla="*/ 917067 w 1246536"/>
              <a:gd name="connsiteY15" fmla="*/ 148114 h 285083"/>
              <a:gd name="connsiteX16" fmla="*/ 947024 w 1246536"/>
              <a:gd name="connsiteY16" fmla="*/ 154496 h 285083"/>
              <a:gd name="connsiteX17" fmla="*/ 947024 w 1246536"/>
              <a:gd name="connsiteY17" fmla="*/ 185642 h 285083"/>
              <a:gd name="connsiteX18" fmla="*/ 853393 w 1246536"/>
              <a:gd name="connsiteY18" fmla="*/ 165735 h 285083"/>
              <a:gd name="connsiteX19" fmla="*/ 853393 w 1246536"/>
              <a:gd name="connsiteY19" fmla="*/ 134588 h 285083"/>
              <a:gd name="connsiteX20" fmla="*/ 883349 w 1246536"/>
              <a:gd name="connsiteY20" fmla="*/ 140970 h 285083"/>
              <a:gd name="connsiteX21" fmla="*/ 883349 w 1246536"/>
              <a:gd name="connsiteY21" fmla="*/ 65865 h 285083"/>
              <a:gd name="connsiteX22" fmla="*/ 853393 w 1246536"/>
              <a:gd name="connsiteY22" fmla="*/ 59484 h 285083"/>
              <a:gd name="connsiteX23" fmla="*/ 853393 w 1246536"/>
              <a:gd name="connsiteY23" fmla="*/ 28575 h 285083"/>
              <a:gd name="connsiteX24" fmla="*/ 947024 w 1246536"/>
              <a:gd name="connsiteY24" fmla="*/ 48482 h 285083"/>
              <a:gd name="connsiteX25" fmla="*/ 1026319 w 1246536"/>
              <a:gd name="connsiteY25" fmla="*/ 62579 h 285083"/>
              <a:gd name="connsiteX26" fmla="*/ 1094994 w 1246536"/>
              <a:gd name="connsiteY26" fmla="*/ 148399 h 285083"/>
              <a:gd name="connsiteX27" fmla="*/ 1026319 w 1246536"/>
              <a:gd name="connsiteY27" fmla="*/ 205216 h 285083"/>
              <a:gd name="connsiteX28" fmla="*/ 957263 w 1246536"/>
              <a:gd name="connsiteY28" fmla="*/ 119158 h 285083"/>
              <a:gd name="connsiteX29" fmla="*/ 1026319 w 1246536"/>
              <a:gd name="connsiteY29" fmla="*/ 62627 h 285083"/>
              <a:gd name="connsiteX30" fmla="*/ 1026319 w 1246536"/>
              <a:gd name="connsiteY30" fmla="*/ 173117 h 285083"/>
              <a:gd name="connsiteX31" fmla="*/ 1060180 w 1246536"/>
              <a:gd name="connsiteY31" fmla="*/ 141018 h 285083"/>
              <a:gd name="connsiteX32" fmla="*/ 1026319 w 1246536"/>
              <a:gd name="connsiteY32" fmla="*/ 94726 h 285083"/>
              <a:gd name="connsiteX33" fmla="*/ 992267 w 1246536"/>
              <a:gd name="connsiteY33" fmla="*/ 126587 h 285083"/>
              <a:gd name="connsiteX34" fmla="*/ 1026319 w 1246536"/>
              <a:gd name="connsiteY34" fmla="*/ 173117 h 285083"/>
              <a:gd name="connsiteX35" fmla="*/ 1111949 w 1246536"/>
              <a:gd name="connsiteY35" fmla="*/ 83534 h 285083"/>
              <a:gd name="connsiteX36" fmla="*/ 1175814 w 1246536"/>
              <a:gd name="connsiteY36" fmla="*/ 97107 h 285083"/>
              <a:gd name="connsiteX37" fmla="*/ 1212675 w 1246536"/>
              <a:gd name="connsiteY37" fmla="*/ 230791 h 285083"/>
              <a:gd name="connsiteX38" fmla="*/ 1212675 w 1246536"/>
              <a:gd name="connsiteY38" fmla="*/ 104918 h 285083"/>
              <a:gd name="connsiteX39" fmla="*/ 1246537 w 1246536"/>
              <a:gd name="connsiteY39" fmla="*/ 112109 h 285083"/>
              <a:gd name="connsiteX40" fmla="*/ 1246537 w 1246536"/>
              <a:gd name="connsiteY40" fmla="*/ 249269 h 285083"/>
              <a:gd name="connsiteX41" fmla="*/ 1182672 w 1246536"/>
              <a:gd name="connsiteY41" fmla="*/ 235696 h 285083"/>
              <a:gd name="connsiteX42" fmla="*/ 1145810 w 1246536"/>
              <a:gd name="connsiteY42" fmla="*/ 102013 h 285083"/>
              <a:gd name="connsiteX43" fmla="*/ 1145810 w 1246536"/>
              <a:gd name="connsiteY43" fmla="*/ 227886 h 285083"/>
              <a:gd name="connsiteX44" fmla="*/ 1111949 w 1246536"/>
              <a:gd name="connsiteY44" fmla="*/ 220694 h 285083"/>
              <a:gd name="connsiteX45" fmla="*/ 1111949 w 1246536"/>
              <a:gd name="connsiteY45" fmla="*/ 83534 h 285083"/>
              <a:gd name="connsiteX46" fmla="*/ 42101 w 1246536"/>
              <a:gd name="connsiteY46" fmla="*/ 138970 h 285083"/>
              <a:gd name="connsiteX47" fmla="*/ 104108 w 1246536"/>
              <a:gd name="connsiteY47" fmla="*/ 125778 h 285083"/>
              <a:gd name="connsiteX48" fmla="*/ 145971 w 1246536"/>
              <a:gd name="connsiteY48" fmla="*/ 254032 h 285083"/>
              <a:gd name="connsiteX49" fmla="*/ 110061 w 1246536"/>
              <a:gd name="connsiteY49" fmla="*/ 261652 h 285083"/>
              <a:gd name="connsiteX50" fmla="*/ 97774 w 1246536"/>
              <a:gd name="connsiteY50" fmla="*/ 222837 h 285083"/>
              <a:gd name="connsiteX51" fmla="*/ 47863 w 1246536"/>
              <a:gd name="connsiteY51" fmla="*/ 233458 h 285083"/>
              <a:gd name="connsiteX52" fmla="*/ 35576 w 1246536"/>
              <a:gd name="connsiteY52" fmla="*/ 277511 h 285083"/>
              <a:gd name="connsiteX53" fmla="*/ 0 w 1246536"/>
              <a:gd name="connsiteY53" fmla="*/ 285083 h 285083"/>
              <a:gd name="connsiteX54" fmla="*/ 42053 w 1246536"/>
              <a:gd name="connsiteY54" fmla="*/ 138970 h 285083"/>
              <a:gd name="connsiteX55" fmla="*/ 88440 w 1246536"/>
              <a:gd name="connsiteY55" fmla="*/ 193881 h 285083"/>
              <a:gd name="connsiteX56" fmla="*/ 72819 w 1246536"/>
              <a:gd name="connsiteY56" fmla="*/ 144875 h 285083"/>
              <a:gd name="connsiteX57" fmla="*/ 57198 w 1246536"/>
              <a:gd name="connsiteY57" fmla="*/ 200549 h 285083"/>
              <a:gd name="connsiteX58" fmla="*/ 88488 w 1246536"/>
              <a:gd name="connsiteY58" fmla="*/ 193881 h 285083"/>
              <a:gd name="connsiteX59" fmla="*/ 214646 w 1246536"/>
              <a:gd name="connsiteY59" fmla="*/ 242173 h 285083"/>
              <a:gd name="connsiteX60" fmla="*/ 148733 w 1246536"/>
              <a:gd name="connsiteY60" fmla="*/ 199930 h 285083"/>
              <a:gd name="connsiteX61" fmla="*/ 183738 w 1246536"/>
              <a:gd name="connsiteY61" fmla="*/ 192500 h 285083"/>
              <a:gd name="connsiteX62" fmla="*/ 215408 w 1246536"/>
              <a:gd name="connsiteY62" fmla="*/ 212408 h 285083"/>
              <a:gd name="connsiteX63" fmla="*/ 239030 w 1246536"/>
              <a:gd name="connsiteY63" fmla="*/ 195310 h 285083"/>
              <a:gd name="connsiteX64" fmla="*/ 227886 w 1246536"/>
              <a:gd name="connsiteY64" fmla="*/ 187166 h 285083"/>
              <a:gd name="connsiteX65" fmla="*/ 183975 w 1246536"/>
              <a:gd name="connsiteY65" fmla="*/ 184452 h 285083"/>
              <a:gd name="connsiteX66" fmla="*/ 154210 w 1246536"/>
              <a:gd name="connsiteY66" fmla="*/ 153210 h 285083"/>
              <a:gd name="connsiteX67" fmla="*/ 207645 w 1246536"/>
              <a:gd name="connsiteY67" fmla="*/ 101013 h 285083"/>
              <a:gd name="connsiteX68" fmla="*/ 268891 w 1246536"/>
              <a:gd name="connsiteY68" fmla="*/ 138017 h 285083"/>
              <a:gd name="connsiteX69" fmla="*/ 234077 w 1246536"/>
              <a:gd name="connsiteY69" fmla="*/ 145399 h 285083"/>
              <a:gd name="connsiteX70" fmla="*/ 208217 w 1246536"/>
              <a:gd name="connsiteY70" fmla="*/ 129873 h 285083"/>
              <a:gd name="connsiteX71" fmla="*/ 189215 w 1246536"/>
              <a:gd name="connsiteY71" fmla="*/ 145018 h 285083"/>
              <a:gd name="connsiteX72" fmla="*/ 199454 w 1246536"/>
              <a:gd name="connsiteY72" fmla="*/ 152352 h 285083"/>
              <a:gd name="connsiteX73" fmla="*/ 242078 w 1246536"/>
              <a:gd name="connsiteY73" fmla="*/ 154400 h 285083"/>
              <a:gd name="connsiteX74" fmla="*/ 273891 w 1246536"/>
              <a:gd name="connsiteY74" fmla="*/ 186357 h 285083"/>
              <a:gd name="connsiteX75" fmla="*/ 214694 w 1246536"/>
              <a:gd name="connsiteY75" fmla="*/ 242126 h 285083"/>
              <a:gd name="connsiteX76" fmla="*/ 283702 w 1246536"/>
              <a:gd name="connsiteY76" fmla="*/ 156067 h 285083"/>
              <a:gd name="connsiteX77" fmla="*/ 353330 w 1246536"/>
              <a:gd name="connsiteY77" fmla="*/ 70056 h 285083"/>
              <a:gd name="connsiteX78" fmla="*/ 419767 w 1246536"/>
              <a:gd name="connsiteY78" fmla="*/ 111585 h 285083"/>
              <a:gd name="connsiteX79" fmla="*/ 384953 w 1246536"/>
              <a:gd name="connsiteY79" fmla="*/ 118967 h 285083"/>
              <a:gd name="connsiteX80" fmla="*/ 353473 w 1246536"/>
              <a:gd name="connsiteY80" fmla="*/ 102108 h 285083"/>
              <a:gd name="connsiteX81" fmla="*/ 318659 w 1246536"/>
              <a:gd name="connsiteY81" fmla="*/ 148590 h 285083"/>
              <a:gd name="connsiteX82" fmla="*/ 353473 w 1246536"/>
              <a:gd name="connsiteY82" fmla="*/ 180499 h 285083"/>
              <a:gd name="connsiteX83" fmla="*/ 384953 w 1246536"/>
              <a:gd name="connsiteY83" fmla="*/ 150066 h 285083"/>
              <a:gd name="connsiteX84" fmla="*/ 419767 w 1246536"/>
              <a:gd name="connsiteY84" fmla="*/ 142685 h 285083"/>
              <a:gd name="connsiteX85" fmla="*/ 353330 w 1246536"/>
              <a:gd name="connsiteY85" fmla="*/ 212646 h 285083"/>
              <a:gd name="connsiteX86" fmla="*/ 283702 w 1246536"/>
              <a:gd name="connsiteY86" fmla="*/ 156067 h 285083"/>
              <a:gd name="connsiteX87" fmla="*/ 436340 w 1246536"/>
              <a:gd name="connsiteY87" fmla="*/ 55150 h 285083"/>
              <a:gd name="connsiteX88" fmla="*/ 540782 w 1246536"/>
              <a:gd name="connsiteY88" fmla="*/ 32956 h 285083"/>
              <a:gd name="connsiteX89" fmla="*/ 540782 w 1246536"/>
              <a:gd name="connsiteY89" fmla="*/ 63865 h 285083"/>
              <a:gd name="connsiteX90" fmla="*/ 470440 w 1246536"/>
              <a:gd name="connsiteY90" fmla="*/ 78819 h 285083"/>
              <a:gd name="connsiteX91" fmla="*/ 470440 w 1246536"/>
              <a:gd name="connsiteY91" fmla="*/ 101775 h 285083"/>
              <a:gd name="connsiteX92" fmla="*/ 531495 w 1246536"/>
              <a:gd name="connsiteY92" fmla="*/ 88821 h 285083"/>
              <a:gd name="connsiteX93" fmla="*/ 531495 w 1246536"/>
              <a:gd name="connsiteY93" fmla="*/ 118015 h 285083"/>
              <a:gd name="connsiteX94" fmla="*/ 470440 w 1246536"/>
              <a:gd name="connsiteY94" fmla="*/ 131016 h 285083"/>
              <a:gd name="connsiteX95" fmla="*/ 470440 w 1246536"/>
              <a:gd name="connsiteY95" fmla="*/ 154162 h 285083"/>
              <a:gd name="connsiteX96" fmla="*/ 540782 w 1246536"/>
              <a:gd name="connsiteY96" fmla="*/ 139208 h 285083"/>
              <a:gd name="connsiteX97" fmla="*/ 540782 w 1246536"/>
              <a:gd name="connsiteY97" fmla="*/ 170117 h 285083"/>
              <a:gd name="connsiteX98" fmla="*/ 436340 w 1246536"/>
              <a:gd name="connsiteY98" fmla="*/ 192310 h 285083"/>
              <a:gd name="connsiteX99" fmla="*/ 436340 w 1246536"/>
              <a:gd name="connsiteY99" fmla="*/ 55150 h 285083"/>
              <a:gd name="connsiteX100" fmla="*/ 561308 w 1246536"/>
              <a:gd name="connsiteY100" fmla="*/ 28575 h 285083"/>
              <a:gd name="connsiteX101" fmla="*/ 625173 w 1246536"/>
              <a:gd name="connsiteY101" fmla="*/ 15002 h 285083"/>
              <a:gd name="connsiteX102" fmla="*/ 662035 w 1246536"/>
              <a:gd name="connsiteY102" fmla="*/ 133064 h 285083"/>
              <a:gd name="connsiteX103" fmla="*/ 662035 w 1246536"/>
              <a:gd name="connsiteY103" fmla="*/ 7191 h 285083"/>
              <a:gd name="connsiteX104" fmla="*/ 695897 w 1246536"/>
              <a:gd name="connsiteY104" fmla="*/ 0 h 285083"/>
              <a:gd name="connsiteX105" fmla="*/ 695897 w 1246536"/>
              <a:gd name="connsiteY105" fmla="*/ 137160 h 285083"/>
              <a:gd name="connsiteX106" fmla="*/ 632032 w 1246536"/>
              <a:gd name="connsiteY106" fmla="*/ 150733 h 285083"/>
              <a:gd name="connsiteX107" fmla="*/ 595170 w 1246536"/>
              <a:gd name="connsiteY107" fmla="*/ 32671 h 285083"/>
              <a:gd name="connsiteX108" fmla="*/ 595170 w 1246536"/>
              <a:gd name="connsiteY108" fmla="*/ 158544 h 285083"/>
              <a:gd name="connsiteX109" fmla="*/ 561308 w 1246536"/>
              <a:gd name="connsiteY109" fmla="*/ 165735 h 285083"/>
              <a:gd name="connsiteX110" fmla="*/ 561308 w 1246536"/>
              <a:gd name="connsiteY110" fmla="*/ 28575 h 285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246536" h="285083">
                <a:moveTo>
                  <a:pt x="718995" y="0"/>
                </a:moveTo>
                <a:lnTo>
                  <a:pt x="769239" y="10668"/>
                </a:lnTo>
                <a:cubicBezTo>
                  <a:pt x="805149" y="18288"/>
                  <a:pt x="842391" y="35766"/>
                  <a:pt x="842391" y="94726"/>
                </a:cubicBezTo>
                <a:cubicBezTo>
                  <a:pt x="842391" y="153876"/>
                  <a:pt x="805149" y="155496"/>
                  <a:pt x="769239" y="147876"/>
                </a:cubicBezTo>
                <a:lnTo>
                  <a:pt x="718995" y="137208"/>
                </a:lnTo>
                <a:lnTo>
                  <a:pt x="718995" y="48"/>
                </a:lnTo>
                <a:close/>
                <a:moveTo>
                  <a:pt x="769239" y="116681"/>
                </a:moveTo>
                <a:cubicBezTo>
                  <a:pt x="791766" y="121491"/>
                  <a:pt x="808530" y="124254"/>
                  <a:pt x="808530" y="87487"/>
                </a:cubicBezTo>
                <a:cubicBezTo>
                  <a:pt x="808530" y="50721"/>
                  <a:pt x="791623" y="46339"/>
                  <a:pt x="769239" y="41577"/>
                </a:cubicBezTo>
                <a:lnTo>
                  <a:pt x="752856" y="38100"/>
                </a:lnTo>
                <a:lnTo>
                  <a:pt x="752856" y="113205"/>
                </a:lnTo>
                <a:cubicBezTo>
                  <a:pt x="752856" y="113205"/>
                  <a:pt x="769239" y="116681"/>
                  <a:pt x="769239" y="116681"/>
                </a:cubicBezTo>
                <a:close/>
                <a:moveTo>
                  <a:pt x="947024" y="48482"/>
                </a:moveTo>
                <a:lnTo>
                  <a:pt x="947024" y="79391"/>
                </a:lnTo>
                <a:cubicBezTo>
                  <a:pt x="947024" y="79391"/>
                  <a:pt x="917067" y="73009"/>
                  <a:pt x="917067" y="73009"/>
                </a:cubicBezTo>
                <a:lnTo>
                  <a:pt x="917067" y="148114"/>
                </a:lnTo>
                <a:cubicBezTo>
                  <a:pt x="917067" y="148114"/>
                  <a:pt x="947024" y="154496"/>
                  <a:pt x="947024" y="154496"/>
                </a:cubicBezTo>
                <a:lnTo>
                  <a:pt x="947024" y="185642"/>
                </a:lnTo>
                <a:cubicBezTo>
                  <a:pt x="947024" y="185642"/>
                  <a:pt x="853393" y="165735"/>
                  <a:pt x="853393" y="165735"/>
                </a:cubicBezTo>
                <a:lnTo>
                  <a:pt x="853393" y="134588"/>
                </a:lnTo>
                <a:cubicBezTo>
                  <a:pt x="853393" y="134588"/>
                  <a:pt x="883349" y="140970"/>
                  <a:pt x="883349" y="140970"/>
                </a:cubicBezTo>
                <a:lnTo>
                  <a:pt x="883349" y="65865"/>
                </a:lnTo>
                <a:cubicBezTo>
                  <a:pt x="883349" y="65865"/>
                  <a:pt x="853393" y="59484"/>
                  <a:pt x="853393" y="59484"/>
                </a:cubicBezTo>
                <a:lnTo>
                  <a:pt x="853393" y="28575"/>
                </a:lnTo>
                <a:cubicBezTo>
                  <a:pt x="853393" y="28575"/>
                  <a:pt x="947024" y="48482"/>
                  <a:pt x="947024" y="48482"/>
                </a:cubicBezTo>
                <a:close/>
                <a:moveTo>
                  <a:pt x="1026319" y="62579"/>
                </a:moveTo>
                <a:cubicBezTo>
                  <a:pt x="1068944" y="71628"/>
                  <a:pt x="1094994" y="107918"/>
                  <a:pt x="1094994" y="148399"/>
                </a:cubicBezTo>
                <a:cubicBezTo>
                  <a:pt x="1094994" y="189071"/>
                  <a:pt x="1068944" y="214265"/>
                  <a:pt x="1026319" y="205216"/>
                </a:cubicBezTo>
                <a:cubicBezTo>
                  <a:pt x="983504" y="196120"/>
                  <a:pt x="957263" y="159782"/>
                  <a:pt x="957263" y="119158"/>
                </a:cubicBezTo>
                <a:cubicBezTo>
                  <a:pt x="957263" y="78676"/>
                  <a:pt x="983504" y="53530"/>
                  <a:pt x="1026319" y="62627"/>
                </a:cubicBezTo>
                <a:moveTo>
                  <a:pt x="1026319" y="173117"/>
                </a:moveTo>
                <a:cubicBezTo>
                  <a:pt x="1049036" y="177927"/>
                  <a:pt x="1060180" y="165925"/>
                  <a:pt x="1060180" y="141018"/>
                </a:cubicBezTo>
                <a:cubicBezTo>
                  <a:pt x="1060180" y="116110"/>
                  <a:pt x="1048846" y="99489"/>
                  <a:pt x="1026319" y="94726"/>
                </a:cubicBezTo>
                <a:cubicBezTo>
                  <a:pt x="1003602" y="89916"/>
                  <a:pt x="992267" y="101870"/>
                  <a:pt x="992267" y="126587"/>
                </a:cubicBezTo>
                <a:cubicBezTo>
                  <a:pt x="992267" y="151495"/>
                  <a:pt x="1003649" y="168307"/>
                  <a:pt x="1026319" y="173117"/>
                </a:cubicBezTo>
                <a:moveTo>
                  <a:pt x="1111949" y="83534"/>
                </a:moveTo>
                <a:lnTo>
                  <a:pt x="1175814" y="97107"/>
                </a:lnTo>
                <a:lnTo>
                  <a:pt x="1212675" y="230791"/>
                </a:lnTo>
                <a:lnTo>
                  <a:pt x="1212675" y="104918"/>
                </a:lnTo>
                <a:cubicBezTo>
                  <a:pt x="1212675" y="104918"/>
                  <a:pt x="1246537" y="112109"/>
                  <a:pt x="1246537" y="112109"/>
                </a:cubicBezTo>
                <a:lnTo>
                  <a:pt x="1246537" y="249269"/>
                </a:lnTo>
                <a:cubicBezTo>
                  <a:pt x="1246537" y="249269"/>
                  <a:pt x="1182672" y="235696"/>
                  <a:pt x="1182672" y="235696"/>
                </a:cubicBezTo>
                <a:lnTo>
                  <a:pt x="1145810" y="102013"/>
                </a:lnTo>
                <a:lnTo>
                  <a:pt x="1145810" y="227886"/>
                </a:lnTo>
                <a:cubicBezTo>
                  <a:pt x="1145810" y="227886"/>
                  <a:pt x="1111949" y="220694"/>
                  <a:pt x="1111949" y="220694"/>
                </a:cubicBezTo>
                <a:lnTo>
                  <a:pt x="1111949" y="83534"/>
                </a:lnTo>
                <a:close/>
                <a:moveTo>
                  <a:pt x="42101" y="138970"/>
                </a:moveTo>
                <a:lnTo>
                  <a:pt x="104108" y="125778"/>
                </a:lnTo>
                <a:lnTo>
                  <a:pt x="145971" y="254032"/>
                </a:lnTo>
                <a:lnTo>
                  <a:pt x="110061" y="261652"/>
                </a:lnTo>
                <a:lnTo>
                  <a:pt x="97774" y="222837"/>
                </a:lnTo>
                <a:lnTo>
                  <a:pt x="47863" y="233458"/>
                </a:lnTo>
                <a:lnTo>
                  <a:pt x="35576" y="277511"/>
                </a:lnTo>
                <a:lnTo>
                  <a:pt x="0" y="285083"/>
                </a:lnTo>
                <a:lnTo>
                  <a:pt x="42053" y="138970"/>
                </a:lnTo>
                <a:close/>
                <a:moveTo>
                  <a:pt x="88440" y="193881"/>
                </a:moveTo>
                <a:lnTo>
                  <a:pt x="72819" y="144875"/>
                </a:lnTo>
                <a:lnTo>
                  <a:pt x="57198" y="200549"/>
                </a:lnTo>
                <a:lnTo>
                  <a:pt x="88488" y="193881"/>
                </a:lnTo>
                <a:close/>
                <a:moveTo>
                  <a:pt x="214646" y="242173"/>
                </a:moveTo>
                <a:cubicBezTo>
                  <a:pt x="168307" y="252032"/>
                  <a:pt x="148733" y="235553"/>
                  <a:pt x="148733" y="199930"/>
                </a:cubicBezTo>
                <a:lnTo>
                  <a:pt x="183738" y="192500"/>
                </a:lnTo>
                <a:cubicBezTo>
                  <a:pt x="183738" y="211979"/>
                  <a:pt x="190977" y="217599"/>
                  <a:pt x="215408" y="212408"/>
                </a:cubicBezTo>
                <a:cubicBezTo>
                  <a:pt x="231982" y="208883"/>
                  <a:pt x="239030" y="203883"/>
                  <a:pt x="239030" y="195310"/>
                </a:cubicBezTo>
                <a:cubicBezTo>
                  <a:pt x="239030" y="190452"/>
                  <a:pt x="235315" y="187547"/>
                  <a:pt x="227886" y="187166"/>
                </a:cubicBezTo>
                <a:lnTo>
                  <a:pt x="183975" y="184452"/>
                </a:lnTo>
                <a:cubicBezTo>
                  <a:pt x="161258" y="182880"/>
                  <a:pt x="154210" y="170545"/>
                  <a:pt x="154210" y="153210"/>
                </a:cubicBezTo>
                <a:cubicBezTo>
                  <a:pt x="154210" y="126540"/>
                  <a:pt x="173212" y="108299"/>
                  <a:pt x="207645" y="101013"/>
                </a:cubicBezTo>
                <a:cubicBezTo>
                  <a:pt x="248603" y="92297"/>
                  <a:pt x="268891" y="108252"/>
                  <a:pt x="268891" y="138017"/>
                </a:cubicBezTo>
                <a:lnTo>
                  <a:pt x="234077" y="145399"/>
                </a:lnTo>
                <a:cubicBezTo>
                  <a:pt x="234077" y="130635"/>
                  <a:pt x="226076" y="126111"/>
                  <a:pt x="208217" y="129873"/>
                </a:cubicBezTo>
                <a:cubicBezTo>
                  <a:pt x="195739" y="132540"/>
                  <a:pt x="189215" y="137208"/>
                  <a:pt x="189215" y="145018"/>
                </a:cubicBezTo>
                <a:cubicBezTo>
                  <a:pt x="189215" y="148923"/>
                  <a:pt x="191262" y="151781"/>
                  <a:pt x="199454" y="152352"/>
                </a:cubicBezTo>
                <a:lnTo>
                  <a:pt x="242078" y="154400"/>
                </a:lnTo>
                <a:cubicBezTo>
                  <a:pt x="263843" y="155400"/>
                  <a:pt x="273891" y="166306"/>
                  <a:pt x="273891" y="186357"/>
                </a:cubicBezTo>
                <a:cubicBezTo>
                  <a:pt x="273891" y="212408"/>
                  <a:pt x="256747" y="233172"/>
                  <a:pt x="214694" y="242126"/>
                </a:cubicBezTo>
                <a:moveTo>
                  <a:pt x="283702" y="156067"/>
                </a:moveTo>
                <a:cubicBezTo>
                  <a:pt x="283702" y="115586"/>
                  <a:pt x="310325" y="79200"/>
                  <a:pt x="353330" y="70056"/>
                </a:cubicBezTo>
                <a:cubicBezTo>
                  <a:pt x="390906" y="62055"/>
                  <a:pt x="415862" y="77962"/>
                  <a:pt x="419767" y="111585"/>
                </a:cubicBezTo>
                <a:lnTo>
                  <a:pt x="384953" y="118967"/>
                </a:lnTo>
                <a:cubicBezTo>
                  <a:pt x="382143" y="104775"/>
                  <a:pt x="370047" y="98584"/>
                  <a:pt x="353473" y="102108"/>
                </a:cubicBezTo>
                <a:cubicBezTo>
                  <a:pt x="333185" y="106442"/>
                  <a:pt x="318659" y="121587"/>
                  <a:pt x="318659" y="148590"/>
                </a:cubicBezTo>
                <a:cubicBezTo>
                  <a:pt x="318659" y="175832"/>
                  <a:pt x="333185" y="184785"/>
                  <a:pt x="353473" y="180499"/>
                </a:cubicBezTo>
                <a:cubicBezTo>
                  <a:pt x="370047" y="176974"/>
                  <a:pt x="382143" y="165449"/>
                  <a:pt x="384953" y="150066"/>
                </a:cubicBezTo>
                <a:lnTo>
                  <a:pt x="419767" y="142685"/>
                </a:lnTo>
                <a:cubicBezTo>
                  <a:pt x="415862" y="178165"/>
                  <a:pt x="390906" y="204645"/>
                  <a:pt x="353330" y="212646"/>
                </a:cubicBezTo>
                <a:cubicBezTo>
                  <a:pt x="310325" y="221790"/>
                  <a:pt x="283702" y="196691"/>
                  <a:pt x="283702" y="156067"/>
                </a:cubicBezTo>
                <a:moveTo>
                  <a:pt x="436340" y="55150"/>
                </a:moveTo>
                <a:lnTo>
                  <a:pt x="540782" y="32956"/>
                </a:lnTo>
                <a:lnTo>
                  <a:pt x="540782" y="63865"/>
                </a:lnTo>
                <a:cubicBezTo>
                  <a:pt x="540782" y="63865"/>
                  <a:pt x="470440" y="78819"/>
                  <a:pt x="470440" y="78819"/>
                </a:cubicBezTo>
                <a:lnTo>
                  <a:pt x="470440" y="101775"/>
                </a:lnTo>
                <a:cubicBezTo>
                  <a:pt x="470440" y="101775"/>
                  <a:pt x="531495" y="88821"/>
                  <a:pt x="531495" y="88821"/>
                </a:cubicBezTo>
                <a:lnTo>
                  <a:pt x="531495" y="118015"/>
                </a:lnTo>
                <a:cubicBezTo>
                  <a:pt x="531495" y="118015"/>
                  <a:pt x="470440" y="131016"/>
                  <a:pt x="470440" y="131016"/>
                </a:cubicBezTo>
                <a:lnTo>
                  <a:pt x="470440" y="154162"/>
                </a:lnTo>
                <a:cubicBezTo>
                  <a:pt x="470440" y="154162"/>
                  <a:pt x="540782" y="139208"/>
                  <a:pt x="540782" y="139208"/>
                </a:cubicBezTo>
                <a:lnTo>
                  <a:pt x="540782" y="170117"/>
                </a:lnTo>
                <a:cubicBezTo>
                  <a:pt x="540782" y="170117"/>
                  <a:pt x="436340" y="192310"/>
                  <a:pt x="436340" y="192310"/>
                </a:cubicBezTo>
                <a:lnTo>
                  <a:pt x="436340" y="55150"/>
                </a:lnTo>
                <a:close/>
                <a:moveTo>
                  <a:pt x="561308" y="28575"/>
                </a:moveTo>
                <a:lnTo>
                  <a:pt x="625173" y="15002"/>
                </a:lnTo>
                <a:lnTo>
                  <a:pt x="662035" y="133064"/>
                </a:lnTo>
                <a:lnTo>
                  <a:pt x="662035" y="7191"/>
                </a:lnTo>
                <a:cubicBezTo>
                  <a:pt x="662035" y="7191"/>
                  <a:pt x="695897" y="0"/>
                  <a:pt x="695897" y="0"/>
                </a:cubicBezTo>
                <a:lnTo>
                  <a:pt x="695897" y="137160"/>
                </a:lnTo>
                <a:cubicBezTo>
                  <a:pt x="695897" y="137160"/>
                  <a:pt x="632032" y="150733"/>
                  <a:pt x="632032" y="150733"/>
                </a:cubicBezTo>
                <a:lnTo>
                  <a:pt x="595170" y="32671"/>
                </a:lnTo>
                <a:lnTo>
                  <a:pt x="595170" y="158544"/>
                </a:lnTo>
                <a:cubicBezTo>
                  <a:pt x="595170" y="158544"/>
                  <a:pt x="561308" y="165735"/>
                  <a:pt x="561308" y="165735"/>
                </a:cubicBezTo>
                <a:lnTo>
                  <a:pt x="561308" y="28575"/>
                </a:lnTo>
                <a:close/>
              </a:path>
            </a:pathLst>
          </a:custGeom>
          <a:solidFill>
            <a:srgbClr val="FFFFFF"/>
          </a:solidFill>
          <a:ln w="4763" cap="flat">
            <a:noFill/>
            <a:prstDash val="solid"/>
            <a:miter/>
          </a:ln>
        </p:spPr>
        <p:txBody>
          <a:bodyPr rtlCol="0" anchor="ctr"/>
          <a:lstStyle/>
          <a:p>
            <a:endParaRPr lang="en-AU" sz="1800"/>
          </a:p>
        </p:txBody>
      </p:sp>
      <p:grpSp>
        <p:nvGrpSpPr>
          <p:cNvPr id="9" name="Graphic 3">
            <a:extLst>
              <a:ext uri="{FF2B5EF4-FFF2-40B4-BE49-F238E27FC236}">
                <a16:creationId xmlns:a16="http://schemas.microsoft.com/office/drawing/2014/main" id="{C131A2F5-C9CC-0D2D-7381-C29F6CE6AAAA}"/>
              </a:ext>
            </a:extLst>
          </p:cNvPr>
          <p:cNvGrpSpPr/>
          <p:nvPr/>
        </p:nvGrpSpPr>
        <p:grpSpPr>
          <a:xfrm>
            <a:off x="248284" y="864934"/>
            <a:ext cx="985709" cy="97980"/>
            <a:chOff x="186213" y="648700"/>
            <a:chExt cx="739282" cy="73485"/>
          </a:xfrm>
          <a:solidFill>
            <a:srgbClr val="FFFFFF"/>
          </a:solidFill>
        </p:grpSpPr>
        <p:sp>
          <p:nvSpPr>
            <p:cNvPr id="10" name="Freeform: Shape 9">
              <a:extLst>
                <a:ext uri="{FF2B5EF4-FFF2-40B4-BE49-F238E27FC236}">
                  <a16:creationId xmlns:a16="http://schemas.microsoft.com/office/drawing/2014/main" id="{6CE1E40E-8CD1-8C11-0C19-93375CBB7D7A}"/>
                </a:ext>
              </a:extLst>
            </p:cNvPr>
            <p:cNvSpPr/>
            <p:nvPr/>
          </p:nvSpPr>
          <p:spPr>
            <a:xfrm>
              <a:off x="186213" y="668274"/>
              <a:ext cx="46386" cy="53911"/>
            </a:xfrm>
            <a:custGeom>
              <a:avLst/>
              <a:gdLst>
                <a:gd name="connsiteX0" fmla="*/ 16574 w 46386"/>
                <a:gd name="connsiteY0" fmla="*/ 53864 h 53911"/>
                <a:gd name="connsiteX1" fmla="*/ 8334 w 46386"/>
                <a:gd name="connsiteY1" fmla="*/ 52197 h 53911"/>
                <a:gd name="connsiteX2" fmla="*/ 2286 w 46386"/>
                <a:gd name="connsiteY2" fmla="*/ 47101 h 53911"/>
                <a:gd name="connsiteX3" fmla="*/ 0 w 46386"/>
                <a:gd name="connsiteY3" fmla="*/ 38624 h 53911"/>
                <a:gd name="connsiteX4" fmla="*/ 4334 w 46386"/>
                <a:gd name="connsiteY4" fmla="*/ 27861 h 53911"/>
                <a:gd name="connsiteX5" fmla="*/ 16574 w 46386"/>
                <a:gd name="connsiteY5" fmla="*/ 22908 h 53911"/>
                <a:gd name="connsiteX6" fmla="*/ 35052 w 46386"/>
                <a:gd name="connsiteY6" fmla="*/ 21431 h 53911"/>
                <a:gd name="connsiteX7" fmla="*/ 35052 w 46386"/>
                <a:gd name="connsiteY7" fmla="*/ 18240 h 53911"/>
                <a:gd name="connsiteX8" fmla="*/ 32147 w 46386"/>
                <a:gd name="connsiteY8" fmla="*/ 10239 h 53911"/>
                <a:gd name="connsiteX9" fmla="*/ 24813 w 46386"/>
                <a:gd name="connsiteY9" fmla="*/ 8049 h 53911"/>
                <a:gd name="connsiteX10" fmla="*/ 16812 w 46386"/>
                <a:gd name="connsiteY10" fmla="*/ 10382 h 53911"/>
                <a:gd name="connsiteX11" fmla="*/ 13621 w 46386"/>
                <a:gd name="connsiteY11" fmla="*/ 17907 h 53911"/>
                <a:gd name="connsiteX12" fmla="*/ 2667 w 46386"/>
                <a:gd name="connsiteY12" fmla="*/ 17907 h 53911"/>
                <a:gd name="connsiteX13" fmla="*/ 5477 w 46386"/>
                <a:gd name="connsiteY13" fmla="*/ 7477 h 53911"/>
                <a:gd name="connsiteX14" fmla="*/ 13287 w 46386"/>
                <a:gd name="connsiteY14" fmla="*/ 1762 h 53911"/>
                <a:gd name="connsiteX15" fmla="*/ 24860 w 46386"/>
                <a:gd name="connsiteY15" fmla="*/ 0 h 53911"/>
                <a:gd name="connsiteX16" fmla="*/ 33195 w 46386"/>
                <a:gd name="connsiteY16" fmla="*/ 810 h 53911"/>
                <a:gd name="connsiteX17" fmla="*/ 40053 w 46386"/>
                <a:gd name="connsiteY17" fmla="*/ 3619 h 53911"/>
                <a:gd name="connsiteX18" fmla="*/ 44720 w 46386"/>
                <a:gd name="connsiteY18" fmla="*/ 9144 h 53911"/>
                <a:gd name="connsiteX19" fmla="*/ 46387 w 46386"/>
                <a:gd name="connsiteY19" fmla="*/ 18097 h 53911"/>
                <a:gd name="connsiteX20" fmla="*/ 46387 w 46386"/>
                <a:gd name="connsiteY20" fmla="*/ 53007 h 53911"/>
                <a:gd name="connsiteX21" fmla="*/ 35576 w 46386"/>
                <a:gd name="connsiteY21" fmla="*/ 53007 h 53911"/>
                <a:gd name="connsiteX22" fmla="*/ 35147 w 46386"/>
                <a:gd name="connsiteY22" fmla="*/ 45672 h 53911"/>
                <a:gd name="connsiteX23" fmla="*/ 27146 w 46386"/>
                <a:gd name="connsiteY23" fmla="*/ 51721 h 53911"/>
                <a:gd name="connsiteX24" fmla="*/ 16574 w 46386"/>
                <a:gd name="connsiteY24" fmla="*/ 53911 h 53911"/>
                <a:gd name="connsiteX25" fmla="*/ 20050 w 46386"/>
                <a:gd name="connsiteY25" fmla="*/ 45672 h 53911"/>
                <a:gd name="connsiteX26" fmla="*/ 28623 w 46386"/>
                <a:gd name="connsiteY26" fmla="*/ 43386 h 53911"/>
                <a:gd name="connsiteX27" fmla="*/ 34909 w 46386"/>
                <a:gd name="connsiteY27" fmla="*/ 37767 h 53911"/>
                <a:gd name="connsiteX28" fmla="*/ 34909 w 46386"/>
                <a:gd name="connsiteY28" fmla="*/ 28289 h 53911"/>
                <a:gd name="connsiteX29" fmla="*/ 16859 w 46386"/>
                <a:gd name="connsiteY29" fmla="*/ 30623 h 53911"/>
                <a:gd name="connsiteX30" fmla="*/ 11525 w 46386"/>
                <a:gd name="connsiteY30" fmla="*/ 38052 h 53911"/>
                <a:gd name="connsiteX31" fmla="*/ 13811 w 46386"/>
                <a:gd name="connsiteY31" fmla="*/ 43672 h 53911"/>
                <a:gd name="connsiteX32" fmla="*/ 20098 w 46386"/>
                <a:gd name="connsiteY32" fmla="*/ 45672 h 53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386" h="53911">
                  <a:moveTo>
                    <a:pt x="16574" y="53864"/>
                  </a:moveTo>
                  <a:cubicBezTo>
                    <a:pt x="13573" y="53864"/>
                    <a:pt x="10811" y="53292"/>
                    <a:pt x="8334" y="52197"/>
                  </a:cubicBezTo>
                  <a:cubicBezTo>
                    <a:pt x="5810" y="51054"/>
                    <a:pt x="3810" y="49387"/>
                    <a:pt x="2286" y="47101"/>
                  </a:cubicBezTo>
                  <a:cubicBezTo>
                    <a:pt x="762" y="44863"/>
                    <a:pt x="0" y="42005"/>
                    <a:pt x="0" y="38624"/>
                  </a:cubicBezTo>
                  <a:cubicBezTo>
                    <a:pt x="0" y="33861"/>
                    <a:pt x="1429" y="30289"/>
                    <a:pt x="4334" y="27861"/>
                  </a:cubicBezTo>
                  <a:cubicBezTo>
                    <a:pt x="7239" y="25432"/>
                    <a:pt x="11335" y="23765"/>
                    <a:pt x="16574" y="22908"/>
                  </a:cubicBezTo>
                  <a:cubicBezTo>
                    <a:pt x="21812" y="22050"/>
                    <a:pt x="28004" y="21526"/>
                    <a:pt x="35052" y="21431"/>
                  </a:cubicBezTo>
                  <a:lnTo>
                    <a:pt x="35052" y="18240"/>
                  </a:lnTo>
                  <a:cubicBezTo>
                    <a:pt x="35052" y="14335"/>
                    <a:pt x="34100" y="11668"/>
                    <a:pt x="32147" y="10239"/>
                  </a:cubicBezTo>
                  <a:cubicBezTo>
                    <a:pt x="30242" y="8763"/>
                    <a:pt x="27765" y="8049"/>
                    <a:pt x="24813" y="8049"/>
                  </a:cubicBezTo>
                  <a:cubicBezTo>
                    <a:pt x="21622" y="8049"/>
                    <a:pt x="18955" y="8811"/>
                    <a:pt x="16812" y="10382"/>
                  </a:cubicBezTo>
                  <a:cubicBezTo>
                    <a:pt x="14669" y="11954"/>
                    <a:pt x="13621" y="14478"/>
                    <a:pt x="13621" y="17907"/>
                  </a:cubicBezTo>
                  <a:lnTo>
                    <a:pt x="2667" y="17907"/>
                  </a:lnTo>
                  <a:cubicBezTo>
                    <a:pt x="2667" y="13573"/>
                    <a:pt x="3620" y="10096"/>
                    <a:pt x="5477" y="7477"/>
                  </a:cubicBezTo>
                  <a:cubicBezTo>
                    <a:pt x="7334" y="4858"/>
                    <a:pt x="9954" y="2953"/>
                    <a:pt x="13287" y="1762"/>
                  </a:cubicBezTo>
                  <a:cubicBezTo>
                    <a:pt x="16621" y="571"/>
                    <a:pt x="20479" y="0"/>
                    <a:pt x="24860" y="0"/>
                  </a:cubicBezTo>
                  <a:cubicBezTo>
                    <a:pt x="27813" y="0"/>
                    <a:pt x="30623" y="286"/>
                    <a:pt x="33195" y="810"/>
                  </a:cubicBezTo>
                  <a:cubicBezTo>
                    <a:pt x="35814" y="1333"/>
                    <a:pt x="38100" y="2286"/>
                    <a:pt x="40053" y="3619"/>
                  </a:cubicBezTo>
                  <a:cubicBezTo>
                    <a:pt x="42053" y="4953"/>
                    <a:pt x="43577" y="6810"/>
                    <a:pt x="44720" y="9144"/>
                  </a:cubicBezTo>
                  <a:cubicBezTo>
                    <a:pt x="45863" y="11478"/>
                    <a:pt x="46387" y="14478"/>
                    <a:pt x="46387" y="18097"/>
                  </a:cubicBezTo>
                  <a:lnTo>
                    <a:pt x="46387" y="53007"/>
                  </a:lnTo>
                  <a:lnTo>
                    <a:pt x="35576" y="53007"/>
                  </a:lnTo>
                  <a:lnTo>
                    <a:pt x="35147" y="45672"/>
                  </a:lnTo>
                  <a:cubicBezTo>
                    <a:pt x="32861" y="48244"/>
                    <a:pt x="30194" y="50244"/>
                    <a:pt x="27146" y="51721"/>
                  </a:cubicBezTo>
                  <a:cubicBezTo>
                    <a:pt x="24098" y="53197"/>
                    <a:pt x="20574" y="53911"/>
                    <a:pt x="16574" y="53911"/>
                  </a:cubicBezTo>
                  <a:close/>
                  <a:moveTo>
                    <a:pt x="20050" y="45672"/>
                  </a:moveTo>
                  <a:cubicBezTo>
                    <a:pt x="23193" y="45672"/>
                    <a:pt x="26051" y="44910"/>
                    <a:pt x="28623" y="43386"/>
                  </a:cubicBezTo>
                  <a:cubicBezTo>
                    <a:pt x="31194" y="41862"/>
                    <a:pt x="33290" y="40005"/>
                    <a:pt x="34909" y="37767"/>
                  </a:cubicBezTo>
                  <a:lnTo>
                    <a:pt x="34909" y="28289"/>
                  </a:lnTo>
                  <a:cubicBezTo>
                    <a:pt x="26432" y="28289"/>
                    <a:pt x="20384" y="29099"/>
                    <a:pt x="16859" y="30623"/>
                  </a:cubicBezTo>
                  <a:cubicBezTo>
                    <a:pt x="13287" y="32147"/>
                    <a:pt x="11525" y="34623"/>
                    <a:pt x="11525" y="38052"/>
                  </a:cubicBezTo>
                  <a:cubicBezTo>
                    <a:pt x="11525" y="40481"/>
                    <a:pt x="12287" y="42339"/>
                    <a:pt x="13811" y="43672"/>
                  </a:cubicBezTo>
                  <a:cubicBezTo>
                    <a:pt x="15335" y="45006"/>
                    <a:pt x="17431" y="45672"/>
                    <a:pt x="20098" y="45672"/>
                  </a:cubicBezTo>
                  <a:close/>
                </a:path>
              </a:pathLst>
            </a:custGeom>
            <a:solidFill>
              <a:srgbClr val="FFFFFF"/>
            </a:solidFill>
            <a:ln w="4763" cap="flat">
              <a:noFill/>
              <a:prstDash val="solid"/>
              <a:miter/>
            </a:ln>
          </p:spPr>
          <p:txBody>
            <a:bodyPr rtlCol="0" anchor="ctr"/>
            <a:lstStyle/>
            <a:p>
              <a:endParaRPr lang="en-AU" sz="1800"/>
            </a:p>
          </p:txBody>
        </p:sp>
        <p:sp>
          <p:nvSpPr>
            <p:cNvPr id="11" name="Freeform: Shape 10">
              <a:extLst>
                <a:ext uri="{FF2B5EF4-FFF2-40B4-BE49-F238E27FC236}">
                  <a16:creationId xmlns:a16="http://schemas.microsoft.com/office/drawing/2014/main" id="{7CF981CF-1213-E141-4DE4-256DCAEA2971}"/>
                </a:ext>
              </a:extLst>
            </p:cNvPr>
            <p:cNvSpPr/>
            <p:nvPr/>
          </p:nvSpPr>
          <p:spPr>
            <a:xfrm>
              <a:off x="245459" y="668226"/>
              <a:ext cx="44195" cy="53959"/>
            </a:xfrm>
            <a:custGeom>
              <a:avLst/>
              <a:gdLst>
                <a:gd name="connsiteX0" fmla="*/ 22527 w 44195"/>
                <a:gd name="connsiteY0" fmla="*/ 53959 h 53959"/>
                <a:gd name="connsiteX1" fmla="*/ 14097 w 44195"/>
                <a:gd name="connsiteY1" fmla="*/ 53102 h 53959"/>
                <a:gd name="connsiteX2" fmla="*/ 6906 w 44195"/>
                <a:gd name="connsiteY2" fmla="*/ 50197 h 53959"/>
                <a:gd name="connsiteX3" fmla="*/ 1857 w 44195"/>
                <a:gd name="connsiteY3" fmla="*/ 44815 h 53959"/>
                <a:gd name="connsiteX4" fmla="*/ 0 w 44195"/>
                <a:gd name="connsiteY4" fmla="*/ 36528 h 53959"/>
                <a:gd name="connsiteX5" fmla="*/ 10906 w 44195"/>
                <a:gd name="connsiteY5" fmla="*/ 36528 h 53959"/>
                <a:gd name="connsiteX6" fmla="*/ 14335 w 44195"/>
                <a:gd name="connsiteY6" fmla="*/ 43863 h 53959"/>
                <a:gd name="connsiteX7" fmla="*/ 22622 w 44195"/>
                <a:gd name="connsiteY7" fmla="*/ 45958 h 53959"/>
                <a:gd name="connsiteX8" fmla="*/ 30004 w 44195"/>
                <a:gd name="connsiteY8" fmla="*/ 44339 h 53959"/>
                <a:gd name="connsiteX9" fmla="*/ 32766 w 44195"/>
                <a:gd name="connsiteY9" fmla="*/ 38910 h 53959"/>
                <a:gd name="connsiteX10" fmla="*/ 29956 w 44195"/>
                <a:gd name="connsiteY10" fmla="*/ 33861 h 53959"/>
                <a:gd name="connsiteX11" fmla="*/ 20050 w 44195"/>
                <a:gd name="connsiteY11" fmla="*/ 30623 h 53959"/>
                <a:gd name="connsiteX12" fmla="*/ 9954 w 44195"/>
                <a:gd name="connsiteY12" fmla="*/ 27289 h 53959"/>
                <a:gd name="connsiteX13" fmla="*/ 3429 w 44195"/>
                <a:gd name="connsiteY13" fmla="*/ 22336 h 53959"/>
                <a:gd name="connsiteX14" fmla="*/ 1143 w 44195"/>
                <a:gd name="connsiteY14" fmla="*/ 14430 h 53959"/>
                <a:gd name="connsiteX15" fmla="*/ 2810 w 44195"/>
                <a:gd name="connsiteY15" fmla="*/ 7953 h 53959"/>
                <a:gd name="connsiteX16" fmla="*/ 7382 w 44195"/>
                <a:gd name="connsiteY16" fmla="*/ 3477 h 53959"/>
                <a:gd name="connsiteX17" fmla="*/ 14002 w 44195"/>
                <a:gd name="connsiteY17" fmla="*/ 857 h 53959"/>
                <a:gd name="connsiteX18" fmla="*/ 21907 w 44195"/>
                <a:gd name="connsiteY18" fmla="*/ 0 h 53959"/>
                <a:gd name="connsiteX19" fmla="*/ 29670 w 44195"/>
                <a:gd name="connsiteY19" fmla="*/ 905 h 53959"/>
                <a:gd name="connsiteX20" fmla="*/ 36338 w 44195"/>
                <a:gd name="connsiteY20" fmla="*/ 3762 h 53959"/>
                <a:gd name="connsiteX21" fmla="*/ 41005 w 44195"/>
                <a:gd name="connsiteY21" fmla="*/ 8954 h 53959"/>
                <a:gd name="connsiteX22" fmla="*/ 42720 w 44195"/>
                <a:gd name="connsiteY22" fmla="*/ 16812 h 53959"/>
                <a:gd name="connsiteX23" fmla="*/ 31861 w 44195"/>
                <a:gd name="connsiteY23" fmla="*/ 16812 h 53959"/>
                <a:gd name="connsiteX24" fmla="*/ 28908 w 44195"/>
                <a:gd name="connsiteY24" fmla="*/ 10096 h 53959"/>
                <a:gd name="connsiteX25" fmla="*/ 21907 w 44195"/>
                <a:gd name="connsiteY25" fmla="*/ 8144 h 53959"/>
                <a:gd name="connsiteX26" fmla="*/ 15097 w 44195"/>
                <a:gd name="connsiteY26" fmla="*/ 9525 h 53959"/>
                <a:gd name="connsiteX27" fmla="*/ 12573 w 44195"/>
                <a:gd name="connsiteY27" fmla="*/ 14002 h 53959"/>
                <a:gd name="connsiteX28" fmla="*/ 13906 w 44195"/>
                <a:gd name="connsiteY28" fmla="*/ 17002 h 53959"/>
                <a:gd name="connsiteX29" fmla="*/ 18288 w 44195"/>
                <a:gd name="connsiteY29" fmla="*/ 19288 h 53959"/>
                <a:gd name="connsiteX30" fmla="*/ 26384 w 44195"/>
                <a:gd name="connsiteY30" fmla="*/ 21527 h 53959"/>
                <a:gd name="connsiteX31" fmla="*/ 35862 w 44195"/>
                <a:gd name="connsiteY31" fmla="*/ 24717 h 53959"/>
                <a:gd name="connsiteX32" fmla="*/ 42053 w 44195"/>
                <a:gd name="connsiteY32" fmla="*/ 29670 h 53959"/>
                <a:gd name="connsiteX33" fmla="*/ 44196 w 44195"/>
                <a:gd name="connsiteY33" fmla="*/ 37671 h 53959"/>
                <a:gd name="connsiteX34" fmla="*/ 42481 w 44195"/>
                <a:gd name="connsiteY34" fmla="*/ 45148 h 53959"/>
                <a:gd name="connsiteX35" fmla="*/ 37767 w 44195"/>
                <a:gd name="connsiteY35" fmla="*/ 50197 h 53959"/>
                <a:gd name="connsiteX36" fmla="*/ 30861 w 44195"/>
                <a:gd name="connsiteY36" fmla="*/ 53054 h 53959"/>
                <a:gd name="connsiteX37" fmla="*/ 22527 w 44195"/>
                <a:gd name="connsiteY37" fmla="*/ 53959 h 53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44195" h="53959">
                  <a:moveTo>
                    <a:pt x="22527" y="53959"/>
                  </a:moveTo>
                  <a:cubicBezTo>
                    <a:pt x="19621" y="53959"/>
                    <a:pt x="16812" y="53673"/>
                    <a:pt x="14097" y="53102"/>
                  </a:cubicBezTo>
                  <a:cubicBezTo>
                    <a:pt x="11430" y="52530"/>
                    <a:pt x="9001" y="51530"/>
                    <a:pt x="6906" y="50197"/>
                  </a:cubicBezTo>
                  <a:cubicBezTo>
                    <a:pt x="4810" y="48863"/>
                    <a:pt x="3096" y="47054"/>
                    <a:pt x="1857" y="44815"/>
                  </a:cubicBezTo>
                  <a:cubicBezTo>
                    <a:pt x="619" y="42577"/>
                    <a:pt x="0" y="39815"/>
                    <a:pt x="0" y="36528"/>
                  </a:cubicBezTo>
                  <a:lnTo>
                    <a:pt x="10906" y="36528"/>
                  </a:lnTo>
                  <a:cubicBezTo>
                    <a:pt x="10906" y="40005"/>
                    <a:pt x="12049" y="42481"/>
                    <a:pt x="14335" y="43863"/>
                  </a:cubicBezTo>
                  <a:cubicBezTo>
                    <a:pt x="16621" y="45244"/>
                    <a:pt x="19383" y="45958"/>
                    <a:pt x="22622" y="45958"/>
                  </a:cubicBezTo>
                  <a:cubicBezTo>
                    <a:pt x="25670" y="45958"/>
                    <a:pt x="28146" y="45434"/>
                    <a:pt x="30004" y="44339"/>
                  </a:cubicBezTo>
                  <a:cubicBezTo>
                    <a:pt x="31861" y="43244"/>
                    <a:pt x="32766" y="41434"/>
                    <a:pt x="32766" y="38910"/>
                  </a:cubicBezTo>
                  <a:cubicBezTo>
                    <a:pt x="32766" y="36671"/>
                    <a:pt x="31814" y="35004"/>
                    <a:pt x="29956" y="33861"/>
                  </a:cubicBezTo>
                  <a:cubicBezTo>
                    <a:pt x="28051" y="32766"/>
                    <a:pt x="24765" y="31671"/>
                    <a:pt x="20050" y="30623"/>
                  </a:cubicBezTo>
                  <a:cubicBezTo>
                    <a:pt x="16145" y="29670"/>
                    <a:pt x="12811" y="28575"/>
                    <a:pt x="9954" y="27289"/>
                  </a:cubicBezTo>
                  <a:cubicBezTo>
                    <a:pt x="7096" y="26003"/>
                    <a:pt x="4953" y="24384"/>
                    <a:pt x="3429" y="22336"/>
                  </a:cubicBezTo>
                  <a:cubicBezTo>
                    <a:pt x="1905" y="20288"/>
                    <a:pt x="1143" y="17669"/>
                    <a:pt x="1143" y="14430"/>
                  </a:cubicBezTo>
                  <a:cubicBezTo>
                    <a:pt x="1143" y="11954"/>
                    <a:pt x="1715" y="9763"/>
                    <a:pt x="2810" y="7953"/>
                  </a:cubicBezTo>
                  <a:cubicBezTo>
                    <a:pt x="3905" y="6144"/>
                    <a:pt x="5477" y="4620"/>
                    <a:pt x="7382" y="3477"/>
                  </a:cubicBezTo>
                  <a:cubicBezTo>
                    <a:pt x="9287" y="2286"/>
                    <a:pt x="11525" y="1429"/>
                    <a:pt x="14002" y="857"/>
                  </a:cubicBezTo>
                  <a:cubicBezTo>
                    <a:pt x="16478" y="286"/>
                    <a:pt x="19145" y="0"/>
                    <a:pt x="21907" y="0"/>
                  </a:cubicBezTo>
                  <a:cubicBezTo>
                    <a:pt x="24670" y="0"/>
                    <a:pt x="27146" y="286"/>
                    <a:pt x="29670" y="905"/>
                  </a:cubicBezTo>
                  <a:cubicBezTo>
                    <a:pt x="32147" y="1476"/>
                    <a:pt x="34385" y="2429"/>
                    <a:pt x="36338" y="3762"/>
                  </a:cubicBezTo>
                  <a:cubicBezTo>
                    <a:pt x="38291" y="5096"/>
                    <a:pt x="39862" y="6810"/>
                    <a:pt x="41005" y="8954"/>
                  </a:cubicBezTo>
                  <a:cubicBezTo>
                    <a:pt x="42148" y="11097"/>
                    <a:pt x="42720" y="13716"/>
                    <a:pt x="42720" y="16812"/>
                  </a:cubicBezTo>
                  <a:lnTo>
                    <a:pt x="31861" y="16812"/>
                  </a:lnTo>
                  <a:cubicBezTo>
                    <a:pt x="31861" y="13621"/>
                    <a:pt x="30861" y="11382"/>
                    <a:pt x="28908" y="10096"/>
                  </a:cubicBezTo>
                  <a:cubicBezTo>
                    <a:pt x="26956" y="8811"/>
                    <a:pt x="24622" y="8144"/>
                    <a:pt x="21907" y="8144"/>
                  </a:cubicBezTo>
                  <a:cubicBezTo>
                    <a:pt x="19050" y="8144"/>
                    <a:pt x="16764" y="8620"/>
                    <a:pt x="15097" y="9525"/>
                  </a:cubicBezTo>
                  <a:cubicBezTo>
                    <a:pt x="13430" y="10430"/>
                    <a:pt x="12573" y="11954"/>
                    <a:pt x="12573" y="14002"/>
                  </a:cubicBezTo>
                  <a:cubicBezTo>
                    <a:pt x="12573" y="15192"/>
                    <a:pt x="13002" y="16193"/>
                    <a:pt x="13906" y="17002"/>
                  </a:cubicBezTo>
                  <a:cubicBezTo>
                    <a:pt x="14811" y="17812"/>
                    <a:pt x="16240" y="18621"/>
                    <a:pt x="18288" y="19288"/>
                  </a:cubicBezTo>
                  <a:cubicBezTo>
                    <a:pt x="20288" y="20002"/>
                    <a:pt x="23003" y="20717"/>
                    <a:pt x="26384" y="21527"/>
                  </a:cubicBezTo>
                  <a:cubicBezTo>
                    <a:pt x="30004" y="22384"/>
                    <a:pt x="33195" y="23431"/>
                    <a:pt x="35862" y="24717"/>
                  </a:cubicBezTo>
                  <a:cubicBezTo>
                    <a:pt x="38529" y="26003"/>
                    <a:pt x="40577" y="27623"/>
                    <a:pt x="42053" y="29670"/>
                  </a:cubicBezTo>
                  <a:cubicBezTo>
                    <a:pt x="43529" y="31718"/>
                    <a:pt x="44196" y="34385"/>
                    <a:pt x="44196" y="37671"/>
                  </a:cubicBezTo>
                  <a:cubicBezTo>
                    <a:pt x="44196" y="40577"/>
                    <a:pt x="43625" y="43101"/>
                    <a:pt x="42481" y="45148"/>
                  </a:cubicBezTo>
                  <a:cubicBezTo>
                    <a:pt x="41339" y="47196"/>
                    <a:pt x="39767" y="48911"/>
                    <a:pt x="37767" y="50197"/>
                  </a:cubicBezTo>
                  <a:cubicBezTo>
                    <a:pt x="35766" y="51483"/>
                    <a:pt x="33480" y="52435"/>
                    <a:pt x="30861" y="53054"/>
                  </a:cubicBezTo>
                  <a:cubicBezTo>
                    <a:pt x="28242" y="53673"/>
                    <a:pt x="25479" y="53959"/>
                    <a:pt x="22527" y="53959"/>
                  </a:cubicBezTo>
                  <a:close/>
                </a:path>
              </a:pathLst>
            </a:custGeom>
            <a:solidFill>
              <a:srgbClr val="FFFFFF"/>
            </a:solidFill>
            <a:ln w="4763" cap="flat">
              <a:noFill/>
              <a:prstDash val="solid"/>
              <a:miter/>
            </a:ln>
          </p:spPr>
          <p:txBody>
            <a:bodyPr rtlCol="0" anchor="ctr"/>
            <a:lstStyle/>
            <a:p>
              <a:endParaRPr lang="en-AU" sz="1800"/>
            </a:p>
          </p:txBody>
        </p:sp>
        <p:sp>
          <p:nvSpPr>
            <p:cNvPr id="12" name="Freeform: Shape 11">
              <a:extLst>
                <a:ext uri="{FF2B5EF4-FFF2-40B4-BE49-F238E27FC236}">
                  <a16:creationId xmlns:a16="http://schemas.microsoft.com/office/drawing/2014/main" id="{8628DDFB-3137-2E43-2BB6-F90F429DE246}"/>
                </a:ext>
              </a:extLst>
            </p:cNvPr>
            <p:cNvSpPr/>
            <p:nvPr/>
          </p:nvSpPr>
          <p:spPr>
            <a:xfrm>
              <a:off x="299466" y="668274"/>
              <a:ext cx="48291" cy="53863"/>
            </a:xfrm>
            <a:custGeom>
              <a:avLst/>
              <a:gdLst>
                <a:gd name="connsiteX0" fmla="*/ 25146 w 48291"/>
                <a:gd name="connsiteY0" fmla="*/ 53769 h 53863"/>
                <a:gd name="connsiteX1" fmla="*/ 12240 w 48291"/>
                <a:gd name="connsiteY1" fmla="*/ 50911 h 53863"/>
                <a:gd name="connsiteX2" fmla="*/ 3286 w 48291"/>
                <a:gd name="connsiteY2" fmla="*/ 42100 h 53863"/>
                <a:gd name="connsiteX3" fmla="*/ 0 w 48291"/>
                <a:gd name="connsiteY3" fmla="*/ 27099 h 53863"/>
                <a:gd name="connsiteX4" fmla="*/ 3191 w 48291"/>
                <a:gd name="connsiteY4" fmla="*/ 11954 h 53863"/>
                <a:gd name="connsiteX5" fmla="*/ 12002 w 48291"/>
                <a:gd name="connsiteY5" fmla="*/ 2953 h 53863"/>
                <a:gd name="connsiteX6" fmla="*/ 25146 w 48291"/>
                <a:gd name="connsiteY6" fmla="*/ 0 h 53863"/>
                <a:gd name="connsiteX7" fmla="*/ 36528 w 48291"/>
                <a:gd name="connsiteY7" fmla="*/ 2095 h 53863"/>
                <a:gd name="connsiteX8" fmla="*/ 44625 w 48291"/>
                <a:gd name="connsiteY8" fmla="*/ 8334 h 53863"/>
                <a:gd name="connsiteX9" fmla="*/ 47815 w 48291"/>
                <a:gd name="connsiteY9" fmla="*/ 18859 h 53863"/>
                <a:gd name="connsiteX10" fmla="*/ 36528 w 48291"/>
                <a:gd name="connsiteY10" fmla="*/ 18859 h 53863"/>
                <a:gd name="connsiteX11" fmla="*/ 33337 w 48291"/>
                <a:gd name="connsiteY11" fmla="*/ 11716 h 53863"/>
                <a:gd name="connsiteX12" fmla="*/ 25241 w 48291"/>
                <a:gd name="connsiteY12" fmla="*/ 9096 h 53863"/>
                <a:gd name="connsiteX13" fmla="*/ 15097 w 48291"/>
                <a:gd name="connsiteY13" fmla="*/ 13811 h 53863"/>
                <a:gd name="connsiteX14" fmla="*/ 11859 w 48291"/>
                <a:gd name="connsiteY14" fmla="*/ 27099 h 53863"/>
                <a:gd name="connsiteX15" fmla="*/ 13287 w 48291"/>
                <a:gd name="connsiteY15" fmla="*/ 36624 h 53863"/>
                <a:gd name="connsiteX16" fmla="*/ 17716 w 48291"/>
                <a:gd name="connsiteY16" fmla="*/ 42672 h 53863"/>
                <a:gd name="connsiteX17" fmla="*/ 25289 w 48291"/>
                <a:gd name="connsiteY17" fmla="*/ 44767 h 53863"/>
                <a:gd name="connsiteX18" fmla="*/ 33671 w 48291"/>
                <a:gd name="connsiteY18" fmla="*/ 42005 h 53863"/>
                <a:gd name="connsiteX19" fmla="*/ 37005 w 48291"/>
                <a:gd name="connsiteY19" fmla="*/ 34004 h 53863"/>
                <a:gd name="connsiteX20" fmla="*/ 48292 w 48291"/>
                <a:gd name="connsiteY20" fmla="*/ 34004 h 53863"/>
                <a:gd name="connsiteX21" fmla="*/ 45101 w 48291"/>
                <a:gd name="connsiteY21" fmla="*/ 44958 h 53863"/>
                <a:gd name="connsiteX22" fmla="*/ 36909 w 48291"/>
                <a:gd name="connsiteY22" fmla="*/ 51625 h 53863"/>
                <a:gd name="connsiteX23" fmla="*/ 25241 w 48291"/>
                <a:gd name="connsiteY23" fmla="*/ 53864 h 53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8291" h="53863">
                  <a:moveTo>
                    <a:pt x="25146" y="53769"/>
                  </a:moveTo>
                  <a:cubicBezTo>
                    <a:pt x="20336" y="53769"/>
                    <a:pt x="16050" y="52816"/>
                    <a:pt x="12240" y="50911"/>
                  </a:cubicBezTo>
                  <a:cubicBezTo>
                    <a:pt x="8477" y="49006"/>
                    <a:pt x="5477" y="46053"/>
                    <a:pt x="3286" y="42100"/>
                  </a:cubicBezTo>
                  <a:cubicBezTo>
                    <a:pt x="1095" y="38148"/>
                    <a:pt x="0" y="33147"/>
                    <a:pt x="0" y="27099"/>
                  </a:cubicBezTo>
                  <a:cubicBezTo>
                    <a:pt x="0" y="21050"/>
                    <a:pt x="1048" y="15954"/>
                    <a:pt x="3191" y="11954"/>
                  </a:cubicBezTo>
                  <a:cubicBezTo>
                    <a:pt x="5334" y="7953"/>
                    <a:pt x="8239" y="4953"/>
                    <a:pt x="12002" y="2953"/>
                  </a:cubicBezTo>
                  <a:cubicBezTo>
                    <a:pt x="15764" y="952"/>
                    <a:pt x="20145" y="0"/>
                    <a:pt x="25146" y="0"/>
                  </a:cubicBezTo>
                  <a:cubicBezTo>
                    <a:pt x="29337" y="0"/>
                    <a:pt x="33147" y="714"/>
                    <a:pt x="36528" y="2095"/>
                  </a:cubicBezTo>
                  <a:cubicBezTo>
                    <a:pt x="39910" y="3477"/>
                    <a:pt x="42624" y="5572"/>
                    <a:pt x="44625" y="8334"/>
                  </a:cubicBezTo>
                  <a:cubicBezTo>
                    <a:pt x="46625" y="11097"/>
                    <a:pt x="47720" y="14621"/>
                    <a:pt x="47815" y="18859"/>
                  </a:cubicBezTo>
                  <a:lnTo>
                    <a:pt x="36528" y="18859"/>
                  </a:lnTo>
                  <a:cubicBezTo>
                    <a:pt x="36338" y="15811"/>
                    <a:pt x="35290" y="13430"/>
                    <a:pt x="33337" y="11716"/>
                  </a:cubicBezTo>
                  <a:cubicBezTo>
                    <a:pt x="31385" y="9954"/>
                    <a:pt x="28670" y="9096"/>
                    <a:pt x="25241" y="9096"/>
                  </a:cubicBezTo>
                  <a:cubicBezTo>
                    <a:pt x="20622" y="9096"/>
                    <a:pt x="17240" y="10668"/>
                    <a:pt x="15097" y="13811"/>
                  </a:cubicBezTo>
                  <a:cubicBezTo>
                    <a:pt x="12906" y="16954"/>
                    <a:pt x="11859" y="21384"/>
                    <a:pt x="11859" y="27099"/>
                  </a:cubicBezTo>
                  <a:cubicBezTo>
                    <a:pt x="11859" y="30813"/>
                    <a:pt x="12335" y="33957"/>
                    <a:pt x="13287" y="36624"/>
                  </a:cubicBezTo>
                  <a:cubicBezTo>
                    <a:pt x="14240" y="39243"/>
                    <a:pt x="15716" y="41291"/>
                    <a:pt x="17716" y="42672"/>
                  </a:cubicBezTo>
                  <a:cubicBezTo>
                    <a:pt x="19717" y="44053"/>
                    <a:pt x="22193" y="44767"/>
                    <a:pt x="25289" y="44767"/>
                  </a:cubicBezTo>
                  <a:cubicBezTo>
                    <a:pt x="28765" y="44767"/>
                    <a:pt x="31575" y="43863"/>
                    <a:pt x="33671" y="42005"/>
                  </a:cubicBezTo>
                  <a:cubicBezTo>
                    <a:pt x="35766" y="40148"/>
                    <a:pt x="36862" y="37481"/>
                    <a:pt x="37005" y="34004"/>
                  </a:cubicBezTo>
                  <a:lnTo>
                    <a:pt x="48292" y="34004"/>
                  </a:lnTo>
                  <a:cubicBezTo>
                    <a:pt x="48196" y="38338"/>
                    <a:pt x="47101" y="42005"/>
                    <a:pt x="45101" y="44958"/>
                  </a:cubicBezTo>
                  <a:cubicBezTo>
                    <a:pt x="43053" y="47911"/>
                    <a:pt x="40338" y="50149"/>
                    <a:pt x="36909" y="51625"/>
                  </a:cubicBezTo>
                  <a:cubicBezTo>
                    <a:pt x="33480" y="53102"/>
                    <a:pt x="29575" y="53864"/>
                    <a:pt x="25241" y="53864"/>
                  </a:cubicBezTo>
                  <a:close/>
                </a:path>
              </a:pathLst>
            </a:custGeom>
            <a:solidFill>
              <a:srgbClr val="FFFFFF"/>
            </a:solidFill>
            <a:ln w="4763" cap="flat">
              <a:noFill/>
              <a:prstDash val="solid"/>
              <a:miter/>
            </a:ln>
          </p:spPr>
          <p:txBody>
            <a:bodyPr rtlCol="0" anchor="ctr"/>
            <a:lstStyle/>
            <a:p>
              <a:endParaRPr lang="en-AU" sz="1800"/>
            </a:p>
          </p:txBody>
        </p:sp>
        <p:sp>
          <p:nvSpPr>
            <p:cNvPr id="13" name="Freeform: Shape 12">
              <a:extLst>
                <a:ext uri="{FF2B5EF4-FFF2-40B4-BE49-F238E27FC236}">
                  <a16:creationId xmlns:a16="http://schemas.microsoft.com/office/drawing/2014/main" id="{6568211E-F406-E89A-6C72-3F81BE0CAEAE}"/>
                </a:ext>
              </a:extLst>
            </p:cNvPr>
            <p:cNvSpPr/>
            <p:nvPr/>
          </p:nvSpPr>
          <p:spPr>
            <a:xfrm>
              <a:off x="358330" y="668274"/>
              <a:ext cx="48672" cy="53911"/>
            </a:xfrm>
            <a:custGeom>
              <a:avLst/>
              <a:gdLst>
                <a:gd name="connsiteX0" fmla="*/ 25575 w 48672"/>
                <a:gd name="connsiteY0" fmla="*/ 53911 h 53911"/>
                <a:gd name="connsiteX1" fmla="*/ 11335 w 48672"/>
                <a:gd name="connsiteY1" fmla="*/ 50530 h 53911"/>
                <a:gd name="connsiteX2" fmla="*/ 2810 w 48672"/>
                <a:gd name="connsiteY2" fmla="*/ 41005 h 53911"/>
                <a:gd name="connsiteX3" fmla="*/ 0 w 48672"/>
                <a:gd name="connsiteY3" fmla="*/ 26813 h 53911"/>
                <a:gd name="connsiteX4" fmla="*/ 2762 w 48672"/>
                <a:gd name="connsiteY4" fmla="*/ 12668 h 53911"/>
                <a:gd name="connsiteX5" fmla="*/ 11001 w 48672"/>
                <a:gd name="connsiteY5" fmla="*/ 3334 h 53911"/>
                <a:gd name="connsiteX6" fmla="*/ 24717 w 48672"/>
                <a:gd name="connsiteY6" fmla="*/ 0 h 53911"/>
                <a:gd name="connsiteX7" fmla="*/ 42243 w 48672"/>
                <a:gd name="connsiteY7" fmla="*/ 6620 h 53911"/>
                <a:gd name="connsiteX8" fmla="*/ 48673 w 48672"/>
                <a:gd name="connsiteY8" fmla="*/ 25527 h 53911"/>
                <a:gd name="connsiteX9" fmla="*/ 48578 w 48672"/>
                <a:gd name="connsiteY9" fmla="*/ 27384 h 53911"/>
                <a:gd name="connsiteX10" fmla="*/ 48387 w 48672"/>
                <a:gd name="connsiteY10" fmla="*/ 28956 h 53911"/>
                <a:gd name="connsiteX11" fmla="*/ 11573 w 48672"/>
                <a:gd name="connsiteY11" fmla="*/ 28956 h 53911"/>
                <a:gd name="connsiteX12" fmla="*/ 13049 w 48672"/>
                <a:gd name="connsiteY12" fmla="*/ 37100 h 53911"/>
                <a:gd name="connsiteX13" fmla="*/ 17574 w 48672"/>
                <a:gd name="connsiteY13" fmla="*/ 43053 h 53911"/>
                <a:gd name="connsiteX14" fmla="*/ 25670 w 48672"/>
                <a:gd name="connsiteY14" fmla="*/ 45291 h 53911"/>
                <a:gd name="connsiteX15" fmla="*/ 34052 w 48672"/>
                <a:gd name="connsiteY15" fmla="*/ 42910 h 53911"/>
                <a:gd name="connsiteX16" fmla="*/ 37243 w 48672"/>
                <a:gd name="connsiteY16" fmla="*/ 35862 h 53911"/>
                <a:gd name="connsiteX17" fmla="*/ 48625 w 48672"/>
                <a:gd name="connsiteY17" fmla="*/ 35862 h 53911"/>
                <a:gd name="connsiteX18" fmla="*/ 45482 w 48672"/>
                <a:gd name="connsiteY18" fmla="*/ 45672 h 53911"/>
                <a:gd name="connsiteX19" fmla="*/ 37576 w 48672"/>
                <a:gd name="connsiteY19" fmla="*/ 51816 h 53911"/>
                <a:gd name="connsiteX20" fmla="*/ 25622 w 48672"/>
                <a:gd name="connsiteY20" fmla="*/ 53911 h 53911"/>
                <a:gd name="connsiteX21" fmla="*/ 11621 w 48672"/>
                <a:gd name="connsiteY21" fmla="*/ 21241 h 53911"/>
                <a:gd name="connsiteX22" fmla="*/ 37100 w 48672"/>
                <a:gd name="connsiteY22" fmla="*/ 21241 h 53911"/>
                <a:gd name="connsiteX23" fmla="*/ 33576 w 48672"/>
                <a:gd name="connsiteY23" fmla="*/ 11668 h 53911"/>
                <a:gd name="connsiteX24" fmla="*/ 24622 w 48672"/>
                <a:gd name="connsiteY24" fmla="*/ 8382 h 53911"/>
                <a:gd name="connsiteX25" fmla="*/ 15478 w 48672"/>
                <a:gd name="connsiteY25" fmla="*/ 11716 h 53911"/>
                <a:gd name="connsiteX26" fmla="*/ 11621 w 48672"/>
                <a:gd name="connsiteY26" fmla="*/ 21288 h 53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8672" h="53911">
                  <a:moveTo>
                    <a:pt x="25575" y="53911"/>
                  </a:moveTo>
                  <a:cubicBezTo>
                    <a:pt x="19860" y="53911"/>
                    <a:pt x="15145" y="52768"/>
                    <a:pt x="11335" y="50530"/>
                  </a:cubicBezTo>
                  <a:cubicBezTo>
                    <a:pt x="7525" y="48244"/>
                    <a:pt x="4715" y="45101"/>
                    <a:pt x="2810" y="41005"/>
                  </a:cubicBezTo>
                  <a:cubicBezTo>
                    <a:pt x="905" y="36909"/>
                    <a:pt x="0" y="32194"/>
                    <a:pt x="0" y="26813"/>
                  </a:cubicBezTo>
                  <a:cubicBezTo>
                    <a:pt x="0" y="21431"/>
                    <a:pt x="905" y="16669"/>
                    <a:pt x="2762" y="12668"/>
                  </a:cubicBezTo>
                  <a:cubicBezTo>
                    <a:pt x="4620" y="8668"/>
                    <a:pt x="7334" y="5524"/>
                    <a:pt x="11001" y="3334"/>
                  </a:cubicBezTo>
                  <a:cubicBezTo>
                    <a:pt x="14669" y="1095"/>
                    <a:pt x="19241" y="0"/>
                    <a:pt x="24717" y="0"/>
                  </a:cubicBezTo>
                  <a:cubicBezTo>
                    <a:pt x="32147" y="0"/>
                    <a:pt x="37957" y="2191"/>
                    <a:pt x="42243" y="6620"/>
                  </a:cubicBezTo>
                  <a:cubicBezTo>
                    <a:pt x="46530" y="11049"/>
                    <a:pt x="48673" y="17335"/>
                    <a:pt x="48673" y="25527"/>
                  </a:cubicBezTo>
                  <a:cubicBezTo>
                    <a:pt x="48673" y="26003"/>
                    <a:pt x="48673" y="26622"/>
                    <a:pt x="48578" y="27384"/>
                  </a:cubicBezTo>
                  <a:cubicBezTo>
                    <a:pt x="48530" y="28099"/>
                    <a:pt x="48482" y="28623"/>
                    <a:pt x="48387" y="28956"/>
                  </a:cubicBezTo>
                  <a:lnTo>
                    <a:pt x="11573" y="28956"/>
                  </a:lnTo>
                  <a:cubicBezTo>
                    <a:pt x="11573" y="31909"/>
                    <a:pt x="12097" y="34623"/>
                    <a:pt x="13049" y="37100"/>
                  </a:cubicBezTo>
                  <a:cubicBezTo>
                    <a:pt x="14002" y="39576"/>
                    <a:pt x="15478" y="41577"/>
                    <a:pt x="17574" y="43053"/>
                  </a:cubicBezTo>
                  <a:cubicBezTo>
                    <a:pt x="19622" y="44529"/>
                    <a:pt x="22336" y="45291"/>
                    <a:pt x="25670" y="45291"/>
                  </a:cubicBezTo>
                  <a:cubicBezTo>
                    <a:pt x="29242" y="45291"/>
                    <a:pt x="32052" y="44482"/>
                    <a:pt x="34052" y="42910"/>
                  </a:cubicBezTo>
                  <a:cubicBezTo>
                    <a:pt x="36100" y="41338"/>
                    <a:pt x="37148" y="39005"/>
                    <a:pt x="37243" y="35862"/>
                  </a:cubicBezTo>
                  <a:lnTo>
                    <a:pt x="48625" y="35862"/>
                  </a:lnTo>
                  <a:cubicBezTo>
                    <a:pt x="48435" y="39719"/>
                    <a:pt x="47387" y="43005"/>
                    <a:pt x="45482" y="45672"/>
                  </a:cubicBezTo>
                  <a:cubicBezTo>
                    <a:pt x="43577" y="48387"/>
                    <a:pt x="40957" y="50387"/>
                    <a:pt x="37576" y="51816"/>
                  </a:cubicBezTo>
                  <a:cubicBezTo>
                    <a:pt x="34195" y="53245"/>
                    <a:pt x="30242" y="53911"/>
                    <a:pt x="25622" y="53911"/>
                  </a:cubicBezTo>
                  <a:close/>
                  <a:moveTo>
                    <a:pt x="11621" y="21241"/>
                  </a:moveTo>
                  <a:lnTo>
                    <a:pt x="37100" y="21241"/>
                  </a:lnTo>
                  <a:cubicBezTo>
                    <a:pt x="37005" y="17050"/>
                    <a:pt x="35814" y="13859"/>
                    <a:pt x="33576" y="11668"/>
                  </a:cubicBezTo>
                  <a:cubicBezTo>
                    <a:pt x="31337" y="9477"/>
                    <a:pt x="28384" y="8382"/>
                    <a:pt x="24622" y="8382"/>
                  </a:cubicBezTo>
                  <a:cubicBezTo>
                    <a:pt x="20860" y="8382"/>
                    <a:pt x="17717" y="9477"/>
                    <a:pt x="15478" y="11716"/>
                  </a:cubicBezTo>
                  <a:cubicBezTo>
                    <a:pt x="13192" y="13906"/>
                    <a:pt x="11906" y="17097"/>
                    <a:pt x="11621" y="21288"/>
                  </a:cubicBezTo>
                  <a:close/>
                </a:path>
              </a:pathLst>
            </a:custGeom>
            <a:solidFill>
              <a:srgbClr val="FFFFFF"/>
            </a:solidFill>
            <a:ln w="4763" cap="flat">
              <a:noFill/>
              <a:prstDash val="solid"/>
              <a:miter/>
            </a:ln>
          </p:spPr>
          <p:txBody>
            <a:bodyPr rtlCol="0" anchor="ctr"/>
            <a:lstStyle/>
            <a:p>
              <a:endParaRPr lang="en-AU" sz="1800"/>
            </a:p>
          </p:txBody>
        </p:sp>
        <p:sp>
          <p:nvSpPr>
            <p:cNvPr id="14" name="Freeform: Shape 13">
              <a:extLst>
                <a:ext uri="{FF2B5EF4-FFF2-40B4-BE49-F238E27FC236}">
                  <a16:creationId xmlns:a16="http://schemas.microsoft.com/office/drawing/2014/main" id="{D8F38885-24DD-CF7F-C52D-F71266C0C1E0}"/>
                </a:ext>
              </a:extLst>
            </p:cNvPr>
            <p:cNvSpPr/>
            <p:nvPr/>
          </p:nvSpPr>
          <p:spPr>
            <a:xfrm>
              <a:off x="420385" y="668369"/>
              <a:ext cx="46196" cy="52863"/>
            </a:xfrm>
            <a:custGeom>
              <a:avLst/>
              <a:gdLst>
                <a:gd name="connsiteX0" fmla="*/ 0 w 46196"/>
                <a:gd name="connsiteY0" fmla="*/ 52864 h 52863"/>
                <a:gd name="connsiteX1" fmla="*/ 0 w 46196"/>
                <a:gd name="connsiteY1" fmla="*/ 762 h 52863"/>
                <a:gd name="connsiteX2" fmla="*/ 11097 w 46196"/>
                <a:gd name="connsiteY2" fmla="*/ 762 h 52863"/>
                <a:gd name="connsiteX3" fmla="*/ 11382 w 46196"/>
                <a:gd name="connsiteY3" fmla="*/ 8668 h 52863"/>
                <a:gd name="connsiteX4" fmla="*/ 18336 w 46196"/>
                <a:gd name="connsiteY4" fmla="*/ 2715 h 52863"/>
                <a:gd name="connsiteX5" fmla="*/ 29623 w 46196"/>
                <a:gd name="connsiteY5" fmla="*/ 0 h 52863"/>
                <a:gd name="connsiteX6" fmla="*/ 42053 w 46196"/>
                <a:gd name="connsiteY6" fmla="*/ 4953 h 52863"/>
                <a:gd name="connsiteX7" fmla="*/ 46196 w 46196"/>
                <a:gd name="connsiteY7" fmla="*/ 19098 h 52863"/>
                <a:gd name="connsiteX8" fmla="*/ 46196 w 46196"/>
                <a:gd name="connsiteY8" fmla="*/ 52864 h 52863"/>
                <a:gd name="connsiteX9" fmla="*/ 34671 w 46196"/>
                <a:gd name="connsiteY9" fmla="*/ 52864 h 52863"/>
                <a:gd name="connsiteX10" fmla="*/ 34671 w 46196"/>
                <a:gd name="connsiteY10" fmla="*/ 20622 h 52863"/>
                <a:gd name="connsiteX11" fmla="*/ 33861 w 46196"/>
                <a:gd name="connsiteY11" fmla="*/ 14764 h 52863"/>
                <a:gd name="connsiteX12" fmla="*/ 31147 w 46196"/>
                <a:gd name="connsiteY12" fmla="*/ 10811 h 52863"/>
                <a:gd name="connsiteX13" fmla="*/ 25956 w 46196"/>
                <a:gd name="connsiteY13" fmla="*/ 9382 h 52863"/>
                <a:gd name="connsiteX14" fmla="*/ 17431 w 46196"/>
                <a:gd name="connsiteY14" fmla="*/ 11716 h 52863"/>
                <a:gd name="connsiteX15" fmla="*/ 11621 w 46196"/>
                <a:gd name="connsiteY15" fmla="*/ 17002 h 52863"/>
                <a:gd name="connsiteX16" fmla="*/ 11621 w 46196"/>
                <a:gd name="connsiteY16" fmla="*/ 52864 h 52863"/>
                <a:gd name="connsiteX17" fmla="*/ 48 w 46196"/>
                <a:gd name="connsiteY17" fmla="*/ 52864 h 52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6196" h="52863">
                  <a:moveTo>
                    <a:pt x="0" y="52864"/>
                  </a:moveTo>
                  <a:lnTo>
                    <a:pt x="0" y="762"/>
                  </a:lnTo>
                  <a:lnTo>
                    <a:pt x="11097" y="762"/>
                  </a:lnTo>
                  <a:lnTo>
                    <a:pt x="11382" y="8668"/>
                  </a:lnTo>
                  <a:cubicBezTo>
                    <a:pt x="13097" y="6477"/>
                    <a:pt x="15431" y="4524"/>
                    <a:pt x="18336" y="2715"/>
                  </a:cubicBezTo>
                  <a:cubicBezTo>
                    <a:pt x="21241" y="905"/>
                    <a:pt x="25003" y="0"/>
                    <a:pt x="29623" y="0"/>
                  </a:cubicBezTo>
                  <a:cubicBezTo>
                    <a:pt x="35147" y="0"/>
                    <a:pt x="39291" y="1667"/>
                    <a:pt x="42053" y="4953"/>
                  </a:cubicBezTo>
                  <a:cubicBezTo>
                    <a:pt x="44815" y="8239"/>
                    <a:pt x="46196" y="12954"/>
                    <a:pt x="46196" y="19098"/>
                  </a:cubicBezTo>
                  <a:lnTo>
                    <a:pt x="46196" y="52864"/>
                  </a:lnTo>
                  <a:lnTo>
                    <a:pt x="34671" y="52864"/>
                  </a:lnTo>
                  <a:lnTo>
                    <a:pt x="34671" y="20622"/>
                  </a:lnTo>
                  <a:cubicBezTo>
                    <a:pt x="34671" y="18431"/>
                    <a:pt x="34385" y="16478"/>
                    <a:pt x="33861" y="14764"/>
                  </a:cubicBezTo>
                  <a:cubicBezTo>
                    <a:pt x="33338" y="13049"/>
                    <a:pt x="32433" y="11763"/>
                    <a:pt x="31147" y="10811"/>
                  </a:cubicBezTo>
                  <a:cubicBezTo>
                    <a:pt x="29861" y="9858"/>
                    <a:pt x="28146" y="9382"/>
                    <a:pt x="25956" y="9382"/>
                  </a:cubicBezTo>
                  <a:cubicBezTo>
                    <a:pt x="22622" y="9382"/>
                    <a:pt x="19764" y="10144"/>
                    <a:pt x="17431" y="11716"/>
                  </a:cubicBezTo>
                  <a:cubicBezTo>
                    <a:pt x="15097" y="13287"/>
                    <a:pt x="13145" y="15002"/>
                    <a:pt x="11621" y="17002"/>
                  </a:cubicBezTo>
                  <a:lnTo>
                    <a:pt x="11621" y="52864"/>
                  </a:lnTo>
                  <a:lnTo>
                    <a:pt x="48" y="52864"/>
                  </a:lnTo>
                  <a:close/>
                </a:path>
              </a:pathLst>
            </a:custGeom>
            <a:solidFill>
              <a:srgbClr val="FFFFFF"/>
            </a:solidFill>
            <a:ln w="4763" cap="flat">
              <a:noFill/>
              <a:prstDash val="solid"/>
              <a:miter/>
            </a:ln>
          </p:spPr>
          <p:txBody>
            <a:bodyPr rtlCol="0" anchor="ctr"/>
            <a:lstStyle/>
            <a:p>
              <a:endParaRPr lang="en-AU" sz="1800"/>
            </a:p>
          </p:txBody>
        </p:sp>
        <p:sp>
          <p:nvSpPr>
            <p:cNvPr id="15" name="Freeform: Shape 14">
              <a:extLst>
                <a:ext uri="{FF2B5EF4-FFF2-40B4-BE49-F238E27FC236}">
                  <a16:creationId xmlns:a16="http://schemas.microsoft.com/office/drawing/2014/main" id="{95A316F7-D278-4BB7-100F-EC654A265B4D}"/>
                </a:ext>
              </a:extLst>
            </p:cNvPr>
            <p:cNvSpPr/>
            <p:nvPr/>
          </p:nvSpPr>
          <p:spPr>
            <a:xfrm>
              <a:off x="479440" y="649271"/>
              <a:ext cx="49434" cy="72866"/>
            </a:xfrm>
            <a:custGeom>
              <a:avLst/>
              <a:gdLst>
                <a:gd name="connsiteX0" fmla="*/ 20669 w 49434"/>
                <a:gd name="connsiteY0" fmla="*/ 72866 h 72866"/>
                <a:gd name="connsiteX1" fmla="*/ 9906 w 49434"/>
                <a:gd name="connsiteY1" fmla="*/ 69866 h 72866"/>
                <a:gd name="connsiteX2" fmla="*/ 2619 w 49434"/>
                <a:gd name="connsiteY2" fmla="*/ 60817 h 72866"/>
                <a:gd name="connsiteX3" fmla="*/ 0 w 49434"/>
                <a:gd name="connsiteY3" fmla="*/ 45672 h 72866"/>
                <a:gd name="connsiteX4" fmla="*/ 2810 w 49434"/>
                <a:gd name="connsiteY4" fmla="*/ 30766 h 72866"/>
                <a:gd name="connsiteX5" fmla="*/ 10573 w 49434"/>
                <a:gd name="connsiteY5" fmla="*/ 21907 h 72866"/>
                <a:gd name="connsiteX6" fmla="*/ 22003 w 49434"/>
                <a:gd name="connsiteY6" fmla="*/ 18955 h 72866"/>
                <a:gd name="connsiteX7" fmla="*/ 31480 w 49434"/>
                <a:gd name="connsiteY7" fmla="*/ 21288 h 72866"/>
                <a:gd name="connsiteX8" fmla="*/ 37909 w 49434"/>
                <a:gd name="connsiteY8" fmla="*/ 27527 h 72866"/>
                <a:gd name="connsiteX9" fmla="*/ 37909 w 49434"/>
                <a:gd name="connsiteY9" fmla="*/ 0 h 72866"/>
                <a:gd name="connsiteX10" fmla="*/ 49435 w 49434"/>
                <a:gd name="connsiteY10" fmla="*/ 0 h 72866"/>
                <a:gd name="connsiteX11" fmla="*/ 49435 w 49434"/>
                <a:gd name="connsiteY11" fmla="*/ 71961 h 72866"/>
                <a:gd name="connsiteX12" fmla="*/ 38481 w 49434"/>
                <a:gd name="connsiteY12" fmla="*/ 71961 h 72866"/>
                <a:gd name="connsiteX13" fmla="*/ 37909 w 49434"/>
                <a:gd name="connsiteY13" fmla="*/ 64484 h 72866"/>
                <a:gd name="connsiteX14" fmla="*/ 30909 w 49434"/>
                <a:gd name="connsiteY14" fmla="*/ 70580 h 72866"/>
                <a:gd name="connsiteX15" fmla="*/ 20765 w 49434"/>
                <a:gd name="connsiteY15" fmla="*/ 72866 h 72866"/>
                <a:gd name="connsiteX16" fmla="*/ 23670 w 49434"/>
                <a:gd name="connsiteY16" fmla="*/ 63865 h 72866"/>
                <a:gd name="connsiteX17" fmla="*/ 32337 w 49434"/>
                <a:gd name="connsiteY17" fmla="*/ 61293 h 72866"/>
                <a:gd name="connsiteX18" fmla="*/ 37862 w 49434"/>
                <a:gd name="connsiteY18" fmla="*/ 55102 h 72866"/>
                <a:gd name="connsiteX19" fmla="*/ 37862 w 49434"/>
                <a:gd name="connsiteY19" fmla="*/ 37433 h 72866"/>
                <a:gd name="connsiteX20" fmla="*/ 32718 w 49434"/>
                <a:gd name="connsiteY20" fmla="*/ 30766 h 72866"/>
                <a:gd name="connsiteX21" fmla="*/ 24575 w 49434"/>
                <a:gd name="connsiteY21" fmla="*/ 28004 h 72866"/>
                <a:gd name="connsiteX22" fmla="*/ 15097 w 49434"/>
                <a:gd name="connsiteY22" fmla="*/ 32575 h 72866"/>
                <a:gd name="connsiteX23" fmla="*/ 11859 w 49434"/>
                <a:gd name="connsiteY23" fmla="*/ 45625 h 72866"/>
                <a:gd name="connsiteX24" fmla="*/ 14954 w 49434"/>
                <a:gd name="connsiteY24" fmla="*/ 59293 h 72866"/>
                <a:gd name="connsiteX25" fmla="*/ 23765 w 49434"/>
                <a:gd name="connsiteY25" fmla="*/ 63865 h 72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9434" h="72866">
                  <a:moveTo>
                    <a:pt x="20669" y="72866"/>
                  </a:moveTo>
                  <a:cubicBezTo>
                    <a:pt x="16621" y="72866"/>
                    <a:pt x="13002" y="71866"/>
                    <a:pt x="9906" y="69866"/>
                  </a:cubicBezTo>
                  <a:cubicBezTo>
                    <a:pt x="6763" y="67866"/>
                    <a:pt x="4334" y="64865"/>
                    <a:pt x="2619" y="60817"/>
                  </a:cubicBezTo>
                  <a:cubicBezTo>
                    <a:pt x="857" y="56769"/>
                    <a:pt x="0" y="51721"/>
                    <a:pt x="0" y="45672"/>
                  </a:cubicBezTo>
                  <a:cubicBezTo>
                    <a:pt x="0" y="39624"/>
                    <a:pt x="953" y="34719"/>
                    <a:pt x="2810" y="30766"/>
                  </a:cubicBezTo>
                  <a:cubicBezTo>
                    <a:pt x="4667" y="26813"/>
                    <a:pt x="7287" y="23860"/>
                    <a:pt x="10573" y="21907"/>
                  </a:cubicBezTo>
                  <a:cubicBezTo>
                    <a:pt x="13859" y="19907"/>
                    <a:pt x="17669" y="18955"/>
                    <a:pt x="22003" y="18955"/>
                  </a:cubicBezTo>
                  <a:cubicBezTo>
                    <a:pt x="25622" y="18955"/>
                    <a:pt x="28766" y="19764"/>
                    <a:pt x="31480" y="21288"/>
                  </a:cubicBezTo>
                  <a:cubicBezTo>
                    <a:pt x="34147" y="22860"/>
                    <a:pt x="36290" y="24956"/>
                    <a:pt x="37909" y="27527"/>
                  </a:cubicBezTo>
                  <a:lnTo>
                    <a:pt x="37909" y="0"/>
                  </a:lnTo>
                  <a:lnTo>
                    <a:pt x="49435" y="0"/>
                  </a:lnTo>
                  <a:lnTo>
                    <a:pt x="49435" y="71961"/>
                  </a:lnTo>
                  <a:lnTo>
                    <a:pt x="38481" y="71961"/>
                  </a:lnTo>
                  <a:lnTo>
                    <a:pt x="37909" y="64484"/>
                  </a:lnTo>
                  <a:cubicBezTo>
                    <a:pt x="36052" y="67008"/>
                    <a:pt x="33719" y="69056"/>
                    <a:pt x="30909" y="70580"/>
                  </a:cubicBezTo>
                  <a:cubicBezTo>
                    <a:pt x="28099" y="72104"/>
                    <a:pt x="24717" y="72866"/>
                    <a:pt x="20765" y="72866"/>
                  </a:cubicBezTo>
                  <a:close/>
                  <a:moveTo>
                    <a:pt x="23670" y="63865"/>
                  </a:moveTo>
                  <a:cubicBezTo>
                    <a:pt x="27099" y="63865"/>
                    <a:pt x="29956" y="63008"/>
                    <a:pt x="32337" y="61293"/>
                  </a:cubicBezTo>
                  <a:cubicBezTo>
                    <a:pt x="34671" y="59579"/>
                    <a:pt x="36528" y="57531"/>
                    <a:pt x="37862" y="55102"/>
                  </a:cubicBezTo>
                  <a:lnTo>
                    <a:pt x="37862" y="37433"/>
                  </a:lnTo>
                  <a:cubicBezTo>
                    <a:pt x="36624" y="34814"/>
                    <a:pt x="34909" y="32623"/>
                    <a:pt x="32718" y="30766"/>
                  </a:cubicBezTo>
                  <a:cubicBezTo>
                    <a:pt x="30528" y="28908"/>
                    <a:pt x="27813" y="28004"/>
                    <a:pt x="24575" y="28004"/>
                  </a:cubicBezTo>
                  <a:cubicBezTo>
                    <a:pt x="20431" y="28004"/>
                    <a:pt x="17288" y="29527"/>
                    <a:pt x="15097" y="32575"/>
                  </a:cubicBezTo>
                  <a:cubicBezTo>
                    <a:pt x="12906" y="35623"/>
                    <a:pt x="11859" y="39957"/>
                    <a:pt x="11859" y="45625"/>
                  </a:cubicBezTo>
                  <a:cubicBezTo>
                    <a:pt x="11859" y="51673"/>
                    <a:pt x="12906" y="56245"/>
                    <a:pt x="14954" y="59293"/>
                  </a:cubicBezTo>
                  <a:cubicBezTo>
                    <a:pt x="17002" y="62341"/>
                    <a:pt x="19955" y="63865"/>
                    <a:pt x="23765" y="63865"/>
                  </a:cubicBezTo>
                  <a:close/>
                </a:path>
              </a:pathLst>
            </a:custGeom>
            <a:solidFill>
              <a:srgbClr val="FFFFFF"/>
            </a:solidFill>
            <a:ln w="4763" cap="flat">
              <a:noFill/>
              <a:prstDash val="solid"/>
              <a:miter/>
            </a:ln>
          </p:spPr>
          <p:txBody>
            <a:bodyPr rtlCol="0" anchor="ctr"/>
            <a:lstStyle/>
            <a:p>
              <a:endParaRPr lang="en-AU" sz="1800"/>
            </a:p>
          </p:txBody>
        </p:sp>
        <p:sp>
          <p:nvSpPr>
            <p:cNvPr id="16" name="Freeform: Shape 15">
              <a:extLst>
                <a:ext uri="{FF2B5EF4-FFF2-40B4-BE49-F238E27FC236}">
                  <a16:creationId xmlns:a16="http://schemas.microsoft.com/office/drawing/2014/main" id="{69EC3119-E563-663A-5036-D1D719AD7643}"/>
                </a:ext>
              </a:extLst>
            </p:cNvPr>
            <p:cNvSpPr/>
            <p:nvPr/>
          </p:nvSpPr>
          <p:spPr>
            <a:xfrm>
              <a:off x="543972" y="648700"/>
              <a:ext cx="13620" cy="72532"/>
            </a:xfrm>
            <a:custGeom>
              <a:avLst/>
              <a:gdLst>
                <a:gd name="connsiteX0" fmla="*/ 6810 w 13620"/>
                <a:gd name="connsiteY0" fmla="*/ 12097 h 72532"/>
                <a:gd name="connsiteX1" fmla="*/ 1762 w 13620"/>
                <a:gd name="connsiteY1" fmla="*/ 10382 h 72532"/>
                <a:gd name="connsiteX2" fmla="*/ 0 w 13620"/>
                <a:gd name="connsiteY2" fmla="*/ 6096 h 72532"/>
                <a:gd name="connsiteX3" fmla="*/ 1762 w 13620"/>
                <a:gd name="connsiteY3" fmla="*/ 1715 h 72532"/>
                <a:gd name="connsiteX4" fmla="*/ 6810 w 13620"/>
                <a:gd name="connsiteY4" fmla="*/ 0 h 72532"/>
                <a:gd name="connsiteX5" fmla="*/ 11811 w 13620"/>
                <a:gd name="connsiteY5" fmla="*/ 1715 h 72532"/>
                <a:gd name="connsiteX6" fmla="*/ 13621 w 13620"/>
                <a:gd name="connsiteY6" fmla="*/ 6048 h 72532"/>
                <a:gd name="connsiteX7" fmla="*/ 11811 w 13620"/>
                <a:gd name="connsiteY7" fmla="*/ 10382 h 72532"/>
                <a:gd name="connsiteX8" fmla="*/ 6810 w 13620"/>
                <a:gd name="connsiteY8" fmla="*/ 12097 h 72532"/>
                <a:gd name="connsiteX9" fmla="*/ 1000 w 13620"/>
                <a:gd name="connsiteY9" fmla="*/ 72533 h 72532"/>
                <a:gd name="connsiteX10" fmla="*/ 1000 w 13620"/>
                <a:gd name="connsiteY10" fmla="*/ 20431 h 72532"/>
                <a:gd name="connsiteX11" fmla="*/ 12573 w 13620"/>
                <a:gd name="connsiteY11" fmla="*/ 20431 h 72532"/>
                <a:gd name="connsiteX12" fmla="*/ 12573 w 13620"/>
                <a:gd name="connsiteY12" fmla="*/ 72533 h 72532"/>
                <a:gd name="connsiteX13" fmla="*/ 1000 w 13620"/>
                <a:gd name="connsiteY13" fmla="*/ 72533 h 72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620" h="72532">
                  <a:moveTo>
                    <a:pt x="6810" y="12097"/>
                  </a:moveTo>
                  <a:cubicBezTo>
                    <a:pt x="4620" y="12097"/>
                    <a:pt x="2953" y="11525"/>
                    <a:pt x="1762" y="10382"/>
                  </a:cubicBezTo>
                  <a:cubicBezTo>
                    <a:pt x="571" y="9239"/>
                    <a:pt x="0" y="7810"/>
                    <a:pt x="0" y="6096"/>
                  </a:cubicBezTo>
                  <a:cubicBezTo>
                    <a:pt x="0" y="4381"/>
                    <a:pt x="571" y="2857"/>
                    <a:pt x="1762" y="1715"/>
                  </a:cubicBezTo>
                  <a:cubicBezTo>
                    <a:pt x="2953" y="571"/>
                    <a:pt x="4620" y="0"/>
                    <a:pt x="6810" y="0"/>
                  </a:cubicBezTo>
                  <a:cubicBezTo>
                    <a:pt x="9001" y="0"/>
                    <a:pt x="10620" y="571"/>
                    <a:pt x="11811" y="1715"/>
                  </a:cubicBezTo>
                  <a:cubicBezTo>
                    <a:pt x="13002" y="2857"/>
                    <a:pt x="13621" y="4286"/>
                    <a:pt x="13621" y="6048"/>
                  </a:cubicBezTo>
                  <a:cubicBezTo>
                    <a:pt x="13621" y="7810"/>
                    <a:pt x="13002" y="9239"/>
                    <a:pt x="11811" y="10382"/>
                  </a:cubicBezTo>
                  <a:cubicBezTo>
                    <a:pt x="10620" y="11525"/>
                    <a:pt x="8953" y="12097"/>
                    <a:pt x="6810" y="12097"/>
                  </a:cubicBezTo>
                  <a:close/>
                  <a:moveTo>
                    <a:pt x="1000" y="72533"/>
                  </a:moveTo>
                  <a:lnTo>
                    <a:pt x="1000" y="20431"/>
                  </a:lnTo>
                  <a:lnTo>
                    <a:pt x="12573" y="20431"/>
                  </a:lnTo>
                  <a:lnTo>
                    <a:pt x="12573" y="72533"/>
                  </a:lnTo>
                  <a:lnTo>
                    <a:pt x="1000" y="72533"/>
                  </a:lnTo>
                  <a:close/>
                </a:path>
              </a:pathLst>
            </a:custGeom>
            <a:solidFill>
              <a:srgbClr val="FFFFFF"/>
            </a:solidFill>
            <a:ln w="4763" cap="flat">
              <a:noFill/>
              <a:prstDash val="solid"/>
              <a:miter/>
            </a:ln>
          </p:spPr>
          <p:txBody>
            <a:bodyPr rtlCol="0" anchor="ctr"/>
            <a:lstStyle/>
            <a:p>
              <a:endParaRPr lang="en-AU" sz="1800"/>
            </a:p>
          </p:txBody>
        </p:sp>
        <p:sp>
          <p:nvSpPr>
            <p:cNvPr id="17" name="Freeform: Shape 16">
              <a:extLst>
                <a:ext uri="{FF2B5EF4-FFF2-40B4-BE49-F238E27FC236}">
                  <a16:creationId xmlns:a16="http://schemas.microsoft.com/office/drawing/2014/main" id="{CCBC75E7-CF29-C6C4-008D-0BC574CFC762}"/>
                </a:ext>
              </a:extLst>
            </p:cNvPr>
            <p:cNvSpPr/>
            <p:nvPr/>
          </p:nvSpPr>
          <p:spPr>
            <a:xfrm>
              <a:off x="569928" y="668131"/>
              <a:ext cx="51006" cy="53959"/>
            </a:xfrm>
            <a:custGeom>
              <a:avLst/>
              <a:gdLst>
                <a:gd name="connsiteX0" fmla="*/ 25289 w 51006"/>
                <a:gd name="connsiteY0" fmla="*/ 53959 h 53959"/>
                <a:gd name="connsiteX1" fmla="*/ 11859 w 51006"/>
                <a:gd name="connsiteY1" fmla="*/ 50768 h 53959"/>
                <a:gd name="connsiteX2" fmla="*/ 3096 w 51006"/>
                <a:gd name="connsiteY2" fmla="*/ 41577 h 53959"/>
                <a:gd name="connsiteX3" fmla="*/ 0 w 51006"/>
                <a:gd name="connsiteY3" fmla="*/ 27146 h 53959"/>
                <a:gd name="connsiteX4" fmla="*/ 3096 w 51006"/>
                <a:gd name="connsiteY4" fmla="*/ 12478 h 53959"/>
                <a:gd name="connsiteX5" fmla="*/ 11859 w 51006"/>
                <a:gd name="connsiteY5" fmla="*/ 3191 h 53959"/>
                <a:gd name="connsiteX6" fmla="*/ 25289 w 51006"/>
                <a:gd name="connsiteY6" fmla="*/ 0 h 53959"/>
                <a:gd name="connsiteX7" fmla="*/ 39005 w 51006"/>
                <a:gd name="connsiteY7" fmla="*/ 3191 h 53959"/>
                <a:gd name="connsiteX8" fmla="*/ 47863 w 51006"/>
                <a:gd name="connsiteY8" fmla="*/ 12478 h 53959"/>
                <a:gd name="connsiteX9" fmla="*/ 51006 w 51006"/>
                <a:gd name="connsiteY9" fmla="*/ 27146 h 53959"/>
                <a:gd name="connsiteX10" fmla="*/ 47863 w 51006"/>
                <a:gd name="connsiteY10" fmla="*/ 41577 h 53959"/>
                <a:gd name="connsiteX11" fmla="*/ 39005 w 51006"/>
                <a:gd name="connsiteY11" fmla="*/ 50768 h 53959"/>
                <a:gd name="connsiteX12" fmla="*/ 25289 w 51006"/>
                <a:gd name="connsiteY12" fmla="*/ 53959 h 53959"/>
                <a:gd name="connsiteX13" fmla="*/ 25289 w 51006"/>
                <a:gd name="connsiteY13" fmla="*/ 45006 h 53959"/>
                <a:gd name="connsiteX14" fmla="*/ 33576 w 51006"/>
                <a:gd name="connsiteY14" fmla="*/ 42672 h 53959"/>
                <a:gd name="connsiteX15" fmla="*/ 37909 w 51006"/>
                <a:gd name="connsiteY15" fmla="*/ 36290 h 53959"/>
                <a:gd name="connsiteX16" fmla="*/ 39195 w 51006"/>
                <a:gd name="connsiteY16" fmla="*/ 27242 h 53959"/>
                <a:gd name="connsiteX17" fmla="*/ 37909 w 51006"/>
                <a:gd name="connsiteY17" fmla="*/ 18002 h 53959"/>
                <a:gd name="connsiteX18" fmla="*/ 33576 w 51006"/>
                <a:gd name="connsiteY18" fmla="*/ 11525 h 53959"/>
                <a:gd name="connsiteX19" fmla="*/ 25289 w 51006"/>
                <a:gd name="connsiteY19" fmla="*/ 9144 h 53959"/>
                <a:gd name="connsiteX20" fmla="*/ 17335 w 51006"/>
                <a:gd name="connsiteY20" fmla="*/ 11525 h 53959"/>
                <a:gd name="connsiteX21" fmla="*/ 13097 w 51006"/>
                <a:gd name="connsiteY21" fmla="*/ 18002 h 53959"/>
                <a:gd name="connsiteX22" fmla="*/ 11811 w 51006"/>
                <a:gd name="connsiteY22" fmla="*/ 27242 h 53959"/>
                <a:gd name="connsiteX23" fmla="*/ 13097 w 51006"/>
                <a:gd name="connsiteY23" fmla="*/ 36290 h 53959"/>
                <a:gd name="connsiteX24" fmla="*/ 17335 w 51006"/>
                <a:gd name="connsiteY24" fmla="*/ 42672 h 53959"/>
                <a:gd name="connsiteX25" fmla="*/ 25289 w 51006"/>
                <a:gd name="connsiteY25" fmla="*/ 45006 h 53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006" h="53959">
                  <a:moveTo>
                    <a:pt x="25289" y="53959"/>
                  </a:moveTo>
                  <a:cubicBezTo>
                    <a:pt x="20145" y="53959"/>
                    <a:pt x="15621" y="52911"/>
                    <a:pt x="11859" y="50768"/>
                  </a:cubicBezTo>
                  <a:cubicBezTo>
                    <a:pt x="8049" y="48673"/>
                    <a:pt x="5144" y="45577"/>
                    <a:pt x="3096" y="41577"/>
                  </a:cubicBezTo>
                  <a:cubicBezTo>
                    <a:pt x="1048" y="37576"/>
                    <a:pt x="0" y="32766"/>
                    <a:pt x="0" y="27146"/>
                  </a:cubicBezTo>
                  <a:cubicBezTo>
                    <a:pt x="0" y="21527"/>
                    <a:pt x="1048" y="16574"/>
                    <a:pt x="3096" y="12478"/>
                  </a:cubicBezTo>
                  <a:cubicBezTo>
                    <a:pt x="5144" y="8382"/>
                    <a:pt x="8049" y="5334"/>
                    <a:pt x="11859" y="3191"/>
                  </a:cubicBezTo>
                  <a:cubicBezTo>
                    <a:pt x="15669" y="1048"/>
                    <a:pt x="20145" y="0"/>
                    <a:pt x="25289" y="0"/>
                  </a:cubicBezTo>
                  <a:cubicBezTo>
                    <a:pt x="30432" y="0"/>
                    <a:pt x="35147" y="1048"/>
                    <a:pt x="39005" y="3191"/>
                  </a:cubicBezTo>
                  <a:cubicBezTo>
                    <a:pt x="42863" y="5334"/>
                    <a:pt x="45815" y="8430"/>
                    <a:pt x="47863" y="12478"/>
                  </a:cubicBezTo>
                  <a:cubicBezTo>
                    <a:pt x="49959" y="16526"/>
                    <a:pt x="51006" y="21431"/>
                    <a:pt x="51006" y="27146"/>
                  </a:cubicBezTo>
                  <a:cubicBezTo>
                    <a:pt x="51006" y="32861"/>
                    <a:pt x="49959" y="37529"/>
                    <a:pt x="47863" y="41577"/>
                  </a:cubicBezTo>
                  <a:cubicBezTo>
                    <a:pt x="45768" y="45577"/>
                    <a:pt x="42815" y="48673"/>
                    <a:pt x="39005" y="50768"/>
                  </a:cubicBezTo>
                  <a:cubicBezTo>
                    <a:pt x="35195" y="52911"/>
                    <a:pt x="30623" y="53959"/>
                    <a:pt x="25289" y="53959"/>
                  </a:cubicBezTo>
                  <a:close/>
                  <a:moveTo>
                    <a:pt x="25289" y="45006"/>
                  </a:moveTo>
                  <a:cubicBezTo>
                    <a:pt x="28766" y="45006"/>
                    <a:pt x="31528" y="44244"/>
                    <a:pt x="33576" y="42672"/>
                  </a:cubicBezTo>
                  <a:cubicBezTo>
                    <a:pt x="35624" y="41100"/>
                    <a:pt x="37052" y="38957"/>
                    <a:pt x="37909" y="36290"/>
                  </a:cubicBezTo>
                  <a:cubicBezTo>
                    <a:pt x="38767" y="33576"/>
                    <a:pt x="39195" y="30575"/>
                    <a:pt x="39195" y="27242"/>
                  </a:cubicBezTo>
                  <a:cubicBezTo>
                    <a:pt x="39195" y="23908"/>
                    <a:pt x="38767" y="20717"/>
                    <a:pt x="37909" y="18002"/>
                  </a:cubicBezTo>
                  <a:cubicBezTo>
                    <a:pt x="37052" y="15288"/>
                    <a:pt x="35624" y="13097"/>
                    <a:pt x="33576" y="11525"/>
                  </a:cubicBezTo>
                  <a:cubicBezTo>
                    <a:pt x="31528" y="9954"/>
                    <a:pt x="28766" y="9144"/>
                    <a:pt x="25289" y="9144"/>
                  </a:cubicBezTo>
                  <a:cubicBezTo>
                    <a:pt x="21812" y="9144"/>
                    <a:pt x="19288" y="9954"/>
                    <a:pt x="17335" y="11525"/>
                  </a:cubicBezTo>
                  <a:cubicBezTo>
                    <a:pt x="15383" y="13097"/>
                    <a:pt x="13954" y="15288"/>
                    <a:pt x="13097" y="18002"/>
                  </a:cubicBezTo>
                  <a:cubicBezTo>
                    <a:pt x="12240" y="20717"/>
                    <a:pt x="11811" y="23813"/>
                    <a:pt x="11811" y="27242"/>
                  </a:cubicBezTo>
                  <a:cubicBezTo>
                    <a:pt x="11811" y="30671"/>
                    <a:pt x="12240" y="33623"/>
                    <a:pt x="13097" y="36290"/>
                  </a:cubicBezTo>
                  <a:cubicBezTo>
                    <a:pt x="13954" y="38957"/>
                    <a:pt x="15383" y="41100"/>
                    <a:pt x="17335" y="42672"/>
                  </a:cubicBezTo>
                  <a:cubicBezTo>
                    <a:pt x="19288" y="44244"/>
                    <a:pt x="21955" y="45006"/>
                    <a:pt x="25289" y="45006"/>
                  </a:cubicBezTo>
                  <a:close/>
                </a:path>
              </a:pathLst>
            </a:custGeom>
            <a:solidFill>
              <a:srgbClr val="FFFFFF"/>
            </a:solidFill>
            <a:ln w="4763" cap="flat">
              <a:noFill/>
              <a:prstDash val="solid"/>
              <a:miter/>
            </a:ln>
          </p:spPr>
          <p:txBody>
            <a:bodyPr rtlCol="0" anchor="ctr"/>
            <a:lstStyle/>
            <a:p>
              <a:endParaRPr lang="en-AU" sz="1800"/>
            </a:p>
          </p:txBody>
        </p:sp>
        <p:sp>
          <p:nvSpPr>
            <p:cNvPr id="18" name="Freeform: Shape 17">
              <a:extLst>
                <a:ext uri="{FF2B5EF4-FFF2-40B4-BE49-F238E27FC236}">
                  <a16:creationId xmlns:a16="http://schemas.microsoft.com/office/drawing/2014/main" id="{5E27F734-96CC-1D43-A119-EBFAA488ED94}"/>
                </a:ext>
              </a:extLst>
            </p:cNvPr>
            <p:cNvSpPr/>
            <p:nvPr/>
          </p:nvSpPr>
          <p:spPr>
            <a:xfrm>
              <a:off x="634317" y="668369"/>
              <a:ext cx="46196" cy="52863"/>
            </a:xfrm>
            <a:custGeom>
              <a:avLst/>
              <a:gdLst>
                <a:gd name="connsiteX0" fmla="*/ 0 w 46196"/>
                <a:gd name="connsiteY0" fmla="*/ 52864 h 52863"/>
                <a:gd name="connsiteX1" fmla="*/ 0 w 46196"/>
                <a:gd name="connsiteY1" fmla="*/ 762 h 52863"/>
                <a:gd name="connsiteX2" fmla="*/ 11097 w 46196"/>
                <a:gd name="connsiteY2" fmla="*/ 762 h 52863"/>
                <a:gd name="connsiteX3" fmla="*/ 11382 w 46196"/>
                <a:gd name="connsiteY3" fmla="*/ 8668 h 52863"/>
                <a:gd name="connsiteX4" fmla="*/ 18336 w 46196"/>
                <a:gd name="connsiteY4" fmla="*/ 2715 h 52863"/>
                <a:gd name="connsiteX5" fmla="*/ 29623 w 46196"/>
                <a:gd name="connsiteY5" fmla="*/ 0 h 52863"/>
                <a:gd name="connsiteX6" fmla="*/ 42053 w 46196"/>
                <a:gd name="connsiteY6" fmla="*/ 4953 h 52863"/>
                <a:gd name="connsiteX7" fmla="*/ 46196 w 46196"/>
                <a:gd name="connsiteY7" fmla="*/ 19098 h 52863"/>
                <a:gd name="connsiteX8" fmla="*/ 46196 w 46196"/>
                <a:gd name="connsiteY8" fmla="*/ 52864 h 52863"/>
                <a:gd name="connsiteX9" fmla="*/ 34671 w 46196"/>
                <a:gd name="connsiteY9" fmla="*/ 52864 h 52863"/>
                <a:gd name="connsiteX10" fmla="*/ 34671 w 46196"/>
                <a:gd name="connsiteY10" fmla="*/ 20622 h 52863"/>
                <a:gd name="connsiteX11" fmla="*/ 33861 w 46196"/>
                <a:gd name="connsiteY11" fmla="*/ 14764 h 52863"/>
                <a:gd name="connsiteX12" fmla="*/ 31147 w 46196"/>
                <a:gd name="connsiteY12" fmla="*/ 10811 h 52863"/>
                <a:gd name="connsiteX13" fmla="*/ 25956 w 46196"/>
                <a:gd name="connsiteY13" fmla="*/ 9382 h 52863"/>
                <a:gd name="connsiteX14" fmla="*/ 17431 w 46196"/>
                <a:gd name="connsiteY14" fmla="*/ 11716 h 52863"/>
                <a:gd name="connsiteX15" fmla="*/ 11621 w 46196"/>
                <a:gd name="connsiteY15" fmla="*/ 17002 h 52863"/>
                <a:gd name="connsiteX16" fmla="*/ 11621 w 46196"/>
                <a:gd name="connsiteY16" fmla="*/ 52864 h 52863"/>
                <a:gd name="connsiteX17" fmla="*/ 48 w 46196"/>
                <a:gd name="connsiteY17" fmla="*/ 52864 h 52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6196" h="52863">
                  <a:moveTo>
                    <a:pt x="0" y="52864"/>
                  </a:moveTo>
                  <a:lnTo>
                    <a:pt x="0" y="762"/>
                  </a:lnTo>
                  <a:lnTo>
                    <a:pt x="11097" y="762"/>
                  </a:lnTo>
                  <a:lnTo>
                    <a:pt x="11382" y="8668"/>
                  </a:lnTo>
                  <a:cubicBezTo>
                    <a:pt x="13097" y="6477"/>
                    <a:pt x="15430" y="4524"/>
                    <a:pt x="18336" y="2715"/>
                  </a:cubicBezTo>
                  <a:cubicBezTo>
                    <a:pt x="21241" y="905"/>
                    <a:pt x="25003" y="0"/>
                    <a:pt x="29623" y="0"/>
                  </a:cubicBezTo>
                  <a:cubicBezTo>
                    <a:pt x="35147" y="0"/>
                    <a:pt x="39291" y="1667"/>
                    <a:pt x="42053" y="4953"/>
                  </a:cubicBezTo>
                  <a:cubicBezTo>
                    <a:pt x="44815" y="8239"/>
                    <a:pt x="46196" y="12954"/>
                    <a:pt x="46196" y="19098"/>
                  </a:cubicBezTo>
                  <a:lnTo>
                    <a:pt x="46196" y="52864"/>
                  </a:lnTo>
                  <a:lnTo>
                    <a:pt x="34671" y="52864"/>
                  </a:lnTo>
                  <a:lnTo>
                    <a:pt x="34671" y="20622"/>
                  </a:lnTo>
                  <a:cubicBezTo>
                    <a:pt x="34671" y="18431"/>
                    <a:pt x="34385" y="16478"/>
                    <a:pt x="33861" y="14764"/>
                  </a:cubicBezTo>
                  <a:cubicBezTo>
                    <a:pt x="33338" y="13049"/>
                    <a:pt x="32433" y="11763"/>
                    <a:pt x="31147" y="10811"/>
                  </a:cubicBezTo>
                  <a:cubicBezTo>
                    <a:pt x="29861" y="9858"/>
                    <a:pt x="28146" y="9382"/>
                    <a:pt x="25956" y="9382"/>
                  </a:cubicBezTo>
                  <a:cubicBezTo>
                    <a:pt x="22622" y="9382"/>
                    <a:pt x="19764" y="10144"/>
                    <a:pt x="17431" y="11716"/>
                  </a:cubicBezTo>
                  <a:cubicBezTo>
                    <a:pt x="15097" y="13287"/>
                    <a:pt x="13144" y="15002"/>
                    <a:pt x="11621" y="17002"/>
                  </a:cubicBezTo>
                  <a:lnTo>
                    <a:pt x="11621" y="52864"/>
                  </a:lnTo>
                  <a:lnTo>
                    <a:pt x="48" y="52864"/>
                  </a:lnTo>
                  <a:close/>
                </a:path>
              </a:pathLst>
            </a:custGeom>
            <a:solidFill>
              <a:srgbClr val="FFFFFF"/>
            </a:solidFill>
            <a:ln w="4763" cap="flat">
              <a:noFill/>
              <a:prstDash val="solid"/>
              <a:miter/>
            </a:ln>
          </p:spPr>
          <p:txBody>
            <a:bodyPr rtlCol="0" anchor="ctr"/>
            <a:lstStyle/>
            <a:p>
              <a:endParaRPr lang="en-AU" sz="1800"/>
            </a:p>
          </p:txBody>
        </p:sp>
        <p:sp>
          <p:nvSpPr>
            <p:cNvPr id="19" name="Freeform: Shape 18">
              <a:extLst>
                <a:ext uri="{FF2B5EF4-FFF2-40B4-BE49-F238E27FC236}">
                  <a16:creationId xmlns:a16="http://schemas.microsoft.com/office/drawing/2014/main" id="{FA9A7665-7DE6-0307-FFE6-AAB303F744E7}"/>
                </a:ext>
              </a:extLst>
            </p:cNvPr>
            <p:cNvSpPr/>
            <p:nvPr/>
          </p:nvSpPr>
          <p:spPr>
            <a:xfrm>
              <a:off x="696134" y="706421"/>
              <a:ext cx="15906" cy="15478"/>
            </a:xfrm>
            <a:custGeom>
              <a:avLst/>
              <a:gdLst>
                <a:gd name="connsiteX0" fmla="*/ 8001 w 15906"/>
                <a:gd name="connsiteY0" fmla="*/ 15478 h 15478"/>
                <a:gd name="connsiteX1" fmla="*/ 2238 w 15906"/>
                <a:gd name="connsiteY1" fmla="*/ 13240 h 15478"/>
                <a:gd name="connsiteX2" fmla="*/ 0 w 15906"/>
                <a:gd name="connsiteY2" fmla="*/ 7715 h 15478"/>
                <a:gd name="connsiteX3" fmla="*/ 2238 w 15906"/>
                <a:gd name="connsiteY3" fmla="*/ 2143 h 15478"/>
                <a:gd name="connsiteX4" fmla="*/ 8001 w 15906"/>
                <a:gd name="connsiteY4" fmla="*/ 0 h 15478"/>
                <a:gd name="connsiteX5" fmla="*/ 13716 w 15906"/>
                <a:gd name="connsiteY5" fmla="*/ 2143 h 15478"/>
                <a:gd name="connsiteX6" fmla="*/ 15907 w 15906"/>
                <a:gd name="connsiteY6" fmla="*/ 7715 h 15478"/>
                <a:gd name="connsiteX7" fmla="*/ 13716 w 15906"/>
                <a:gd name="connsiteY7" fmla="*/ 13240 h 15478"/>
                <a:gd name="connsiteX8" fmla="*/ 8001 w 15906"/>
                <a:gd name="connsiteY8" fmla="*/ 15478 h 15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906" h="15478">
                  <a:moveTo>
                    <a:pt x="8001" y="15478"/>
                  </a:moveTo>
                  <a:cubicBezTo>
                    <a:pt x="5667" y="15478"/>
                    <a:pt x="3715" y="14716"/>
                    <a:pt x="2238" y="13240"/>
                  </a:cubicBezTo>
                  <a:cubicBezTo>
                    <a:pt x="762" y="11763"/>
                    <a:pt x="0" y="9906"/>
                    <a:pt x="0" y="7715"/>
                  </a:cubicBezTo>
                  <a:cubicBezTo>
                    <a:pt x="0" y="5429"/>
                    <a:pt x="762" y="3572"/>
                    <a:pt x="2238" y="2143"/>
                  </a:cubicBezTo>
                  <a:cubicBezTo>
                    <a:pt x="3715" y="714"/>
                    <a:pt x="5667" y="0"/>
                    <a:pt x="8001" y="0"/>
                  </a:cubicBezTo>
                  <a:cubicBezTo>
                    <a:pt x="10335" y="0"/>
                    <a:pt x="12240" y="714"/>
                    <a:pt x="13716" y="2143"/>
                  </a:cubicBezTo>
                  <a:cubicBezTo>
                    <a:pt x="15192" y="3572"/>
                    <a:pt x="15907" y="5429"/>
                    <a:pt x="15907" y="7715"/>
                  </a:cubicBezTo>
                  <a:cubicBezTo>
                    <a:pt x="15907" y="10001"/>
                    <a:pt x="15192" y="11716"/>
                    <a:pt x="13716" y="13240"/>
                  </a:cubicBezTo>
                  <a:cubicBezTo>
                    <a:pt x="12240" y="14716"/>
                    <a:pt x="10335" y="15478"/>
                    <a:pt x="8001" y="15478"/>
                  </a:cubicBezTo>
                  <a:close/>
                </a:path>
              </a:pathLst>
            </a:custGeom>
            <a:solidFill>
              <a:srgbClr val="FFFFFF"/>
            </a:solidFill>
            <a:ln w="4763" cap="flat">
              <a:noFill/>
              <a:prstDash val="solid"/>
              <a:miter/>
            </a:ln>
          </p:spPr>
          <p:txBody>
            <a:bodyPr rtlCol="0" anchor="ctr"/>
            <a:lstStyle/>
            <a:p>
              <a:endParaRPr lang="en-AU" sz="1800"/>
            </a:p>
          </p:txBody>
        </p:sp>
        <p:sp>
          <p:nvSpPr>
            <p:cNvPr id="20" name="Freeform: Shape 19">
              <a:extLst>
                <a:ext uri="{FF2B5EF4-FFF2-40B4-BE49-F238E27FC236}">
                  <a16:creationId xmlns:a16="http://schemas.microsoft.com/office/drawing/2014/main" id="{16592611-8CE9-2C0E-6B91-3B9963E7579F}"/>
                </a:ext>
              </a:extLst>
            </p:cNvPr>
            <p:cNvSpPr/>
            <p:nvPr/>
          </p:nvSpPr>
          <p:spPr>
            <a:xfrm>
              <a:off x="722614" y="668274"/>
              <a:ext cx="48291" cy="53863"/>
            </a:xfrm>
            <a:custGeom>
              <a:avLst/>
              <a:gdLst>
                <a:gd name="connsiteX0" fmla="*/ 25146 w 48291"/>
                <a:gd name="connsiteY0" fmla="*/ 53769 h 53863"/>
                <a:gd name="connsiteX1" fmla="*/ 12240 w 48291"/>
                <a:gd name="connsiteY1" fmla="*/ 50911 h 53863"/>
                <a:gd name="connsiteX2" fmla="*/ 3286 w 48291"/>
                <a:gd name="connsiteY2" fmla="*/ 42100 h 53863"/>
                <a:gd name="connsiteX3" fmla="*/ 0 w 48291"/>
                <a:gd name="connsiteY3" fmla="*/ 27099 h 53863"/>
                <a:gd name="connsiteX4" fmla="*/ 3191 w 48291"/>
                <a:gd name="connsiteY4" fmla="*/ 11954 h 53863"/>
                <a:gd name="connsiteX5" fmla="*/ 12002 w 48291"/>
                <a:gd name="connsiteY5" fmla="*/ 2953 h 53863"/>
                <a:gd name="connsiteX6" fmla="*/ 25146 w 48291"/>
                <a:gd name="connsiteY6" fmla="*/ 0 h 53863"/>
                <a:gd name="connsiteX7" fmla="*/ 36528 w 48291"/>
                <a:gd name="connsiteY7" fmla="*/ 2095 h 53863"/>
                <a:gd name="connsiteX8" fmla="*/ 44625 w 48291"/>
                <a:gd name="connsiteY8" fmla="*/ 8334 h 53863"/>
                <a:gd name="connsiteX9" fmla="*/ 47816 w 48291"/>
                <a:gd name="connsiteY9" fmla="*/ 18859 h 53863"/>
                <a:gd name="connsiteX10" fmla="*/ 36528 w 48291"/>
                <a:gd name="connsiteY10" fmla="*/ 18859 h 53863"/>
                <a:gd name="connsiteX11" fmla="*/ 33338 w 48291"/>
                <a:gd name="connsiteY11" fmla="*/ 11716 h 53863"/>
                <a:gd name="connsiteX12" fmla="*/ 25241 w 48291"/>
                <a:gd name="connsiteY12" fmla="*/ 9096 h 53863"/>
                <a:gd name="connsiteX13" fmla="*/ 15097 w 48291"/>
                <a:gd name="connsiteY13" fmla="*/ 13811 h 53863"/>
                <a:gd name="connsiteX14" fmla="*/ 11859 w 48291"/>
                <a:gd name="connsiteY14" fmla="*/ 27099 h 53863"/>
                <a:gd name="connsiteX15" fmla="*/ 13287 w 48291"/>
                <a:gd name="connsiteY15" fmla="*/ 36624 h 53863"/>
                <a:gd name="connsiteX16" fmla="*/ 17717 w 48291"/>
                <a:gd name="connsiteY16" fmla="*/ 42672 h 53863"/>
                <a:gd name="connsiteX17" fmla="*/ 25289 w 48291"/>
                <a:gd name="connsiteY17" fmla="*/ 44767 h 53863"/>
                <a:gd name="connsiteX18" fmla="*/ 33671 w 48291"/>
                <a:gd name="connsiteY18" fmla="*/ 42005 h 53863"/>
                <a:gd name="connsiteX19" fmla="*/ 37005 w 48291"/>
                <a:gd name="connsiteY19" fmla="*/ 34004 h 53863"/>
                <a:gd name="connsiteX20" fmla="*/ 48292 w 48291"/>
                <a:gd name="connsiteY20" fmla="*/ 34004 h 53863"/>
                <a:gd name="connsiteX21" fmla="*/ 45101 w 48291"/>
                <a:gd name="connsiteY21" fmla="*/ 44958 h 53863"/>
                <a:gd name="connsiteX22" fmla="*/ 36909 w 48291"/>
                <a:gd name="connsiteY22" fmla="*/ 51625 h 53863"/>
                <a:gd name="connsiteX23" fmla="*/ 25241 w 48291"/>
                <a:gd name="connsiteY23" fmla="*/ 53864 h 53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8291" h="53863">
                  <a:moveTo>
                    <a:pt x="25146" y="53769"/>
                  </a:moveTo>
                  <a:cubicBezTo>
                    <a:pt x="20336" y="53769"/>
                    <a:pt x="16050" y="52816"/>
                    <a:pt x="12240" y="50911"/>
                  </a:cubicBezTo>
                  <a:cubicBezTo>
                    <a:pt x="8477" y="49006"/>
                    <a:pt x="5477" y="46053"/>
                    <a:pt x="3286" y="42100"/>
                  </a:cubicBezTo>
                  <a:cubicBezTo>
                    <a:pt x="1095" y="38148"/>
                    <a:pt x="0" y="33147"/>
                    <a:pt x="0" y="27099"/>
                  </a:cubicBezTo>
                  <a:cubicBezTo>
                    <a:pt x="0" y="21050"/>
                    <a:pt x="1048" y="15954"/>
                    <a:pt x="3191" y="11954"/>
                  </a:cubicBezTo>
                  <a:cubicBezTo>
                    <a:pt x="5334" y="7953"/>
                    <a:pt x="8239" y="4953"/>
                    <a:pt x="12002" y="2953"/>
                  </a:cubicBezTo>
                  <a:cubicBezTo>
                    <a:pt x="15764" y="952"/>
                    <a:pt x="20145" y="0"/>
                    <a:pt x="25146" y="0"/>
                  </a:cubicBezTo>
                  <a:cubicBezTo>
                    <a:pt x="29337" y="0"/>
                    <a:pt x="33147" y="714"/>
                    <a:pt x="36528" y="2095"/>
                  </a:cubicBezTo>
                  <a:cubicBezTo>
                    <a:pt x="39910" y="3477"/>
                    <a:pt x="42624" y="5572"/>
                    <a:pt x="44625" y="8334"/>
                  </a:cubicBezTo>
                  <a:cubicBezTo>
                    <a:pt x="46625" y="11097"/>
                    <a:pt x="47720" y="14621"/>
                    <a:pt x="47816" y="18859"/>
                  </a:cubicBezTo>
                  <a:lnTo>
                    <a:pt x="36528" y="18859"/>
                  </a:lnTo>
                  <a:cubicBezTo>
                    <a:pt x="36338" y="15811"/>
                    <a:pt x="35290" y="13430"/>
                    <a:pt x="33338" y="11716"/>
                  </a:cubicBezTo>
                  <a:cubicBezTo>
                    <a:pt x="31385" y="9954"/>
                    <a:pt x="28670" y="9096"/>
                    <a:pt x="25241" y="9096"/>
                  </a:cubicBezTo>
                  <a:cubicBezTo>
                    <a:pt x="20622" y="9096"/>
                    <a:pt x="17240" y="10668"/>
                    <a:pt x="15097" y="13811"/>
                  </a:cubicBezTo>
                  <a:cubicBezTo>
                    <a:pt x="12906" y="16954"/>
                    <a:pt x="11859" y="21384"/>
                    <a:pt x="11859" y="27099"/>
                  </a:cubicBezTo>
                  <a:cubicBezTo>
                    <a:pt x="11859" y="30813"/>
                    <a:pt x="12335" y="33957"/>
                    <a:pt x="13287" y="36624"/>
                  </a:cubicBezTo>
                  <a:cubicBezTo>
                    <a:pt x="14240" y="39243"/>
                    <a:pt x="15716" y="41291"/>
                    <a:pt x="17717" y="42672"/>
                  </a:cubicBezTo>
                  <a:cubicBezTo>
                    <a:pt x="19717" y="44053"/>
                    <a:pt x="22193" y="44767"/>
                    <a:pt x="25289" y="44767"/>
                  </a:cubicBezTo>
                  <a:cubicBezTo>
                    <a:pt x="28766" y="44767"/>
                    <a:pt x="31575" y="43863"/>
                    <a:pt x="33671" y="42005"/>
                  </a:cubicBezTo>
                  <a:cubicBezTo>
                    <a:pt x="35766" y="40148"/>
                    <a:pt x="36862" y="37481"/>
                    <a:pt x="37005" y="34004"/>
                  </a:cubicBezTo>
                  <a:lnTo>
                    <a:pt x="48292" y="34004"/>
                  </a:lnTo>
                  <a:cubicBezTo>
                    <a:pt x="48197" y="38338"/>
                    <a:pt x="47101" y="42005"/>
                    <a:pt x="45101" y="44958"/>
                  </a:cubicBezTo>
                  <a:cubicBezTo>
                    <a:pt x="43053" y="47911"/>
                    <a:pt x="40338" y="50149"/>
                    <a:pt x="36909" y="51625"/>
                  </a:cubicBezTo>
                  <a:cubicBezTo>
                    <a:pt x="33480" y="53102"/>
                    <a:pt x="29575" y="53864"/>
                    <a:pt x="25241" y="53864"/>
                  </a:cubicBezTo>
                  <a:close/>
                </a:path>
              </a:pathLst>
            </a:custGeom>
            <a:solidFill>
              <a:srgbClr val="FFFFFF"/>
            </a:solidFill>
            <a:ln w="4763" cap="flat">
              <a:noFill/>
              <a:prstDash val="solid"/>
              <a:miter/>
            </a:ln>
          </p:spPr>
          <p:txBody>
            <a:bodyPr rtlCol="0" anchor="ctr"/>
            <a:lstStyle/>
            <a:p>
              <a:endParaRPr lang="en-AU" sz="1800"/>
            </a:p>
          </p:txBody>
        </p:sp>
        <p:sp>
          <p:nvSpPr>
            <p:cNvPr id="21" name="Freeform: Shape 20">
              <a:extLst>
                <a:ext uri="{FF2B5EF4-FFF2-40B4-BE49-F238E27FC236}">
                  <a16:creationId xmlns:a16="http://schemas.microsoft.com/office/drawing/2014/main" id="{ED13711F-8729-B0BE-FD66-F92CE291AD93}"/>
                </a:ext>
              </a:extLst>
            </p:cNvPr>
            <p:cNvSpPr/>
            <p:nvPr/>
          </p:nvSpPr>
          <p:spPr>
            <a:xfrm>
              <a:off x="781431" y="668131"/>
              <a:ext cx="51006" cy="53959"/>
            </a:xfrm>
            <a:custGeom>
              <a:avLst/>
              <a:gdLst>
                <a:gd name="connsiteX0" fmla="*/ 25289 w 51006"/>
                <a:gd name="connsiteY0" fmla="*/ 53959 h 53959"/>
                <a:gd name="connsiteX1" fmla="*/ 11859 w 51006"/>
                <a:gd name="connsiteY1" fmla="*/ 50768 h 53959"/>
                <a:gd name="connsiteX2" fmla="*/ 3096 w 51006"/>
                <a:gd name="connsiteY2" fmla="*/ 41577 h 53959"/>
                <a:gd name="connsiteX3" fmla="*/ 0 w 51006"/>
                <a:gd name="connsiteY3" fmla="*/ 27146 h 53959"/>
                <a:gd name="connsiteX4" fmla="*/ 3096 w 51006"/>
                <a:gd name="connsiteY4" fmla="*/ 12478 h 53959"/>
                <a:gd name="connsiteX5" fmla="*/ 11859 w 51006"/>
                <a:gd name="connsiteY5" fmla="*/ 3191 h 53959"/>
                <a:gd name="connsiteX6" fmla="*/ 25289 w 51006"/>
                <a:gd name="connsiteY6" fmla="*/ 0 h 53959"/>
                <a:gd name="connsiteX7" fmla="*/ 39005 w 51006"/>
                <a:gd name="connsiteY7" fmla="*/ 3191 h 53959"/>
                <a:gd name="connsiteX8" fmla="*/ 47863 w 51006"/>
                <a:gd name="connsiteY8" fmla="*/ 12478 h 53959"/>
                <a:gd name="connsiteX9" fmla="*/ 51006 w 51006"/>
                <a:gd name="connsiteY9" fmla="*/ 27146 h 53959"/>
                <a:gd name="connsiteX10" fmla="*/ 47863 w 51006"/>
                <a:gd name="connsiteY10" fmla="*/ 41577 h 53959"/>
                <a:gd name="connsiteX11" fmla="*/ 39005 w 51006"/>
                <a:gd name="connsiteY11" fmla="*/ 50768 h 53959"/>
                <a:gd name="connsiteX12" fmla="*/ 25289 w 51006"/>
                <a:gd name="connsiteY12" fmla="*/ 53959 h 53959"/>
                <a:gd name="connsiteX13" fmla="*/ 25289 w 51006"/>
                <a:gd name="connsiteY13" fmla="*/ 45006 h 53959"/>
                <a:gd name="connsiteX14" fmla="*/ 33576 w 51006"/>
                <a:gd name="connsiteY14" fmla="*/ 42672 h 53959"/>
                <a:gd name="connsiteX15" fmla="*/ 37909 w 51006"/>
                <a:gd name="connsiteY15" fmla="*/ 36290 h 53959"/>
                <a:gd name="connsiteX16" fmla="*/ 39195 w 51006"/>
                <a:gd name="connsiteY16" fmla="*/ 27242 h 53959"/>
                <a:gd name="connsiteX17" fmla="*/ 37909 w 51006"/>
                <a:gd name="connsiteY17" fmla="*/ 18002 h 53959"/>
                <a:gd name="connsiteX18" fmla="*/ 33576 w 51006"/>
                <a:gd name="connsiteY18" fmla="*/ 11525 h 53959"/>
                <a:gd name="connsiteX19" fmla="*/ 25289 w 51006"/>
                <a:gd name="connsiteY19" fmla="*/ 9144 h 53959"/>
                <a:gd name="connsiteX20" fmla="*/ 17335 w 51006"/>
                <a:gd name="connsiteY20" fmla="*/ 11525 h 53959"/>
                <a:gd name="connsiteX21" fmla="*/ 13097 w 51006"/>
                <a:gd name="connsiteY21" fmla="*/ 18002 h 53959"/>
                <a:gd name="connsiteX22" fmla="*/ 11811 w 51006"/>
                <a:gd name="connsiteY22" fmla="*/ 27242 h 53959"/>
                <a:gd name="connsiteX23" fmla="*/ 13097 w 51006"/>
                <a:gd name="connsiteY23" fmla="*/ 36290 h 53959"/>
                <a:gd name="connsiteX24" fmla="*/ 17335 w 51006"/>
                <a:gd name="connsiteY24" fmla="*/ 42672 h 53959"/>
                <a:gd name="connsiteX25" fmla="*/ 25289 w 51006"/>
                <a:gd name="connsiteY25" fmla="*/ 45006 h 53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006" h="53959">
                  <a:moveTo>
                    <a:pt x="25289" y="53959"/>
                  </a:moveTo>
                  <a:cubicBezTo>
                    <a:pt x="20145" y="53959"/>
                    <a:pt x="15621" y="52911"/>
                    <a:pt x="11859" y="50768"/>
                  </a:cubicBezTo>
                  <a:cubicBezTo>
                    <a:pt x="8049" y="48673"/>
                    <a:pt x="5144" y="45577"/>
                    <a:pt x="3096" y="41577"/>
                  </a:cubicBezTo>
                  <a:cubicBezTo>
                    <a:pt x="1048" y="37576"/>
                    <a:pt x="0" y="32766"/>
                    <a:pt x="0" y="27146"/>
                  </a:cubicBezTo>
                  <a:cubicBezTo>
                    <a:pt x="0" y="21527"/>
                    <a:pt x="1048" y="16574"/>
                    <a:pt x="3096" y="12478"/>
                  </a:cubicBezTo>
                  <a:cubicBezTo>
                    <a:pt x="5144" y="8382"/>
                    <a:pt x="8049" y="5334"/>
                    <a:pt x="11859" y="3191"/>
                  </a:cubicBezTo>
                  <a:cubicBezTo>
                    <a:pt x="15669" y="1048"/>
                    <a:pt x="20145" y="0"/>
                    <a:pt x="25289" y="0"/>
                  </a:cubicBezTo>
                  <a:cubicBezTo>
                    <a:pt x="30432" y="0"/>
                    <a:pt x="35147" y="1048"/>
                    <a:pt x="39005" y="3191"/>
                  </a:cubicBezTo>
                  <a:cubicBezTo>
                    <a:pt x="42863" y="5334"/>
                    <a:pt x="45815" y="8430"/>
                    <a:pt x="47863" y="12478"/>
                  </a:cubicBezTo>
                  <a:cubicBezTo>
                    <a:pt x="49959" y="16526"/>
                    <a:pt x="51006" y="21431"/>
                    <a:pt x="51006" y="27146"/>
                  </a:cubicBezTo>
                  <a:cubicBezTo>
                    <a:pt x="51006" y="32861"/>
                    <a:pt x="49959" y="37529"/>
                    <a:pt x="47863" y="41577"/>
                  </a:cubicBezTo>
                  <a:cubicBezTo>
                    <a:pt x="45768" y="45577"/>
                    <a:pt x="42815" y="48673"/>
                    <a:pt x="39005" y="50768"/>
                  </a:cubicBezTo>
                  <a:cubicBezTo>
                    <a:pt x="35195" y="52911"/>
                    <a:pt x="30623" y="53959"/>
                    <a:pt x="25289" y="53959"/>
                  </a:cubicBezTo>
                  <a:close/>
                  <a:moveTo>
                    <a:pt x="25289" y="45006"/>
                  </a:moveTo>
                  <a:cubicBezTo>
                    <a:pt x="28765" y="45006"/>
                    <a:pt x="31528" y="44244"/>
                    <a:pt x="33576" y="42672"/>
                  </a:cubicBezTo>
                  <a:cubicBezTo>
                    <a:pt x="35623" y="41100"/>
                    <a:pt x="37052" y="38957"/>
                    <a:pt x="37909" y="36290"/>
                  </a:cubicBezTo>
                  <a:cubicBezTo>
                    <a:pt x="38767" y="33576"/>
                    <a:pt x="39195" y="30575"/>
                    <a:pt x="39195" y="27242"/>
                  </a:cubicBezTo>
                  <a:cubicBezTo>
                    <a:pt x="39195" y="23908"/>
                    <a:pt x="38767" y="20717"/>
                    <a:pt x="37909" y="18002"/>
                  </a:cubicBezTo>
                  <a:cubicBezTo>
                    <a:pt x="37052" y="15288"/>
                    <a:pt x="35623" y="13097"/>
                    <a:pt x="33576" y="11525"/>
                  </a:cubicBezTo>
                  <a:cubicBezTo>
                    <a:pt x="31528" y="9954"/>
                    <a:pt x="28765" y="9144"/>
                    <a:pt x="25289" y="9144"/>
                  </a:cubicBezTo>
                  <a:cubicBezTo>
                    <a:pt x="21812" y="9144"/>
                    <a:pt x="19288" y="9954"/>
                    <a:pt x="17335" y="11525"/>
                  </a:cubicBezTo>
                  <a:cubicBezTo>
                    <a:pt x="15383" y="13097"/>
                    <a:pt x="13954" y="15288"/>
                    <a:pt x="13097" y="18002"/>
                  </a:cubicBezTo>
                  <a:cubicBezTo>
                    <a:pt x="12240" y="20717"/>
                    <a:pt x="11811" y="23813"/>
                    <a:pt x="11811" y="27242"/>
                  </a:cubicBezTo>
                  <a:cubicBezTo>
                    <a:pt x="11811" y="30671"/>
                    <a:pt x="12240" y="33623"/>
                    <a:pt x="13097" y="36290"/>
                  </a:cubicBezTo>
                  <a:cubicBezTo>
                    <a:pt x="13954" y="38957"/>
                    <a:pt x="15383" y="41100"/>
                    <a:pt x="17335" y="42672"/>
                  </a:cubicBezTo>
                  <a:cubicBezTo>
                    <a:pt x="19288" y="44244"/>
                    <a:pt x="21955" y="45006"/>
                    <a:pt x="25289" y="45006"/>
                  </a:cubicBezTo>
                  <a:close/>
                </a:path>
              </a:pathLst>
            </a:custGeom>
            <a:solidFill>
              <a:srgbClr val="FFFFFF"/>
            </a:solidFill>
            <a:ln w="4763" cap="flat">
              <a:noFill/>
              <a:prstDash val="solid"/>
              <a:miter/>
            </a:ln>
          </p:spPr>
          <p:txBody>
            <a:bodyPr rtlCol="0" anchor="ctr"/>
            <a:lstStyle/>
            <a:p>
              <a:endParaRPr lang="en-AU" sz="1800"/>
            </a:p>
          </p:txBody>
        </p:sp>
        <p:sp>
          <p:nvSpPr>
            <p:cNvPr id="22" name="Freeform: Shape 21">
              <a:extLst>
                <a:ext uri="{FF2B5EF4-FFF2-40B4-BE49-F238E27FC236}">
                  <a16:creationId xmlns:a16="http://schemas.microsoft.com/office/drawing/2014/main" id="{F5FED478-DB14-64BF-27A6-FA5890A09C28}"/>
                </a:ext>
              </a:extLst>
            </p:cNvPr>
            <p:cNvSpPr/>
            <p:nvPr/>
          </p:nvSpPr>
          <p:spPr>
            <a:xfrm>
              <a:off x="845772" y="668321"/>
              <a:ext cx="79724" cy="52911"/>
            </a:xfrm>
            <a:custGeom>
              <a:avLst/>
              <a:gdLst>
                <a:gd name="connsiteX0" fmla="*/ 48 w 79724"/>
                <a:gd name="connsiteY0" fmla="*/ 52911 h 52911"/>
                <a:gd name="connsiteX1" fmla="*/ 48 w 79724"/>
                <a:gd name="connsiteY1" fmla="*/ 810 h 52911"/>
                <a:gd name="connsiteX2" fmla="*/ 11144 w 79724"/>
                <a:gd name="connsiteY2" fmla="*/ 810 h 52911"/>
                <a:gd name="connsiteX3" fmla="*/ 11430 w 79724"/>
                <a:gd name="connsiteY3" fmla="*/ 8715 h 52911"/>
                <a:gd name="connsiteX4" fmla="*/ 18336 w 79724"/>
                <a:gd name="connsiteY4" fmla="*/ 2762 h 52911"/>
                <a:gd name="connsiteX5" fmla="*/ 29432 w 79724"/>
                <a:gd name="connsiteY5" fmla="*/ 48 h 52911"/>
                <a:gd name="connsiteX6" fmla="*/ 41720 w 79724"/>
                <a:gd name="connsiteY6" fmla="*/ 5048 h 52911"/>
                <a:gd name="connsiteX7" fmla="*/ 45720 w 79724"/>
                <a:gd name="connsiteY7" fmla="*/ 19098 h 52911"/>
                <a:gd name="connsiteX8" fmla="*/ 45720 w 79724"/>
                <a:gd name="connsiteY8" fmla="*/ 52864 h 52911"/>
                <a:gd name="connsiteX9" fmla="*/ 34100 w 79724"/>
                <a:gd name="connsiteY9" fmla="*/ 52864 h 52911"/>
                <a:gd name="connsiteX10" fmla="*/ 34100 w 79724"/>
                <a:gd name="connsiteY10" fmla="*/ 20622 h 52911"/>
                <a:gd name="connsiteX11" fmla="*/ 33338 w 79724"/>
                <a:gd name="connsiteY11" fmla="*/ 14764 h 52911"/>
                <a:gd name="connsiteX12" fmla="*/ 30671 w 79724"/>
                <a:gd name="connsiteY12" fmla="*/ 10811 h 52911"/>
                <a:gd name="connsiteX13" fmla="*/ 25384 w 79724"/>
                <a:gd name="connsiteY13" fmla="*/ 9382 h 52911"/>
                <a:gd name="connsiteX14" fmla="*/ 17193 w 79724"/>
                <a:gd name="connsiteY14" fmla="*/ 11716 h 52911"/>
                <a:gd name="connsiteX15" fmla="*/ 11573 w 79724"/>
                <a:gd name="connsiteY15" fmla="*/ 17002 h 52911"/>
                <a:gd name="connsiteX16" fmla="*/ 11573 w 79724"/>
                <a:gd name="connsiteY16" fmla="*/ 52864 h 52911"/>
                <a:gd name="connsiteX17" fmla="*/ 0 w 79724"/>
                <a:gd name="connsiteY17" fmla="*/ 52864 h 52911"/>
                <a:gd name="connsiteX18" fmla="*/ 68199 w 79724"/>
                <a:gd name="connsiteY18" fmla="*/ 52911 h 52911"/>
                <a:gd name="connsiteX19" fmla="*/ 68199 w 79724"/>
                <a:gd name="connsiteY19" fmla="*/ 20669 h 52911"/>
                <a:gd name="connsiteX20" fmla="*/ 67437 w 79724"/>
                <a:gd name="connsiteY20" fmla="*/ 14811 h 52911"/>
                <a:gd name="connsiteX21" fmla="*/ 64770 w 79724"/>
                <a:gd name="connsiteY21" fmla="*/ 10858 h 52911"/>
                <a:gd name="connsiteX22" fmla="*/ 59484 w 79724"/>
                <a:gd name="connsiteY22" fmla="*/ 9430 h 52911"/>
                <a:gd name="connsiteX23" fmla="*/ 51292 w 79724"/>
                <a:gd name="connsiteY23" fmla="*/ 11668 h 52911"/>
                <a:gd name="connsiteX24" fmla="*/ 45529 w 79724"/>
                <a:gd name="connsiteY24" fmla="*/ 16812 h 52911"/>
                <a:gd name="connsiteX25" fmla="*/ 43958 w 79724"/>
                <a:gd name="connsiteY25" fmla="*/ 9096 h 52911"/>
                <a:gd name="connsiteX26" fmla="*/ 52006 w 79724"/>
                <a:gd name="connsiteY26" fmla="*/ 2810 h 52911"/>
                <a:gd name="connsiteX27" fmla="*/ 63484 w 79724"/>
                <a:gd name="connsiteY27" fmla="*/ 0 h 52911"/>
                <a:gd name="connsiteX28" fmla="*/ 75724 w 79724"/>
                <a:gd name="connsiteY28" fmla="*/ 5001 h 52911"/>
                <a:gd name="connsiteX29" fmla="*/ 79724 w 79724"/>
                <a:gd name="connsiteY29" fmla="*/ 19050 h 52911"/>
                <a:gd name="connsiteX30" fmla="*/ 79724 w 79724"/>
                <a:gd name="connsiteY30" fmla="*/ 52816 h 52911"/>
                <a:gd name="connsiteX31" fmla="*/ 68199 w 79724"/>
                <a:gd name="connsiteY31" fmla="*/ 52816 h 52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79724" h="52911">
                  <a:moveTo>
                    <a:pt x="48" y="52911"/>
                  </a:moveTo>
                  <a:lnTo>
                    <a:pt x="48" y="810"/>
                  </a:lnTo>
                  <a:lnTo>
                    <a:pt x="11144" y="810"/>
                  </a:lnTo>
                  <a:lnTo>
                    <a:pt x="11430" y="8715"/>
                  </a:lnTo>
                  <a:cubicBezTo>
                    <a:pt x="13049" y="6525"/>
                    <a:pt x="15383" y="4572"/>
                    <a:pt x="18336" y="2762"/>
                  </a:cubicBezTo>
                  <a:cubicBezTo>
                    <a:pt x="21288" y="952"/>
                    <a:pt x="25003" y="48"/>
                    <a:pt x="29432" y="48"/>
                  </a:cubicBezTo>
                  <a:cubicBezTo>
                    <a:pt x="34957" y="48"/>
                    <a:pt x="39052" y="1715"/>
                    <a:pt x="41720" y="5048"/>
                  </a:cubicBezTo>
                  <a:cubicBezTo>
                    <a:pt x="44387" y="8382"/>
                    <a:pt x="45720" y="13097"/>
                    <a:pt x="45720" y="19098"/>
                  </a:cubicBezTo>
                  <a:lnTo>
                    <a:pt x="45720" y="52864"/>
                  </a:lnTo>
                  <a:lnTo>
                    <a:pt x="34100" y="52864"/>
                  </a:lnTo>
                  <a:lnTo>
                    <a:pt x="34100" y="20622"/>
                  </a:lnTo>
                  <a:cubicBezTo>
                    <a:pt x="34100" y="18431"/>
                    <a:pt x="33861" y="16478"/>
                    <a:pt x="33338" y="14764"/>
                  </a:cubicBezTo>
                  <a:cubicBezTo>
                    <a:pt x="32814" y="13049"/>
                    <a:pt x="31909" y="11763"/>
                    <a:pt x="30671" y="10811"/>
                  </a:cubicBezTo>
                  <a:cubicBezTo>
                    <a:pt x="29385" y="9858"/>
                    <a:pt x="27670" y="9382"/>
                    <a:pt x="25384" y="9382"/>
                  </a:cubicBezTo>
                  <a:cubicBezTo>
                    <a:pt x="22193" y="9382"/>
                    <a:pt x="19431" y="10144"/>
                    <a:pt x="17193" y="11716"/>
                  </a:cubicBezTo>
                  <a:cubicBezTo>
                    <a:pt x="14954" y="13287"/>
                    <a:pt x="13097" y="15002"/>
                    <a:pt x="11573" y="17002"/>
                  </a:cubicBezTo>
                  <a:lnTo>
                    <a:pt x="11573" y="52864"/>
                  </a:lnTo>
                  <a:lnTo>
                    <a:pt x="0" y="52864"/>
                  </a:lnTo>
                  <a:close/>
                  <a:moveTo>
                    <a:pt x="68199" y="52911"/>
                  </a:moveTo>
                  <a:lnTo>
                    <a:pt x="68199" y="20669"/>
                  </a:lnTo>
                  <a:cubicBezTo>
                    <a:pt x="68199" y="18479"/>
                    <a:pt x="67961" y="16526"/>
                    <a:pt x="67437" y="14811"/>
                  </a:cubicBezTo>
                  <a:cubicBezTo>
                    <a:pt x="66913" y="13097"/>
                    <a:pt x="66008" y="11811"/>
                    <a:pt x="64770" y="10858"/>
                  </a:cubicBezTo>
                  <a:cubicBezTo>
                    <a:pt x="63484" y="9906"/>
                    <a:pt x="61770" y="9430"/>
                    <a:pt x="59484" y="9430"/>
                  </a:cubicBezTo>
                  <a:cubicBezTo>
                    <a:pt x="56293" y="9430"/>
                    <a:pt x="53531" y="10144"/>
                    <a:pt x="51292" y="11668"/>
                  </a:cubicBezTo>
                  <a:cubicBezTo>
                    <a:pt x="49054" y="13144"/>
                    <a:pt x="47101" y="14859"/>
                    <a:pt x="45529" y="16812"/>
                  </a:cubicBezTo>
                  <a:lnTo>
                    <a:pt x="43958" y="9096"/>
                  </a:lnTo>
                  <a:cubicBezTo>
                    <a:pt x="46101" y="6763"/>
                    <a:pt x="48768" y="4667"/>
                    <a:pt x="52006" y="2810"/>
                  </a:cubicBezTo>
                  <a:cubicBezTo>
                    <a:pt x="55245" y="952"/>
                    <a:pt x="59055" y="0"/>
                    <a:pt x="63484" y="0"/>
                  </a:cubicBezTo>
                  <a:cubicBezTo>
                    <a:pt x="68961" y="0"/>
                    <a:pt x="73057" y="1667"/>
                    <a:pt x="75724" y="5001"/>
                  </a:cubicBezTo>
                  <a:cubicBezTo>
                    <a:pt x="78391" y="8334"/>
                    <a:pt x="79724" y="13049"/>
                    <a:pt x="79724" y="19050"/>
                  </a:cubicBezTo>
                  <a:lnTo>
                    <a:pt x="79724" y="52816"/>
                  </a:lnTo>
                  <a:lnTo>
                    <a:pt x="68199" y="52816"/>
                  </a:lnTo>
                  <a:close/>
                </a:path>
              </a:pathLst>
            </a:custGeom>
            <a:solidFill>
              <a:srgbClr val="FFFFFF"/>
            </a:solidFill>
            <a:ln w="4763" cap="flat">
              <a:noFill/>
              <a:prstDash val="solid"/>
              <a:miter/>
            </a:ln>
          </p:spPr>
          <p:txBody>
            <a:bodyPr rtlCol="0" anchor="ctr"/>
            <a:lstStyle/>
            <a:p>
              <a:endParaRPr lang="en-AU" sz="1800"/>
            </a:p>
          </p:txBody>
        </p:sp>
      </p:grpSp>
    </p:spTree>
    <p:extLst>
      <p:ext uri="{BB962C8B-B14F-4D97-AF65-F5344CB8AC3E}">
        <p14:creationId xmlns:p14="http://schemas.microsoft.com/office/powerpoint/2010/main" val="8096278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9695586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Content">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13AE9919-8BE1-9B8D-8546-E7527B31B533}"/>
              </a:ext>
            </a:extLst>
          </p:cNvPr>
          <p:cNvSpPr>
            <a:spLocks noGrp="1"/>
          </p:cNvSpPr>
          <p:nvPr>
            <p:ph type="title" hasCustomPrompt="1"/>
          </p:nvPr>
        </p:nvSpPr>
        <p:spPr>
          <a:xfrm>
            <a:off x="515937" y="389467"/>
            <a:ext cx="11170180" cy="965200"/>
          </a:xfrm>
          <a:prstGeom prst="rect">
            <a:avLst/>
          </a:prstGeom>
        </p:spPr>
        <p:txBody>
          <a:bodyPr vert="horz" lIns="0" tIns="0" rIns="0" bIns="0" rtlCol="0" anchor="t">
            <a:normAutofit/>
          </a:bodyPr>
          <a:lstStyle>
            <a:lvl1pPr>
              <a:defRPr b="1"/>
            </a:lvl1pPr>
          </a:lstStyle>
          <a:p>
            <a:r>
              <a:rPr lang="en-US"/>
              <a:t>Click To Edit Master Title Style</a:t>
            </a:r>
          </a:p>
        </p:txBody>
      </p:sp>
      <p:sp>
        <p:nvSpPr>
          <p:cNvPr id="3" name="Text Placeholder 2">
            <a:extLst>
              <a:ext uri="{FF2B5EF4-FFF2-40B4-BE49-F238E27FC236}">
                <a16:creationId xmlns:a16="http://schemas.microsoft.com/office/drawing/2014/main" id="{A1949B20-CE4F-2CE3-7EBD-9F382E2320AD}"/>
              </a:ext>
            </a:extLst>
          </p:cNvPr>
          <p:cNvSpPr>
            <a:spLocks noGrp="1"/>
          </p:cNvSpPr>
          <p:nvPr>
            <p:ph type="body" sz="quarter" idx="10"/>
          </p:nvPr>
        </p:nvSpPr>
        <p:spPr>
          <a:xfrm>
            <a:off x="505884" y="1604435"/>
            <a:ext cx="11159067" cy="462703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414210394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92662-CDB7-0D2F-E428-AED45F92F026}"/>
              </a:ext>
            </a:extLst>
          </p:cNvPr>
          <p:cNvSpPr>
            <a:spLocks noGrp="1"/>
          </p:cNvSpPr>
          <p:nvPr>
            <p:ph type="title" hasCustomPrompt="1"/>
          </p:nvPr>
        </p:nvSpPr>
        <p:spPr>
          <a:xfrm>
            <a:off x="515936" y="394087"/>
            <a:ext cx="10668000" cy="965200"/>
          </a:xfrm>
        </p:spPr>
        <p:txBody>
          <a:bodyPr>
            <a:noAutofit/>
          </a:bodyPr>
          <a:lstStyle/>
          <a:p>
            <a:r>
              <a:rPr lang="en-US"/>
              <a:t>Click To Edit Master Title Style</a:t>
            </a:r>
            <a:endParaRPr lang="en-AU"/>
          </a:p>
        </p:txBody>
      </p:sp>
    </p:spTree>
    <p:extLst>
      <p:ext uri="{BB962C8B-B14F-4D97-AF65-F5344CB8AC3E}">
        <p14:creationId xmlns:p14="http://schemas.microsoft.com/office/powerpoint/2010/main" val="7891814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wo Content with Image - Light">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A611BBA6-9D53-141F-E542-580F8ED80DFE}"/>
              </a:ext>
            </a:extLst>
          </p:cNvPr>
          <p:cNvSpPr>
            <a:spLocks noGrp="1"/>
          </p:cNvSpPr>
          <p:nvPr>
            <p:ph sz="half" idx="1"/>
          </p:nvPr>
        </p:nvSpPr>
        <p:spPr>
          <a:xfrm>
            <a:off x="515938" y="4075367"/>
            <a:ext cx="5394960" cy="2146433"/>
          </a:xfrm>
        </p:spPr>
        <p:txBody>
          <a:bodyPr>
            <a:normAutofit/>
          </a:bodyPr>
          <a:lstStyle>
            <a:lvl1pPr>
              <a:defRPr sz="1466" b="0" i="0">
                <a:latin typeface="Verdana" panose="020B0604030504040204" pitchFamily="34" charset="0"/>
                <a:ea typeface="Verdana" panose="020B0604030504040204" pitchFamily="34" charset="0"/>
                <a:cs typeface="Verdana" panose="020B0604030504040204" pitchFamily="34" charset="0"/>
              </a:defRPr>
            </a:lvl1pPr>
            <a:lvl2pPr>
              <a:defRPr sz="1400" b="0" i="0">
                <a:latin typeface="Verdana" panose="020B0604030504040204" pitchFamily="34" charset="0"/>
                <a:ea typeface="Verdana" panose="020B0604030504040204" pitchFamily="34" charset="0"/>
                <a:cs typeface="Verdana" panose="020B0604030504040204" pitchFamily="34" charset="0"/>
              </a:defRPr>
            </a:lvl2pPr>
            <a:lvl3pPr>
              <a:defRPr sz="1066" b="0" i="0">
                <a:latin typeface="Verdana" panose="020B0604030504040204" pitchFamily="34" charset="0"/>
                <a:ea typeface="Verdana" panose="020B0604030504040204" pitchFamily="34" charset="0"/>
                <a:cs typeface="Verdana" panose="020B0604030504040204" pitchFamily="34" charset="0"/>
              </a:defRPr>
            </a:lvl3pPr>
            <a:lvl4pPr>
              <a:defRPr b="0" i="0">
                <a:latin typeface="Aptos" panose="020B0004020202020204" pitchFamily="34" charset="0"/>
                <a:cs typeface="Aptos" panose="020B0004020202020204" pitchFamily="34" charset="0"/>
              </a:defRPr>
            </a:lvl4pPr>
            <a:lvl5pPr>
              <a:defRPr b="0" i="0">
                <a:latin typeface="Aptos" panose="020B0004020202020204" pitchFamily="34" charset="0"/>
                <a:cs typeface="Aptos" panose="020B0004020202020204" pitchFamily="34" charset="0"/>
              </a:defRPr>
            </a:lvl5pPr>
          </a:lstStyle>
          <a:p>
            <a:pPr lvl="0"/>
            <a:r>
              <a:rPr lang="en-US"/>
              <a:t>Click to edit Master text styles</a:t>
            </a:r>
          </a:p>
          <a:p>
            <a:pPr lvl="1"/>
            <a:r>
              <a:rPr lang="en-US"/>
              <a:t>Second level</a:t>
            </a:r>
          </a:p>
          <a:p>
            <a:pPr lvl="2"/>
            <a:r>
              <a:rPr lang="en-US"/>
              <a:t>Third level</a:t>
            </a:r>
          </a:p>
        </p:txBody>
      </p:sp>
      <p:sp>
        <p:nvSpPr>
          <p:cNvPr id="4" name="Content Placeholder 3">
            <a:extLst>
              <a:ext uri="{FF2B5EF4-FFF2-40B4-BE49-F238E27FC236}">
                <a16:creationId xmlns:a16="http://schemas.microsoft.com/office/drawing/2014/main" id="{DD4CC844-CCB4-F589-7428-48010A1EC405}"/>
              </a:ext>
            </a:extLst>
          </p:cNvPr>
          <p:cNvSpPr>
            <a:spLocks noGrp="1"/>
          </p:cNvSpPr>
          <p:nvPr>
            <p:ph sz="half" idx="2"/>
          </p:nvPr>
        </p:nvSpPr>
        <p:spPr>
          <a:xfrm>
            <a:off x="6281103" y="4075367"/>
            <a:ext cx="5394960" cy="2146433"/>
          </a:xfrm>
        </p:spPr>
        <p:txBody>
          <a:bodyPr>
            <a:normAutofit/>
          </a:bodyPr>
          <a:lstStyle>
            <a:lvl1pPr>
              <a:defRPr sz="1466" b="0" i="0">
                <a:latin typeface="Verdana" panose="020B0604030504040204" pitchFamily="34" charset="0"/>
                <a:ea typeface="Verdana" panose="020B0604030504040204" pitchFamily="34" charset="0"/>
                <a:cs typeface="Verdana" panose="020B0604030504040204" pitchFamily="34" charset="0"/>
              </a:defRPr>
            </a:lvl1pPr>
            <a:lvl2pPr>
              <a:defRPr sz="1400" b="0" i="0">
                <a:latin typeface="Verdana" panose="020B0604030504040204" pitchFamily="34" charset="0"/>
                <a:ea typeface="Verdana" panose="020B0604030504040204" pitchFamily="34" charset="0"/>
                <a:cs typeface="Verdana" panose="020B0604030504040204" pitchFamily="34" charset="0"/>
              </a:defRPr>
            </a:lvl2pPr>
            <a:lvl3pPr>
              <a:defRPr sz="1066" b="0" i="0">
                <a:latin typeface="Verdana" panose="020B0604030504040204" pitchFamily="34" charset="0"/>
                <a:ea typeface="Verdana" panose="020B0604030504040204" pitchFamily="34" charset="0"/>
                <a:cs typeface="Verdana" panose="020B0604030504040204" pitchFamily="34" charset="0"/>
              </a:defRPr>
            </a:lvl3pPr>
            <a:lvl4pPr>
              <a:defRPr b="0" i="0">
                <a:latin typeface="Aptos" panose="020B0004020202020204" pitchFamily="34" charset="0"/>
                <a:cs typeface="Aptos" panose="020B0004020202020204" pitchFamily="34" charset="0"/>
              </a:defRPr>
            </a:lvl4pPr>
            <a:lvl5pPr>
              <a:defRPr b="0" i="0">
                <a:latin typeface="Aptos" panose="020B0004020202020204" pitchFamily="34" charset="0"/>
                <a:cs typeface="Aptos" panose="020B0004020202020204" pitchFamily="34" charset="0"/>
              </a:defRPr>
            </a:lvl5pPr>
          </a:lstStyle>
          <a:p>
            <a:pPr lvl="0"/>
            <a:r>
              <a:rPr lang="en-US"/>
              <a:t>Click to edit Master text styles</a:t>
            </a:r>
          </a:p>
          <a:p>
            <a:pPr lvl="1"/>
            <a:r>
              <a:rPr lang="en-US"/>
              <a:t>Second level</a:t>
            </a:r>
          </a:p>
          <a:p>
            <a:pPr lvl="2"/>
            <a:r>
              <a:rPr lang="en-US"/>
              <a:t>Third level</a:t>
            </a:r>
          </a:p>
        </p:txBody>
      </p:sp>
      <p:sp>
        <p:nvSpPr>
          <p:cNvPr id="8" name="Picture Placeholder 6">
            <a:extLst>
              <a:ext uri="{FF2B5EF4-FFF2-40B4-BE49-F238E27FC236}">
                <a16:creationId xmlns:a16="http://schemas.microsoft.com/office/drawing/2014/main" id="{C4D61149-7027-7DA2-D194-EC6543F0B621}"/>
              </a:ext>
            </a:extLst>
          </p:cNvPr>
          <p:cNvSpPr>
            <a:spLocks noGrp="1"/>
          </p:cNvSpPr>
          <p:nvPr>
            <p:ph type="pic" sz="quarter" idx="15" hasCustomPrompt="1"/>
          </p:nvPr>
        </p:nvSpPr>
        <p:spPr>
          <a:xfrm>
            <a:off x="515939" y="1604435"/>
            <a:ext cx="11160125" cy="2324099"/>
          </a:xfrm>
        </p:spPr>
        <p:txBody>
          <a:bodyPr anchor="ctr">
            <a:normAutofit/>
          </a:bodyPr>
          <a:lstStyle>
            <a:lvl1pPr marL="0" indent="0" algn="ctr">
              <a:buNone/>
              <a:defRPr b="0" i="0">
                <a:latin typeface="Verdana" panose="020B0604030504040204" pitchFamily="34" charset="0"/>
                <a:ea typeface="Verdana" panose="020B0604030504040204" pitchFamily="34" charset="0"/>
              </a:defRPr>
            </a:lvl1pPr>
          </a:lstStyle>
          <a:p>
            <a:r>
              <a:rPr lang="en-US"/>
              <a:t>Click icon to add image</a:t>
            </a:r>
          </a:p>
        </p:txBody>
      </p:sp>
      <p:sp>
        <p:nvSpPr>
          <p:cNvPr id="5" name="Title Placeholder 1">
            <a:extLst>
              <a:ext uri="{FF2B5EF4-FFF2-40B4-BE49-F238E27FC236}">
                <a16:creationId xmlns:a16="http://schemas.microsoft.com/office/drawing/2014/main" id="{B5EBE5AB-7BB8-E06A-33E4-B973D0D25675}"/>
              </a:ext>
            </a:extLst>
          </p:cNvPr>
          <p:cNvSpPr>
            <a:spLocks noGrp="1"/>
          </p:cNvSpPr>
          <p:nvPr>
            <p:ph type="title" hasCustomPrompt="1"/>
          </p:nvPr>
        </p:nvSpPr>
        <p:spPr>
          <a:xfrm>
            <a:off x="515938" y="389467"/>
            <a:ext cx="11160125" cy="965200"/>
          </a:xfrm>
          <a:prstGeom prst="rect">
            <a:avLst/>
          </a:prstGeom>
        </p:spPr>
        <p:txBody>
          <a:bodyPr vert="horz" lIns="0" tIns="0" rIns="0" bIns="0" rtlCol="0" anchor="t">
            <a:noAutofit/>
          </a:bodyPr>
          <a:lstStyle>
            <a:lvl1pPr>
              <a:defRPr b="1"/>
            </a:lvl1pPr>
          </a:lstStyle>
          <a:p>
            <a:r>
              <a:rPr lang="en-US"/>
              <a:t>Click To Edit Master Title Style</a:t>
            </a:r>
          </a:p>
        </p:txBody>
      </p:sp>
    </p:spTree>
    <p:extLst>
      <p:ext uri="{BB962C8B-B14F-4D97-AF65-F5344CB8AC3E}">
        <p14:creationId xmlns:p14="http://schemas.microsoft.com/office/powerpoint/2010/main" val="262234292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hree content - Light">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FDD3FDA0-BC1E-5BAD-0BC2-6A0786A219DA}"/>
              </a:ext>
            </a:extLst>
          </p:cNvPr>
          <p:cNvSpPr>
            <a:spLocks noGrp="1"/>
          </p:cNvSpPr>
          <p:nvPr>
            <p:ph sz="half" idx="1"/>
          </p:nvPr>
        </p:nvSpPr>
        <p:spPr>
          <a:xfrm>
            <a:off x="515939" y="1604434"/>
            <a:ext cx="3503586" cy="4583643"/>
          </a:xfrm>
        </p:spPr>
        <p:txBody>
          <a:bodyPr>
            <a:normAutofit/>
          </a:bodyPr>
          <a:lstStyle>
            <a:lvl1pPr marL="285679" indent="-285679">
              <a:buFont typeface="Aptos" panose="020B0004020202020204" pitchFamily="34" charset="0"/>
              <a:buChar char="•"/>
              <a:defRPr sz="1466" b="0" i="0">
                <a:latin typeface="Verdana" panose="020B0604030504040204" pitchFamily="34" charset="0"/>
                <a:ea typeface="Verdana" panose="020B0604030504040204" pitchFamily="34" charset="0"/>
                <a:cs typeface="Verdana" panose="020B0604030504040204" pitchFamily="34" charset="0"/>
              </a:defRPr>
            </a:lvl1pPr>
            <a:lvl2pPr marL="742765" indent="-285679">
              <a:buFont typeface="Aptos" panose="020B0004020202020204" pitchFamily="34" charset="0"/>
              <a:buChar char="•"/>
              <a:defRPr sz="1400" b="0" i="0">
                <a:latin typeface="Verdana" panose="020B0604030504040204" pitchFamily="34" charset="0"/>
                <a:ea typeface="Verdana" panose="020B0604030504040204" pitchFamily="34" charset="0"/>
                <a:cs typeface="Verdana" panose="020B0604030504040204" pitchFamily="34" charset="0"/>
              </a:defRPr>
            </a:lvl2pPr>
            <a:lvl3pPr marL="1199851" indent="-285679">
              <a:buFont typeface="Aptos" panose="020B0004020202020204" pitchFamily="34" charset="0"/>
              <a:buChar char="•"/>
              <a:defRPr sz="1066" b="0" i="0">
                <a:latin typeface="Verdana" panose="020B0604030504040204" pitchFamily="34" charset="0"/>
                <a:ea typeface="Verdana" panose="020B0604030504040204" pitchFamily="34" charset="0"/>
                <a:cs typeface="Verdana" panose="020B0604030504040204" pitchFamily="34" charset="0"/>
              </a:defRPr>
            </a:lvl3pPr>
            <a:lvl4pPr marL="1371257" indent="0">
              <a:buNone/>
              <a:defRPr b="0" i="0">
                <a:latin typeface="Aptos" panose="020B0004020202020204" pitchFamily="34" charset="0"/>
                <a:cs typeface="Aptos" panose="020B0004020202020204" pitchFamily="34" charset="0"/>
              </a:defRPr>
            </a:lvl4pPr>
            <a:lvl5pPr marL="1828343" indent="0">
              <a:buNone/>
              <a:defRPr b="0" i="0">
                <a:latin typeface="Aptos" panose="020B0004020202020204" pitchFamily="34" charset="0"/>
                <a:cs typeface="Aptos" panose="020B0004020202020204" pitchFamily="34" charset="0"/>
              </a:defRPr>
            </a:lvl5pPr>
          </a:lstStyle>
          <a:p>
            <a:pPr lvl="0"/>
            <a:r>
              <a:rPr lang="en-US"/>
              <a:t>Click to edit Master text styles</a:t>
            </a:r>
          </a:p>
          <a:p>
            <a:pPr lvl="1"/>
            <a:r>
              <a:rPr lang="en-US"/>
              <a:t>Second level</a:t>
            </a:r>
          </a:p>
          <a:p>
            <a:pPr lvl="2"/>
            <a:r>
              <a:rPr lang="en-US"/>
              <a:t>Third level</a:t>
            </a:r>
          </a:p>
        </p:txBody>
      </p:sp>
      <p:sp>
        <p:nvSpPr>
          <p:cNvPr id="4" name="Content Placeholder 3">
            <a:extLst>
              <a:ext uri="{FF2B5EF4-FFF2-40B4-BE49-F238E27FC236}">
                <a16:creationId xmlns:a16="http://schemas.microsoft.com/office/drawing/2014/main" id="{883EF872-CADA-4305-48D8-E5D0AE68A62D}"/>
              </a:ext>
            </a:extLst>
          </p:cNvPr>
          <p:cNvSpPr>
            <a:spLocks noGrp="1"/>
          </p:cNvSpPr>
          <p:nvPr>
            <p:ph sz="half" idx="2"/>
          </p:nvPr>
        </p:nvSpPr>
        <p:spPr>
          <a:xfrm>
            <a:off x="4344719" y="1604434"/>
            <a:ext cx="3502563" cy="4583643"/>
          </a:xfrm>
        </p:spPr>
        <p:txBody>
          <a:bodyPr>
            <a:normAutofit/>
          </a:bodyPr>
          <a:lstStyle>
            <a:lvl1pPr marL="285679" indent="-285679">
              <a:buFont typeface="Aptos" panose="020B0004020202020204" pitchFamily="34" charset="0"/>
              <a:buChar char="•"/>
              <a:defRPr sz="1466" b="0" i="0">
                <a:latin typeface="Verdana" panose="020B0604030504040204" pitchFamily="34" charset="0"/>
                <a:ea typeface="Verdana" panose="020B0604030504040204" pitchFamily="34" charset="0"/>
                <a:cs typeface="Verdana" panose="020B0604030504040204" pitchFamily="34" charset="0"/>
              </a:defRPr>
            </a:lvl1pPr>
            <a:lvl2pPr marL="742765" indent="-285679">
              <a:buFont typeface="Aptos" panose="020B0004020202020204" pitchFamily="34" charset="0"/>
              <a:buChar char="•"/>
              <a:defRPr sz="1400" b="0" i="0">
                <a:latin typeface="Verdana" panose="020B0604030504040204" pitchFamily="34" charset="0"/>
                <a:ea typeface="Verdana" panose="020B0604030504040204" pitchFamily="34" charset="0"/>
                <a:cs typeface="Verdana" panose="020B0604030504040204" pitchFamily="34" charset="0"/>
              </a:defRPr>
            </a:lvl2pPr>
            <a:lvl3pPr marL="1199851" indent="-285679">
              <a:buFont typeface="Aptos" panose="020B0004020202020204" pitchFamily="34" charset="0"/>
              <a:buChar char="•"/>
              <a:defRPr sz="1066" b="0" i="0">
                <a:latin typeface="Verdana" panose="020B0604030504040204" pitchFamily="34" charset="0"/>
                <a:ea typeface="Verdana" panose="020B0604030504040204" pitchFamily="34" charset="0"/>
                <a:cs typeface="Verdana" panose="020B0604030504040204" pitchFamily="34" charset="0"/>
              </a:defRPr>
            </a:lvl3pPr>
            <a:lvl4pPr marL="1371257" indent="0">
              <a:buNone/>
              <a:defRPr b="0" i="0">
                <a:latin typeface="Aptos" panose="020B0004020202020204" pitchFamily="34" charset="0"/>
                <a:cs typeface="Aptos" panose="020B0004020202020204" pitchFamily="34" charset="0"/>
              </a:defRPr>
            </a:lvl4pPr>
            <a:lvl5pPr marL="1828343" indent="0">
              <a:buNone/>
              <a:defRPr b="0" i="0">
                <a:latin typeface="Aptos" panose="020B0004020202020204" pitchFamily="34" charset="0"/>
                <a:cs typeface="Aptos" panose="020B0004020202020204" pitchFamily="34" charset="0"/>
              </a:defRPr>
            </a:lvl5pPr>
          </a:lstStyle>
          <a:p>
            <a:pPr lvl="0"/>
            <a:r>
              <a:rPr lang="en-US"/>
              <a:t>Click to edit Master text styles</a:t>
            </a:r>
          </a:p>
          <a:p>
            <a:pPr lvl="1"/>
            <a:r>
              <a:rPr lang="en-US"/>
              <a:t>Second level</a:t>
            </a:r>
          </a:p>
          <a:p>
            <a:pPr lvl="2"/>
            <a:r>
              <a:rPr lang="en-US"/>
              <a:t>Third level</a:t>
            </a:r>
          </a:p>
        </p:txBody>
      </p:sp>
      <p:sp>
        <p:nvSpPr>
          <p:cNvPr id="5" name="Content Placeholder 3">
            <a:extLst>
              <a:ext uri="{FF2B5EF4-FFF2-40B4-BE49-F238E27FC236}">
                <a16:creationId xmlns:a16="http://schemas.microsoft.com/office/drawing/2014/main" id="{76FACBDB-927C-FD70-4B48-AA8F12DF1F52}"/>
              </a:ext>
            </a:extLst>
          </p:cNvPr>
          <p:cNvSpPr>
            <a:spLocks noGrp="1"/>
          </p:cNvSpPr>
          <p:nvPr>
            <p:ph sz="half" idx="15"/>
          </p:nvPr>
        </p:nvSpPr>
        <p:spPr>
          <a:xfrm>
            <a:off x="8172474" y="1604434"/>
            <a:ext cx="3502563" cy="4583643"/>
          </a:xfrm>
        </p:spPr>
        <p:txBody>
          <a:bodyPr>
            <a:normAutofit/>
          </a:bodyPr>
          <a:lstStyle>
            <a:lvl1pPr marL="285679" indent="-285679">
              <a:buFont typeface="Aptos" panose="020B0004020202020204" pitchFamily="34" charset="0"/>
              <a:buChar char="•"/>
              <a:defRPr sz="1466" b="0" i="0">
                <a:latin typeface="Verdana" panose="020B0604030504040204" pitchFamily="34" charset="0"/>
                <a:ea typeface="Verdana" panose="020B0604030504040204" pitchFamily="34" charset="0"/>
                <a:cs typeface="Verdana" panose="020B0604030504040204" pitchFamily="34" charset="0"/>
              </a:defRPr>
            </a:lvl1pPr>
            <a:lvl2pPr marL="742765" indent="-285679">
              <a:buFont typeface="Aptos" panose="020B0004020202020204" pitchFamily="34" charset="0"/>
              <a:buChar char="•"/>
              <a:defRPr sz="1400" b="0" i="0">
                <a:latin typeface="Verdana" panose="020B0604030504040204" pitchFamily="34" charset="0"/>
                <a:ea typeface="Verdana" panose="020B0604030504040204" pitchFamily="34" charset="0"/>
                <a:cs typeface="Verdana" panose="020B0604030504040204" pitchFamily="34" charset="0"/>
              </a:defRPr>
            </a:lvl2pPr>
            <a:lvl3pPr marL="1199851" indent="-285679">
              <a:buFont typeface="Aptos" panose="020B0004020202020204" pitchFamily="34" charset="0"/>
              <a:buChar char="•"/>
              <a:defRPr sz="1066" b="0" i="0">
                <a:latin typeface="Verdana" panose="020B0604030504040204" pitchFamily="34" charset="0"/>
                <a:ea typeface="Verdana" panose="020B0604030504040204" pitchFamily="34" charset="0"/>
                <a:cs typeface="Verdana" panose="020B0604030504040204" pitchFamily="34" charset="0"/>
              </a:defRPr>
            </a:lvl3pPr>
            <a:lvl4pPr marL="1371257" indent="0">
              <a:buNone/>
              <a:defRPr b="0" i="0">
                <a:latin typeface="Aptos" panose="020B0004020202020204" pitchFamily="34" charset="0"/>
                <a:cs typeface="Aptos" panose="020B0004020202020204" pitchFamily="34" charset="0"/>
              </a:defRPr>
            </a:lvl4pPr>
            <a:lvl5pPr marL="1828343" indent="0">
              <a:buNone/>
              <a:defRPr b="0" i="0">
                <a:latin typeface="Aptos" panose="020B0004020202020204" pitchFamily="34" charset="0"/>
                <a:cs typeface="Aptos" panose="020B0004020202020204" pitchFamily="34" charset="0"/>
              </a:defRPr>
            </a:lvl5pPr>
          </a:lstStyle>
          <a:p>
            <a:pPr lvl="0"/>
            <a:r>
              <a:rPr lang="en-US"/>
              <a:t>Click to edit Master text styles</a:t>
            </a:r>
          </a:p>
          <a:p>
            <a:pPr lvl="1"/>
            <a:r>
              <a:rPr lang="en-US"/>
              <a:t>Second level</a:t>
            </a:r>
          </a:p>
          <a:p>
            <a:pPr lvl="2"/>
            <a:r>
              <a:rPr lang="en-US"/>
              <a:t>Third level</a:t>
            </a:r>
          </a:p>
        </p:txBody>
      </p:sp>
      <p:sp>
        <p:nvSpPr>
          <p:cNvPr id="6" name="Title 1">
            <a:extLst>
              <a:ext uri="{FF2B5EF4-FFF2-40B4-BE49-F238E27FC236}">
                <a16:creationId xmlns:a16="http://schemas.microsoft.com/office/drawing/2014/main" id="{E996B9B8-11CC-BDF5-91D0-C42F5535A6DC}"/>
              </a:ext>
            </a:extLst>
          </p:cNvPr>
          <p:cNvSpPr>
            <a:spLocks noGrp="1"/>
          </p:cNvSpPr>
          <p:nvPr>
            <p:ph type="title" hasCustomPrompt="1"/>
          </p:nvPr>
        </p:nvSpPr>
        <p:spPr>
          <a:xfrm>
            <a:off x="515937" y="394087"/>
            <a:ext cx="11171676" cy="965200"/>
          </a:xfrm>
        </p:spPr>
        <p:txBody>
          <a:bodyPr>
            <a:noAutofit/>
          </a:bodyPr>
          <a:lstStyle/>
          <a:p>
            <a:r>
              <a:rPr lang="en-US"/>
              <a:t>Click To Edit Master Title Style</a:t>
            </a:r>
            <a:endParaRPr lang="en-AU"/>
          </a:p>
        </p:txBody>
      </p:sp>
    </p:spTree>
    <p:extLst>
      <p:ext uri="{BB962C8B-B14F-4D97-AF65-F5344CB8AC3E}">
        <p14:creationId xmlns:p14="http://schemas.microsoft.com/office/powerpoint/2010/main" val="166426263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 - Four content - Light">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8FA82F68-95E9-FC7A-BF04-AFB8D54C33AF}"/>
              </a:ext>
            </a:extLst>
          </p:cNvPr>
          <p:cNvSpPr>
            <a:spLocks noGrp="1"/>
          </p:cNvSpPr>
          <p:nvPr>
            <p:ph sz="half" idx="1"/>
          </p:nvPr>
        </p:nvSpPr>
        <p:spPr>
          <a:xfrm>
            <a:off x="515939" y="1627436"/>
            <a:ext cx="2560320" cy="4384675"/>
          </a:xfrm>
        </p:spPr>
        <p:txBody>
          <a:bodyPr>
            <a:normAutofit/>
          </a:bodyPr>
          <a:lstStyle>
            <a:lvl1pPr>
              <a:defRPr sz="1466" b="0"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sz="1066" b="0" i="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US"/>
              <a:t>Click to edit Master text styles</a:t>
            </a:r>
          </a:p>
          <a:p>
            <a:pPr lvl="1"/>
            <a:r>
              <a:rPr lang="en-US"/>
              <a:t>Second level</a:t>
            </a:r>
          </a:p>
          <a:p>
            <a:pPr lvl="2"/>
            <a:r>
              <a:rPr lang="en-US"/>
              <a:t>Third level</a:t>
            </a:r>
          </a:p>
        </p:txBody>
      </p:sp>
      <p:sp>
        <p:nvSpPr>
          <p:cNvPr id="8" name="Content Placeholder 3">
            <a:extLst>
              <a:ext uri="{FF2B5EF4-FFF2-40B4-BE49-F238E27FC236}">
                <a16:creationId xmlns:a16="http://schemas.microsoft.com/office/drawing/2014/main" id="{E2B5120F-8E28-E3E6-6F05-96B9B0FA333B}"/>
              </a:ext>
            </a:extLst>
          </p:cNvPr>
          <p:cNvSpPr>
            <a:spLocks noGrp="1"/>
          </p:cNvSpPr>
          <p:nvPr>
            <p:ph sz="half" idx="2"/>
          </p:nvPr>
        </p:nvSpPr>
        <p:spPr>
          <a:xfrm>
            <a:off x="3382540" y="1627436"/>
            <a:ext cx="2560320" cy="4384675"/>
          </a:xfrm>
        </p:spPr>
        <p:txBody>
          <a:bodyPr>
            <a:normAutofit/>
          </a:bodyPr>
          <a:lstStyle>
            <a:lvl1pPr>
              <a:defRPr sz="1466" b="0"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sz="1066" b="0" i="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US"/>
              <a:t>Click to edit Master text styles</a:t>
            </a:r>
          </a:p>
          <a:p>
            <a:pPr lvl="1"/>
            <a:r>
              <a:rPr lang="en-US"/>
              <a:t>Second level</a:t>
            </a:r>
          </a:p>
          <a:p>
            <a:pPr lvl="2"/>
            <a:r>
              <a:rPr lang="en-US"/>
              <a:t>Third level</a:t>
            </a:r>
          </a:p>
        </p:txBody>
      </p:sp>
      <p:sp>
        <p:nvSpPr>
          <p:cNvPr id="9" name="Content Placeholder 3">
            <a:extLst>
              <a:ext uri="{FF2B5EF4-FFF2-40B4-BE49-F238E27FC236}">
                <a16:creationId xmlns:a16="http://schemas.microsoft.com/office/drawing/2014/main" id="{108C64B6-9750-E862-F817-C637084E22C8}"/>
              </a:ext>
            </a:extLst>
          </p:cNvPr>
          <p:cNvSpPr>
            <a:spLocks noGrp="1"/>
          </p:cNvSpPr>
          <p:nvPr>
            <p:ph sz="half" idx="15"/>
          </p:nvPr>
        </p:nvSpPr>
        <p:spPr>
          <a:xfrm>
            <a:off x="6249142" y="1627436"/>
            <a:ext cx="2560320" cy="4384675"/>
          </a:xfrm>
        </p:spPr>
        <p:txBody>
          <a:bodyPr>
            <a:normAutofit/>
          </a:bodyPr>
          <a:lstStyle>
            <a:lvl1pPr>
              <a:defRPr sz="1466" b="0"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sz="1066" b="0" i="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US"/>
              <a:t>Click to edit Master text styles</a:t>
            </a:r>
          </a:p>
          <a:p>
            <a:pPr lvl="1"/>
            <a:r>
              <a:rPr lang="en-US"/>
              <a:t>Second level</a:t>
            </a:r>
          </a:p>
          <a:p>
            <a:pPr lvl="2"/>
            <a:r>
              <a:rPr lang="en-US"/>
              <a:t>Third level</a:t>
            </a:r>
          </a:p>
        </p:txBody>
      </p:sp>
      <p:sp>
        <p:nvSpPr>
          <p:cNvPr id="10" name="Content Placeholder 3">
            <a:extLst>
              <a:ext uri="{FF2B5EF4-FFF2-40B4-BE49-F238E27FC236}">
                <a16:creationId xmlns:a16="http://schemas.microsoft.com/office/drawing/2014/main" id="{82BFF784-792A-5CE7-B9DD-E865F8438610}"/>
              </a:ext>
            </a:extLst>
          </p:cNvPr>
          <p:cNvSpPr>
            <a:spLocks noGrp="1"/>
          </p:cNvSpPr>
          <p:nvPr>
            <p:ph sz="half" idx="17"/>
          </p:nvPr>
        </p:nvSpPr>
        <p:spPr>
          <a:xfrm>
            <a:off x="9115743" y="1627436"/>
            <a:ext cx="2560320" cy="4384675"/>
          </a:xfrm>
        </p:spPr>
        <p:txBody>
          <a:bodyPr>
            <a:normAutofit/>
          </a:bodyPr>
          <a:lstStyle>
            <a:lvl1pPr>
              <a:defRPr sz="1466" b="0"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sz="1066" b="0" i="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US"/>
              <a:t>Click to edit Master text styles</a:t>
            </a:r>
          </a:p>
          <a:p>
            <a:pPr lvl="1"/>
            <a:r>
              <a:rPr lang="en-US"/>
              <a:t>Second level</a:t>
            </a:r>
          </a:p>
          <a:p>
            <a:pPr lvl="2"/>
            <a:r>
              <a:rPr lang="en-US"/>
              <a:t>Third level</a:t>
            </a:r>
          </a:p>
        </p:txBody>
      </p:sp>
      <p:sp>
        <p:nvSpPr>
          <p:cNvPr id="3" name="Title 1">
            <a:extLst>
              <a:ext uri="{FF2B5EF4-FFF2-40B4-BE49-F238E27FC236}">
                <a16:creationId xmlns:a16="http://schemas.microsoft.com/office/drawing/2014/main" id="{DE6CBAB6-263D-6304-DFD2-BE6724F6B179}"/>
              </a:ext>
            </a:extLst>
          </p:cNvPr>
          <p:cNvSpPr>
            <a:spLocks noGrp="1"/>
          </p:cNvSpPr>
          <p:nvPr>
            <p:ph type="title" hasCustomPrompt="1"/>
          </p:nvPr>
        </p:nvSpPr>
        <p:spPr>
          <a:xfrm>
            <a:off x="515937" y="394087"/>
            <a:ext cx="11171676" cy="965200"/>
          </a:xfrm>
        </p:spPr>
        <p:txBody>
          <a:bodyPr>
            <a:noAutofit/>
          </a:bodyPr>
          <a:lstStyle/>
          <a:p>
            <a:r>
              <a:rPr lang="en-US"/>
              <a:t>Click To Edit Master Title Style</a:t>
            </a:r>
            <a:endParaRPr lang="en-AU"/>
          </a:p>
        </p:txBody>
      </p:sp>
    </p:spTree>
    <p:extLst>
      <p:ext uri="{BB962C8B-B14F-4D97-AF65-F5344CB8AC3E}">
        <p14:creationId xmlns:p14="http://schemas.microsoft.com/office/powerpoint/2010/main" val="12373610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hree content with Images">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5647041-080A-5891-BC5C-1E84522472FB}"/>
              </a:ext>
            </a:extLst>
          </p:cNvPr>
          <p:cNvSpPr/>
          <p:nvPr userDrawn="1"/>
        </p:nvSpPr>
        <p:spPr>
          <a:xfrm>
            <a:off x="1" y="2752727"/>
            <a:ext cx="12192000" cy="3478740"/>
          </a:xfrm>
          <a:prstGeom prst="rect">
            <a:avLst/>
          </a:prstGeom>
          <a:solidFill>
            <a:schemeClr val="bg1">
              <a:lumMod val="8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400" b="0" i="0">
              <a:latin typeface="Aptos" panose="020B0004020202020204" pitchFamily="34" charset="0"/>
            </a:endParaRPr>
          </a:p>
        </p:txBody>
      </p:sp>
      <p:sp>
        <p:nvSpPr>
          <p:cNvPr id="2" name="Content Placeholder 2">
            <a:extLst>
              <a:ext uri="{FF2B5EF4-FFF2-40B4-BE49-F238E27FC236}">
                <a16:creationId xmlns:a16="http://schemas.microsoft.com/office/drawing/2014/main" id="{FDD3FDA0-BC1E-5BAD-0BC2-6A0786A219DA}"/>
              </a:ext>
            </a:extLst>
          </p:cNvPr>
          <p:cNvSpPr>
            <a:spLocks noGrp="1"/>
          </p:cNvSpPr>
          <p:nvPr>
            <p:ph sz="half" idx="1"/>
          </p:nvPr>
        </p:nvSpPr>
        <p:spPr>
          <a:xfrm>
            <a:off x="515332" y="3560131"/>
            <a:ext cx="3324559" cy="2523300"/>
          </a:xfrm>
        </p:spPr>
        <p:txBody>
          <a:bodyPr>
            <a:normAutofit/>
          </a:bodyPr>
          <a:lstStyle>
            <a:lvl1pPr marL="285679" indent="-285679">
              <a:buFont typeface="Aptos" panose="020B0004020202020204" pitchFamily="34" charset="0"/>
              <a:buChar char="•"/>
              <a:defRPr sz="1466" b="0"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742765" indent="-285679">
              <a:buFont typeface="Aptos" panose="020B0004020202020204" pitchFamily="34" charset="0"/>
              <a:buChar cha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99851" indent="-285679">
              <a:buFont typeface="Aptos" panose="020B0004020202020204" pitchFamily="34" charset="0"/>
              <a:buChar char="•"/>
              <a:defRPr b="0" i="0">
                <a:solidFill>
                  <a:schemeClr val="bg1"/>
                </a:solidFill>
                <a:latin typeface="Aptos" panose="020B0004020202020204" pitchFamily="34" charset="0"/>
                <a:cs typeface="Aptos" panose="020B0004020202020204" pitchFamily="34" charset="0"/>
              </a:defRPr>
            </a:lvl3pPr>
            <a:lvl4pPr marL="1371257" indent="0">
              <a:buNone/>
              <a:defRPr b="0" i="0">
                <a:latin typeface="Aptos" panose="020B0004020202020204" pitchFamily="34" charset="0"/>
                <a:cs typeface="Aptos" panose="020B0004020202020204" pitchFamily="34" charset="0"/>
              </a:defRPr>
            </a:lvl4pPr>
            <a:lvl5pPr marL="1828343" indent="0">
              <a:buNone/>
              <a:defRPr b="0" i="0">
                <a:latin typeface="Aptos" panose="020B0004020202020204" pitchFamily="34" charset="0"/>
                <a:cs typeface="Aptos" panose="020B0004020202020204" pitchFamily="34" charset="0"/>
              </a:defRPr>
            </a:lvl5pPr>
          </a:lstStyle>
          <a:p>
            <a:pPr lvl="0"/>
            <a:r>
              <a:rPr lang="en-US"/>
              <a:t>Click to edit Master text styles</a:t>
            </a:r>
          </a:p>
          <a:p>
            <a:pPr lvl="1"/>
            <a:r>
              <a:rPr lang="en-US"/>
              <a:t>Second level</a:t>
            </a:r>
          </a:p>
        </p:txBody>
      </p:sp>
      <p:sp>
        <p:nvSpPr>
          <p:cNvPr id="4" name="Content Placeholder 3">
            <a:extLst>
              <a:ext uri="{FF2B5EF4-FFF2-40B4-BE49-F238E27FC236}">
                <a16:creationId xmlns:a16="http://schemas.microsoft.com/office/drawing/2014/main" id="{883EF872-CADA-4305-48D8-E5D0AE68A62D}"/>
              </a:ext>
            </a:extLst>
          </p:cNvPr>
          <p:cNvSpPr>
            <a:spLocks noGrp="1"/>
          </p:cNvSpPr>
          <p:nvPr>
            <p:ph sz="half" idx="2"/>
          </p:nvPr>
        </p:nvSpPr>
        <p:spPr>
          <a:xfrm>
            <a:off x="4410572" y="3543300"/>
            <a:ext cx="3323587" cy="2523301"/>
          </a:xfrm>
        </p:spPr>
        <p:txBody>
          <a:bodyPr>
            <a:normAutofit/>
          </a:bodyPr>
          <a:lstStyle>
            <a:lvl1pPr marL="285679" indent="-285679">
              <a:buFont typeface="Aptos" panose="020B0004020202020204" pitchFamily="34" charset="0"/>
              <a:buChar char="•"/>
              <a:defRPr sz="1466" b="0"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742765" indent="-285679">
              <a:buFont typeface="Aptos" panose="020B0004020202020204" pitchFamily="34" charset="0"/>
              <a:buChar cha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99851" indent="-285679">
              <a:buFont typeface="Aptos" panose="020B0004020202020204" pitchFamily="34" charset="0"/>
              <a:buChar char="•"/>
              <a:defRPr b="0" i="0">
                <a:solidFill>
                  <a:schemeClr val="bg1"/>
                </a:solidFill>
                <a:latin typeface="Aptos" panose="020B0004020202020204" pitchFamily="34" charset="0"/>
                <a:cs typeface="Aptos" panose="020B0004020202020204" pitchFamily="34" charset="0"/>
              </a:defRPr>
            </a:lvl3pPr>
            <a:lvl4pPr marL="1371257" indent="0">
              <a:buNone/>
              <a:defRPr b="0" i="0">
                <a:latin typeface="Aptos" panose="020B0004020202020204" pitchFamily="34" charset="0"/>
                <a:cs typeface="Aptos" panose="020B0004020202020204" pitchFamily="34" charset="0"/>
              </a:defRPr>
            </a:lvl4pPr>
            <a:lvl5pPr marL="1828343" indent="0">
              <a:buNone/>
              <a:defRPr b="0" i="0">
                <a:latin typeface="Aptos" panose="020B0004020202020204" pitchFamily="34" charset="0"/>
                <a:cs typeface="Aptos" panose="020B0004020202020204" pitchFamily="34" charset="0"/>
              </a:defRPr>
            </a:lvl5pPr>
          </a:lstStyle>
          <a:p>
            <a:pPr lvl="0"/>
            <a:r>
              <a:rPr lang="en-US"/>
              <a:t>Click to edit Master text styles</a:t>
            </a:r>
          </a:p>
          <a:p>
            <a:pPr lvl="1"/>
            <a:r>
              <a:rPr lang="en-US"/>
              <a:t>Second level</a:t>
            </a:r>
          </a:p>
        </p:txBody>
      </p:sp>
      <p:sp>
        <p:nvSpPr>
          <p:cNvPr id="5" name="Content Placeholder 3">
            <a:extLst>
              <a:ext uri="{FF2B5EF4-FFF2-40B4-BE49-F238E27FC236}">
                <a16:creationId xmlns:a16="http://schemas.microsoft.com/office/drawing/2014/main" id="{76FACBDB-927C-FD70-4B48-AA8F12DF1F52}"/>
              </a:ext>
            </a:extLst>
          </p:cNvPr>
          <p:cNvSpPr>
            <a:spLocks noGrp="1"/>
          </p:cNvSpPr>
          <p:nvPr>
            <p:ph sz="half" idx="15"/>
          </p:nvPr>
        </p:nvSpPr>
        <p:spPr>
          <a:xfrm>
            <a:off x="8418987" y="3560131"/>
            <a:ext cx="3323587" cy="2523301"/>
          </a:xfrm>
        </p:spPr>
        <p:txBody>
          <a:bodyPr>
            <a:normAutofit/>
          </a:bodyPr>
          <a:lstStyle>
            <a:lvl1pPr marL="285679" indent="-285679">
              <a:buFont typeface="Aptos" panose="020B0004020202020204" pitchFamily="34" charset="0"/>
              <a:buChar char="•"/>
              <a:defRPr sz="1466" b="0"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742765" indent="-285679">
              <a:buFont typeface="Aptos" panose="020B0004020202020204" pitchFamily="34" charset="0"/>
              <a:buChar char="•"/>
              <a:defRPr sz="1400" b="0" i="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99851" indent="-285679">
              <a:buFont typeface="Aptos" panose="020B0004020202020204" pitchFamily="34" charset="0"/>
              <a:buChar char="•"/>
              <a:defRPr b="0" i="0">
                <a:solidFill>
                  <a:schemeClr val="bg1"/>
                </a:solidFill>
                <a:latin typeface="Aptos" panose="020B0004020202020204" pitchFamily="34" charset="0"/>
                <a:cs typeface="Aptos" panose="020B0004020202020204" pitchFamily="34" charset="0"/>
              </a:defRPr>
            </a:lvl3pPr>
            <a:lvl4pPr marL="1371257" indent="0">
              <a:buNone/>
              <a:defRPr b="0" i="0">
                <a:latin typeface="Aptos" panose="020B0004020202020204" pitchFamily="34" charset="0"/>
                <a:cs typeface="Aptos" panose="020B0004020202020204" pitchFamily="34" charset="0"/>
              </a:defRPr>
            </a:lvl4pPr>
            <a:lvl5pPr marL="1828343" indent="0">
              <a:buNone/>
              <a:defRPr b="0" i="0">
                <a:latin typeface="Aptos" panose="020B0004020202020204" pitchFamily="34" charset="0"/>
                <a:cs typeface="Aptos" panose="020B0004020202020204" pitchFamily="34" charset="0"/>
              </a:defRPr>
            </a:lvl5pPr>
          </a:lstStyle>
          <a:p>
            <a:pPr lvl="0"/>
            <a:r>
              <a:rPr lang="en-US"/>
              <a:t>Click to edit Master text styles</a:t>
            </a:r>
          </a:p>
          <a:p>
            <a:pPr lvl="1"/>
            <a:r>
              <a:rPr lang="en-US"/>
              <a:t>Second level</a:t>
            </a:r>
          </a:p>
        </p:txBody>
      </p:sp>
      <p:sp>
        <p:nvSpPr>
          <p:cNvPr id="14" name="Flowchart: Connector 13">
            <a:extLst>
              <a:ext uri="{FF2B5EF4-FFF2-40B4-BE49-F238E27FC236}">
                <a16:creationId xmlns:a16="http://schemas.microsoft.com/office/drawing/2014/main" id="{480D7A99-5A1A-2B5C-7EF1-262D389D23C6}"/>
              </a:ext>
            </a:extLst>
          </p:cNvPr>
          <p:cNvSpPr/>
          <p:nvPr userDrawn="1"/>
        </p:nvSpPr>
        <p:spPr>
          <a:xfrm>
            <a:off x="5263002" y="1535931"/>
            <a:ext cx="1959429" cy="1959429"/>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0" i="0">
              <a:latin typeface="Aptos" panose="020B0004020202020204" pitchFamily="34" charset="0"/>
            </a:endParaRPr>
          </a:p>
        </p:txBody>
      </p:sp>
      <p:sp>
        <p:nvSpPr>
          <p:cNvPr id="11" name="Picture Placeholder 10">
            <a:extLst>
              <a:ext uri="{FF2B5EF4-FFF2-40B4-BE49-F238E27FC236}">
                <a16:creationId xmlns:a16="http://schemas.microsoft.com/office/drawing/2014/main" id="{6122B51D-677F-57F3-3408-594B581F2862}"/>
              </a:ext>
            </a:extLst>
          </p:cNvPr>
          <p:cNvSpPr>
            <a:spLocks noGrp="1"/>
          </p:cNvSpPr>
          <p:nvPr>
            <p:ph type="pic" sz="quarter" idx="16" hasCustomPrompt="1"/>
          </p:nvPr>
        </p:nvSpPr>
        <p:spPr>
          <a:xfrm>
            <a:off x="5290216" y="1631811"/>
            <a:ext cx="1905000" cy="1863548"/>
          </a:xfrm>
          <a:prstGeom prst="flowChartConnector">
            <a:avLst/>
          </a:prstGeom>
        </p:spPr>
        <p:txBody>
          <a:bodyPr/>
          <a:lstStyle>
            <a:lvl1pPr marL="0" indent="0">
              <a:buNone/>
              <a:defRPr b="0" i="0">
                <a:latin typeface="Aptos" panose="020B0004020202020204" pitchFamily="34" charset="0"/>
              </a:defRPr>
            </a:lvl1pPr>
          </a:lstStyle>
          <a:p>
            <a:r>
              <a:rPr lang="en-US"/>
              <a:t> </a:t>
            </a:r>
          </a:p>
        </p:txBody>
      </p:sp>
      <p:sp>
        <p:nvSpPr>
          <p:cNvPr id="15" name="Flowchart: Connector 14">
            <a:extLst>
              <a:ext uri="{FF2B5EF4-FFF2-40B4-BE49-F238E27FC236}">
                <a16:creationId xmlns:a16="http://schemas.microsoft.com/office/drawing/2014/main" id="{B3FEFA6A-0657-A66A-6534-E378526E6CB8}"/>
              </a:ext>
            </a:extLst>
          </p:cNvPr>
          <p:cNvSpPr/>
          <p:nvPr userDrawn="1"/>
        </p:nvSpPr>
        <p:spPr>
          <a:xfrm>
            <a:off x="9168252" y="1535931"/>
            <a:ext cx="1959429" cy="1959429"/>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0" i="0">
              <a:latin typeface="Aptos" panose="020B0004020202020204" pitchFamily="34" charset="0"/>
            </a:endParaRPr>
          </a:p>
        </p:txBody>
      </p:sp>
      <p:sp>
        <p:nvSpPr>
          <p:cNvPr id="16" name="Picture Placeholder 10">
            <a:extLst>
              <a:ext uri="{FF2B5EF4-FFF2-40B4-BE49-F238E27FC236}">
                <a16:creationId xmlns:a16="http://schemas.microsoft.com/office/drawing/2014/main" id="{4A883661-25FC-D431-6FB1-5B3B533BD05A}"/>
              </a:ext>
            </a:extLst>
          </p:cNvPr>
          <p:cNvSpPr>
            <a:spLocks noGrp="1"/>
          </p:cNvSpPr>
          <p:nvPr>
            <p:ph type="pic" sz="quarter" idx="17" hasCustomPrompt="1"/>
          </p:nvPr>
        </p:nvSpPr>
        <p:spPr>
          <a:xfrm>
            <a:off x="9195467" y="1631811"/>
            <a:ext cx="1905000" cy="1863548"/>
          </a:xfrm>
          <a:prstGeom prst="flowChartConnector">
            <a:avLst/>
          </a:prstGeom>
        </p:spPr>
        <p:txBody>
          <a:bodyPr/>
          <a:lstStyle>
            <a:lvl1pPr marL="0" indent="0">
              <a:buNone/>
              <a:defRPr b="0" i="0">
                <a:latin typeface="Aptos" panose="020B0004020202020204" pitchFamily="34" charset="0"/>
              </a:defRPr>
            </a:lvl1pPr>
          </a:lstStyle>
          <a:p>
            <a:r>
              <a:rPr lang="en-US"/>
              <a:t> </a:t>
            </a:r>
          </a:p>
        </p:txBody>
      </p:sp>
      <p:sp>
        <p:nvSpPr>
          <p:cNvPr id="17" name="Flowchart: Connector 16">
            <a:extLst>
              <a:ext uri="{FF2B5EF4-FFF2-40B4-BE49-F238E27FC236}">
                <a16:creationId xmlns:a16="http://schemas.microsoft.com/office/drawing/2014/main" id="{971108D2-1E64-FE15-22CB-E7D9892EEB4D}"/>
              </a:ext>
            </a:extLst>
          </p:cNvPr>
          <p:cNvSpPr/>
          <p:nvPr userDrawn="1"/>
        </p:nvSpPr>
        <p:spPr>
          <a:xfrm>
            <a:off x="1061041" y="1535931"/>
            <a:ext cx="1959429" cy="1959429"/>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0" i="0">
              <a:latin typeface="Aptos" panose="020B0004020202020204" pitchFamily="34" charset="0"/>
            </a:endParaRPr>
          </a:p>
        </p:txBody>
      </p:sp>
      <p:sp>
        <p:nvSpPr>
          <p:cNvPr id="18" name="Picture Placeholder 10">
            <a:extLst>
              <a:ext uri="{FF2B5EF4-FFF2-40B4-BE49-F238E27FC236}">
                <a16:creationId xmlns:a16="http://schemas.microsoft.com/office/drawing/2014/main" id="{6C5FB1CA-7436-BAE4-06DC-E110760AED3E}"/>
              </a:ext>
            </a:extLst>
          </p:cNvPr>
          <p:cNvSpPr>
            <a:spLocks noGrp="1"/>
          </p:cNvSpPr>
          <p:nvPr>
            <p:ph type="pic" sz="quarter" idx="18" hasCustomPrompt="1"/>
          </p:nvPr>
        </p:nvSpPr>
        <p:spPr>
          <a:xfrm>
            <a:off x="1088254" y="1631811"/>
            <a:ext cx="1905000" cy="1863548"/>
          </a:xfrm>
          <a:prstGeom prst="flowChartConnector">
            <a:avLst/>
          </a:prstGeom>
        </p:spPr>
        <p:txBody>
          <a:bodyPr/>
          <a:lstStyle>
            <a:lvl1pPr marL="0" indent="0">
              <a:buNone/>
              <a:defRPr b="0" i="0">
                <a:latin typeface="Aptos" panose="020B0004020202020204" pitchFamily="34" charset="0"/>
              </a:defRPr>
            </a:lvl1pPr>
          </a:lstStyle>
          <a:p>
            <a:r>
              <a:rPr lang="en-US"/>
              <a:t> </a:t>
            </a:r>
          </a:p>
        </p:txBody>
      </p:sp>
      <p:pic>
        <p:nvPicPr>
          <p:cNvPr id="19" name="Picture 18">
            <a:extLst>
              <a:ext uri="{FF2B5EF4-FFF2-40B4-BE49-F238E27FC236}">
                <a16:creationId xmlns:a16="http://schemas.microsoft.com/office/drawing/2014/main" id="{1443D1A4-05C4-BD03-71A2-5618DA9E7F5A}"/>
              </a:ext>
            </a:extLst>
          </p:cNvPr>
          <p:cNvPicPr>
            <a:picLocks noChangeAspect="1"/>
          </p:cNvPicPr>
          <p:nvPr userDrawn="1"/>
        </p:nvPicPr>
        <p:blipFill>
          <a:blip r:embed="rId2"/>
          <a:stretch>
            <a:fillRect/>
          </a:stretch>
        </p:blipFill>
        <p:spPr>
          <a:xfrm>
            <a:off x="8027026" y="2752727"/>
            <a:ext cx="104101" cy="3435348"/>
          </a:xfrm>
          <a:prstGeom prst="rect">
            <a:avLst/>
          </a:prstGeom>
        </p:spPr>
      </p:pic>
      <p:pic>
        <p:nvPicPr>
          <p:cNvPr id="20" name="Picture 19">
            <a:extLst>
              <a:ext uri="{FF2B5EF4-FFF2-40B4-BE49-F238E27FC236}">
                <a16:creationId xmlns:a16="http://schemas.microsoft.com/office/drawing/2014/main" id="{70CF010A-B803-4225-C413-6CA687384BD9}"/>
              </a:ext>
            </a:extLst>
          </p:cNvPr>
          <p:cNvPicPr>
            <a:picLocks noChangeAspect="1"/>
          </p:cNvPicPr>
          <p:nvPr userDrawn="1"/>
        </p:nvPicPr>
        <p:blipFill>
          <a:blip r:embed="rId2"/>
          <a:stretch>
            <a:fillRect/>
          </a:stretch>
        </p:blipFill>
        <p:spPr>
          <a:xfrm>
            <a:off x="4026739" y="2752727"/>
            <a:ext cx="104101" cy="3435348"/>
          </a:xfrm>
          <a:prstGeom prst="rect">
            <a:avLst/>
          </a:prstGeom>
        </p:spPr>
      </p:pic>
      <p:sp>
        <p:nvSpPr>
          <p:cNvPr id="9" name="Title 1">
            <a:extLst>
              <a:ext uri="{FF2B5EF4-FFF2-40B4-BE49-F238E27FC236}">
                <a16:creationId xmlns:a16="http://schemas.microsoft.com/office/drawing/2014/main" id="{C09A1BC7-8974-7903-0CDB-099AB5093ACC}"/>
              </a:ext>
            </a:extLst>
          </p:cNvPr>
          <p:cNvSpPr>
            <a:spLocks noGrp="1"/>
          </p:cNvSpPr>
          <p:nvPr>
            <p:ph type="title" hasCustomPrompt="1"/>
          </p:nvPr>
        </p:nvSpPr>
        <p:spPr>
          <a:xfrm>
            <a:off x="515937" y="394087"/>
            <a:ext cx="11171676" cy="965200"/>
          </a:xfrm>
        </p:spPr>
        <p:txBody>
          <a:bodyPr>
            <a:noAutofit/>
          </a:bodyPr>
          <a:lstStyle/>
          <a:p>
            <a:r>
              <a:rPr lang="en-US"/>
              <a:t>Click To Edit Master Title Style</a:t>
            </a:r>
            <a:endParaRPr lang="en-AU"/>
          </a:p>
        </p:txBody>
      </p:sp>
    </p:spTree>
    <p:extLst>
      <p:ext uri="{BB962C8B-B14F-4D97-AF65-F5344CB8AC3E}">
        <p14:creationId xmlns:p14="http://schemas.microsoft.com/office/powerpoint/2010/main" val="384978806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 - Case Study Template - Ligh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A6A9094-A25C-C476-ADF7-5818D23514A1}"/>
              </a:ext>
            </a:extLst>
          </p:cNvPr>
          <p:cNvSpPr/>
          <p:nvPr userDrawn="1"/>
        </p:nvSpPr>
        <p:spPr>
          <a:xfrm>
            <a:off x="0" y="2813116"/>
            <a:ext cx="2071688" cy="3429000"/>
          </a:xfrm>
          <a:prstGeom prst="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de-DE" sz="1400" b="0" i="0">
              <a:latin typeface="Aptos" panose="020B0004020202020204" pitchFamily="34" charset="0"/>
            </a:endParaRPr>
          </a:p>
        </p:txBody>
      </p:sp>
      <p:sp>
        <p:nvSpPr>
          <p:cNvPr id="3" name="Rectangle 2">
            <a:extLst>
              <a:ext uri="{FF2B5EF4-FFF2-40B4-BE49-F238E27FC236}">
                <a16:creationId xmlns:a16="http://schemas.microsoft.com/office/drawing/2014/main" id="{8FC091E0-9FAF-4FE5-D106-FA3E43B76942}"/>
              </a:ext>
            </a:extLst>
          </p:cNvPr>
          <p:cNvSpPr/>
          <p:nvPr userDrawn="1"/>
        </p:nvSpPr>
        <p:spPr>
          <a:xfrm>
            <a:off x="2071688" y="1625371"/>
            <a:ext cx="10120312" cy="6161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400" b="0" i="0">
              <a:solidFill>
                <a:schemeClr val="bg1"/>
              </a:solidFill>
              <a:latin typeface="Aptos" panose="020B0004020202020204" pitchFamily="34" charset="0"/>
            </a:endParaRPr>
          </a:p>
        </p:txBody>
      </p:sp>
      <p:sp>
        <p:nvSpPr>
          <p:cNvPr id="13" name="Picture Placeholder 12">
            <a:extLst>
              <a:ext uri="{FF2B5EF4-FFF2-40B4-BE49-F238E27FC236}">
                <a16:creationId xmlns:a16="http://schemas.microsoft.com/office/drawing/2014/main" id="{6D9BE2CB-078E-195D-BC0F-19DCEDE5A835}"/>
              </a:ext>
            </a:extLst>
          </p:cNvPr>
          <p:cNvSpPr>
            <a:spLocks noGrp="1"/>
          </p:cNvSpPr>
          <p:nvPr>
            <p:ph type="pic" sz="quarter" idx="10"/>
          </p:nvPr>
        </p:nvSpPr>
        <p:spPr>
          <a:xfrm>
            <a:off x="0" y="1"/>
            <a:ext cx="2071688" cy="2813116"/>
          </a:xfrm>
          <a:prstGeom prst="rect">
            <a:avLst/>
          </a:prstGeom>
          <a:solidFill>
            <a:schemeClr val="bg2">
              <a:lumMod val="20000"/>
              <a:lumOff val="80000"/>
            </a:schemeClr>
          </a:solidFill>
        </p:spPr>
        <p:txBody>
          <a:bodyPr wrap="square" anchor="ctr">
            <a:noAutofit/>
          </a:bodyPr>
          <a:lstStyle>
            <a:lvl1pPr marL="0" indent="0" algn="ctr">
              <a:buNone/>
              <a:defRPr b="0" i="0">
                <a:latin typeface="Aptos" panose="020B0004020202020204" pitchFamily="34" charset="0"/>
              </a:defRPr>
            </a:lvl1pPr>
          </a:lstStyle>
          <a:p>
            <a:endParaRPr lang="de-DE"/>
          </a:p>
        </p:txBody>
      </p:sp>
      <p:sp>
        <p:nvSpPr>
          <p:cNvPr id="18" name="Content Placeholder 2">
            <a:extLst>
              <a:ext uri="{FF2B5EF4-FFF2-40B4-BE49-F238E27FC236}">
                <a16:creationId xmlns:a16="http://schemas.microsoft.com/office/drawing/2014/main" id="{1E8C6222-4482-5FB1-2AE4-5A8F512E1392}"/>
              </a:ext>
            </a:extLst>
          </p:cNvPr>
          <p:cNvSpPr>
            <a:spLocks noGrp="1"/>
          </p:cNvSpPr>
          <p:nvPr>
            <p:ph sz="half" idx="28"/>
          </p:nvPr>
        </p:nvSpPr>
        <p:spPr>
          <a:xfrm>
            <a:off x="2267385" y="2362986"/>
            <a:ext cx="2134599" cy="3868483"/>
          </a:xfrm>
        </p:spPr>
        <p:txBody>
          <a:bodyPr wrap="square">
            <a:normAutofit/>
          </a:bodyPr>
          <a:lstStyle>
            <a:lvl1pPr>
              <a:defRPr sz="1333" b="0"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defRPr sz="1333" b="0" i="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b="0" i="0">
                <a:solidFill>
                  <a:schemeClr val="tx1"/>
                </a:solidFill>
                <a:latin typeface="Aptos" panose="020B0004020202020204" pitchFamily="34" charset="0"/>
                <a:cs typeface="Aptos" panose="020B000402020202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US"/>
              <a:t>Click to edit Master text styles</a:t>
            </a:r>
          </a:p>
          <a:p>
            <a:pPr lvl="1"/>
            <a:r>
              <a:rPr lang="en-US"/>
              <a:t>Second level</a:t>
            </a:r>
          </a:p>
        </p:txBody>
      </p:sp>
      <p:sp>
        <p:nvSpPr>
          <p:cNvPr id="21" name="Text Placeholder 20">
            <a:extLst>
              <a:ext uri="{FF2B5EF4-FFF2-40B4-BE49-F238E27FC236}">
                <a16:creationId xmlns:a16="http://schemas.microsoft.com/office/drawing/2014/main" id="{3ABF10A2-C9DA-5DAE-C7DB-0602BB4D5EE0}"/>
              </a:ext>
            </a:extLst>
          </p:cNvPr>
          <p:cNvSpPr>
            <a:spLocks noGrp="1"/>
          </p:cNvSpPr>
          <p:nvPr>
            <p:ph type="body" sz="quarter" idx="30"/>
          </p:nvPr>
        </p:nvSpPr>
        <p:spPr>
          <a:xfrm>
            <a:off x="139491" y="3303627"/>
            <a:ext cx="1724025" cy="522401"/>
          </a:xfrm>
        </p:spPr>
        <p:txBody>
          <a:bodyPr wrap="square">
            <a:normAutofit/>
          </a:bodyPr>
          <a:lstStyle>
            <a:lvl1pPr marL="0" indent="0">
              <a:buNone/>
              <a:defRPr sz="1066" b="0" i="0">
                <a:solidFill>
                  <a:schemeClr val="bg1"/>
                </a:solidFill>
                <a:latin typeface="Verdana" panose="020B0604030504040204" pitchFamily="34" charset="0"/>
                <a:ea typeface="Verdana" panose="020B0604030504040204" pitchFamily="34" charset="0"/>
              </a:defRPr>
            </a:lvl1pPr>
          </a:lstStyle>
          <a:p>
            <a:pPr lvl="0"/>
            <a:r>
              <a:rPr lang="en-US"/>
              <a:t>Click to edit Master text styles</a:t>
            </a:r>
          </a:p>
        </p:txBody>
      </p:sp>
      <p:sp>
        <p:nvSpPr>
          <p:cNvPr id="28" name="TextBox 27">
            <a:extLst>
              <a:ext uri="{FF2B5EF4-FFF2-40B4-BE49-F238E27FC236}">
                <a16:creationId xmlns:a16="http://schemas.microsoft.com/office/drawing/2014/main" id="{5B26B514-4B29-D25C-E426-090F0CCDED2B}"/>
              </a:ext>
            </a:extLst>
          </p:cNvPr>
          <p:cNvSpPr txBox="1"/>
          <p:nvPr userDrawn="1"/>
        </p:nvSpPr>
        <p:spPr>
          <a:xfrm>
            <a:off x="172681" y="2987927"/>
            <a:ext cx="1250067" cy="369332"/>
          </a:xfrm>
          <a:prstGeom prst="rect">
            <a:avLst/>
          </a:prstGeom>
          <a:noFill/>
        </p:spPr>
        <p:txBody>
          <a:bodyPr wrap="square" lIns="0" tIns="0" rIns="0" bIns="0">
            <a:normAutofit/>
          </a:bodyPr>
          <a:lstStyle/>
          <a:p>
            <a:pPr algn="l"/>
            <a:r>
              <a:rPr lang="en-US" sz="1466">
                <a:solidFill>
                  <a:schemeClr val="bg1"/>
                </a:solidFill>
                <a:latin typeface="Verdana" panose="020B0604030504040204" pitchFamily="34" charset="0"/>
                <a:ea typeface="Verdana" panose="020B0604030504040204" pitchFamily="34" charset="0"/>
              </a:rPr>
              <a:t>Industry</a:t>
            </a:r>
          </a:p>
        </p:txBody>
      </p:sp>
      <p:sp>
        <p:nvSpPr>
          <p:cNvPr id="29" name="TextBox 28">
            <a:extLst>
              <a:ext uri="{FF2B5EF4-FFF2-40B4-BE49-F238E27FC236}">
                <a16:creationId xmlns:a16="http://schemas.microsoft.com/office/drawing/2014/main" id="{457D9ADA-1122-CD1D-3A8A-07F0E1EEE9EB}"/>
              </a:ext>
            </a:extLst>
          </p:cNvPr>
          <p:cNvSpPr txBox="1"/>
          <p:nvPr userDrawn="1"/>
        </p:nvSpPr>
        <p:spPr>
          <a:xfrm>
            <a:off x="143213" y="4151217"/>
            <a:ext cx="1827567" cy="369332"/>
          </a:xfrm>
          <a:prstGeom prst="rect">
            <a:avLst/>
          </a:prstGeom>
          <a:noFill/>
        </p:spPr>
        <p:txBody>
          <a:bodyPr wrap="square" lIns="0" tIns="0" rIns="0" bIns="0">
            <a:normAutofit/>
          </a:bodyPr>
          <a:lstStyle/>
          <a:p>
            <a:pPr algn="l"/>
            <a:r>
              <a:rPr lang="en-US" sz="1466">
                <a:solidFill>
                  <a:schemeClr val="bg1"/>
                </a:solidFill>
                <a:latin typeface="Verdana" panose="020B0604030504040204" pitchFamily="34" charset="0"/>
                <a:ea typeface="Verdana" panose="020B0604030504040204" pitchFamily="34" charset="0"/>
              </a:rPr>
              <a:t>Core Offering</a:t>
            </a:r>
          </a:p>
        </p:txBody>
      </p:sp>
      <p:sp>
        <p:nvSpPr>
          <p:cNvPr id="33" name="TextBox 32">
            <a:extLst>
              <a:ext uri="{FF2B5EF4-FFF2-40B4-BE49-F238E27FC236}">
                <a16:creationId xmlns:a16="http://schemas.microsoft.com/office/drawing/2014/main" id="{63B28BD4-B927-D5D7-3E8E-3B8E9CDB9CE1}"/>
              </a:ext>
            </a:extLst>
          </p:cNvPr>
          <p:cNvSpPr txBox="1"/>
          <p:nvPr userDrawn="1"/>
        </p:nvSpPr>
        <p:spPr>
          <a:xfrm>
            <a:off x="2267385" y="1737766"/>
            <a:ext cx="2160356" cy="369332"/>
          </a:xfrm>
          <a:prstGeom prst="rect">
            <a:avLst/>
          </a:prstGeom>
          <a:noFill/>
        </p:spPr>
        <p:txBody>
          <a:bodyPr wrap="square" lIns="0" tIns="0" rIns="0" bIns="0" anchor="ctr">
            <a:normAutofit/>
          </a:bodyPr>
          <a:lstStyle/>
          <a:p>
            <a:pPr algn="l"/>
            <a:r>
              <a:rPr lang="en-US" sz="1466">
                <a:solidFill>
                  <a:schemeClr val="bg1"/>
                </a:solidFill>
                <a:latin typeface="Verdana" panose="020B0604030504040204" pitchFamily="34" charset="0"/>
                <a:ea typeface="Verdana" panose="020B0604030504040204" pitchFamily="34" charset="0"/>
              </a:rPr>
              <a:t>The Need</a:t>
            </a:r>
          </a:p>
        </p:txBody>
      </p:sp>
      <p:sp>
        <p:nvSpPr>
          <p:cNvPr id="34" name="TextBox 33">
            <a:extLst>
              <a:ext uri="{FF2B5EF4-FFF2-40B4-BE49-F238E27FC236}">
                <a16:creationId xmlns:a16="http://schemas.microsoft.com/office/drawing/2014/main" id="{422F0849-857F-20D1-6423-0570268546AD}"/>
              </a:ext>
            </a:extLst>
          </p:cNvPr>
          <p:cNvSpPr txBox="1"/>
          <p:nvPr userDrawn="1"/>
        </p:nvSpPr>
        <p:spPr>
          <a:xfrm>
            <a:off x="4688834" y="1737766"/>
            <a:ext cx="2138055" cy="369332"/>
          </a:xfrm>
          <a:prstGeom prst="rect">
            <a:avLst/>
          </a:prstGeom>
          <a:noFill/>
        </p:spPr>
        <p:txBody>
          <a:bodyPr wrap="square" lIns="0" tIns="0" rIns="0" bIns="0" anchor="ctr">
            <a:normAutofit/>
          </a:bodyPr>
          <a:lstStyle/>
          <a:p>
            <a:pPr algn="l"/>
            <a:r>
              <a:rPr lang="en-US" sz="1466">
                <a:solidFill>
                  <a:schemeClr val="bg1"/>
                </a:solidFill>
                <a:latin typeface="Verdana" panose="020B0604030504040204" pitchFamily="34" charset="0"/>
                <a:ea typeface="Verdana" panose="020B0604030504040204" pitchFamily="34" charset="0"/>
              </a:rPr>
              <a:t>The Challenge</a:t>
            </a:r>
          </a:p>
        </p:txBody>
      </p:sp>
      <p:sp>
        <p:nvSpPr>
          <p:cNvPr id="35" name="TextBox 34">
            <a:extLst>
              <a:ext uri="{FF2B5EF4-FFF2-40B4-BE49-F238E27FC236}">
                <a16:creationId xmlns:a16="http://schemas.microsoft.com/office/drawing/2014/main" id="{2D57DCEF-1560-9AF1-7A04-418461ED32AF}"/>
              </a:ext>
            </a:extLst>
          </p:cNvPr>
          <p:cNvSpPr txBox="1"/>
          <p:nvPr userDrawn="1"/>
        </p:nvSpPr>
        <p:spPr>
          <a:xfrm>
            <a:off x="9531735" y="1756678"/>
            <a:ext cx="2134599" cy="369332"/>
          </a:xfrm>
          <a:prstGeom prst="rect">
            <a:avLst/>
          </a:prstGeom>
          <a:noFill/>
        </p:spPr>
        <p:txBody>
          <a:bodyPr wrap="square" lIns="0" tIns="0" rIns="0" bIns="0" anchor="ctr">
            <a:normAutofit/>
          </a:bodyPr>
          <a:lstStyle/>
          <a:p>
            <a:pPr algn="l"/>
            <a:r>
              <a:rPr lang="en-US" sz="1466">
                <a:solidFill>
                  <a:schemeClr val="bg1"/>
                </a:solidFill>
                <a:latin typeface="Verdana" panose="020B0604030504040204" pitchFamily="34" charset="0"/>
                <a:ea typeface="Verdana" panose="020B0604030504040204" pitchFamily="34" charset="0"/>
              </a:rPr>
              <a:t>Business Impact</a:t>
            </a:r>
          </a:p>
        </p:txBody>
      </p:sp>
      <p:cxnSp>
        <p:nvCxnSpPr>
          <p:cNvPr id="20" name="Straight Connector 19">
            <a:extLst>
              <a:ext uri="{FF2B5EF4-FFF2-40B4-BE49-F238E27FC236}">
                <a16:creationId xmlns:a16="http://schemas.microsoft.com/office/drawing/2014/main" id="{8F52324D-44E9-7A47-42C3-953653BD00DF}"/>
              </a:ext>
            </a:extLst>
          </p:cNvPr>
          <p:cNvCxnSpPr>
            <a:cxnSpLocks/>
          </p:cNvCxnSpPr>
          <p:nvPr userDrawn="1"/>
        </p:nvCxnSpPr>
        <p:spPr>
          <a:xfrm>
            <a:off x="6967939" y="1737765"/>
            <a:ext cx="0" cy="38558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DE24740-BF49-13A2-D93B-760FA193E090}"/>
              </a:ext>
            </a:extLst>
          </p:cNvPr>
          <p:cNvCxnSpPr>
            <a:cxnSpLocks/>
          </p:cNvCxnSpPr>
          <p:nvPr userDrawn="1"/>
        </p:nvCxnSpPr>
        <p:spPr>
          <a:xfrm>
            <a:off x="4561323" y="1737765"/>
            <a:ext cx="0" cy="38558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Content Placeholder 2">
            <a:extLst>
              <a:ext uri="{FF2B5EF4-FFF2-40B4-BE49-F238E27FC236}">
                <a16:creationId xmlns:a16="http://schemas.microsoft.com/office/drawing/2014/main" id="{6FE8FD2C-FFE2-E8F7-2153-D79EBD4A283A}"/>
              </a:ext>
            </a:extLst>
          </p:cNvPr>
          <p:cNvSpPr>
            <a:spLocks noGrp="1"/>
          </p:cNvSpPr>
          <p:nvPr>
            <p:ph sz="half" idx="32"/>
          </p:nvPr>
        </p:nvSpPr>
        <p:spPr>
          <a:xfrm>
            <a:off x="4688834" y="2362986"/>
            <a:ext cx="2134599" cy="3868483"/>
          </a:xfrm>
        </p:spPr>
        <p:txBody>
          <a:bodyPr wrap="square">
            <a:normAutofit/>
          </a:bodyPr>
          <a:lstStyle>
            <a:lvl1pPr>
              <a:defRPr sz="1333" b="0"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defRPr sz="1333" b="0" i="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b="0" i="0">
                <a:solidFill>
                  <a:schemeClr val="tx1"/>
                </a:solidFill>
                <a:latin typeface="Aptos" panose="020B0004020202020204" pitchFamily="34" charset="0"/>
                <a:cs typeface="Aptos" panose="020B000402020202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US"/>
              <a:t>Click to edit Master text styles</a:t>
            </a:r>
          </a:p>
          <a:p>
            <a:pPr lvl="1"/>
            <a:r>
              <a:rPr lang="en-US"/>
              <a:t>Second level</a:t>
            </a:r>
          </a:p>
        </p:txBody>
      </p:sp>
      <p:sp>
        <p:nvSpPr>
          <p:cNvPr id="5" name="Content Placeholder 2">
            <a:extLst>
              <a:ext uri="{FF2B5EF4-FFF2-40B4-BE49-F238E27FC236}">
                <a16:creationId xmlns:a16="http://schemas.microsoft.com/office/drawing/2014/main" id="{4943A43A-EBDD-8F84-F264-07442277D8F0}"/>
              </a:ext>
            </a:extLst>
          </p:cNvPr>
          <p:cNvSpPr>
            <a:spLocks noGrp="1"/>
          </p:cNvSpPr>
          <p:nvPr>
            <p:ph sz="half" idx="33"/>
          </p:nvPr>
        </p:nvSpPr>
        <p:spPr>
          <a:xfrm>
            <a:off x="7110284" y="2362986"/>
            <a:ext cx="2134599" cy="3868483"/>
          </a:xfrm>
        </p:spPr>
        <p:txBody>
          <a:bodyPr wrap="square">
            <a:normAutofit/>
          </a:bodyPr>
          <a:lstStyle>
            <a:lvl1pPr>
              <a:defRPr sz="1333" b="0"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defRPr sz="1333" b="0" i="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b="0" i="0">
                <a:solidFill>
                  <a:schemeClr val="tx1"/>
                </a:solidFill>
                <a:latin typeface="Aptos" panose="020B0004020202020204" pitchFamily="34" charset="0"/>
                <a:cs typeface="Aptos" panose="020B000402020202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US"/>
              <a:t>Click to edit Master text styles</a:t>
            </a:r>
          </a:p>
          <a:p>
            <a:pPr lvl="1"/>
            <a:r>
              <a:rPr lang="en-US"/>
              <a:t>Second level</a:t>
            </a:r>
          </a:p>
        </p:txBody>
      </p:sp>
      <p:sp>
        <p:nvSpPr>
          <p:cNvPr id="9" name="Content Placeholder 2">
            <a:extLst>
              <a:ext uri="{FF2B5EF4-FFF2-40B4-BE49-F238E27FC236}">
                <a16:creationId xmlns:a16="http://schemas.microsoft.com/office/drawing/2014/main" id="{CEC79830-8908-1E07-2437-518AB0A44B50}"/>
              </a:ext>
            </a:extLst>
          </p:cNvPr>
          <p:cNvSpPr>
            <a:spLocks noGrp="1"/>
          </p:cNvSpPr>
          <p:nvPr>
            <p:ph sz="half" idx="34"/>
          </p:nvPr>
        </p:nvSpPr>
        <p:spPr>
          <a:xfrm>
            <a:off x="9531735" y="2362986"/>
            <a:ext cx="2134599" cy="3868483"/>
          </a:xfrm>
        </p:spPr>
        <p:txBody>
          <a:bodyPr wrap="square">
            <a:normAutofit/>
          </a:bodyPr>
          <a:lstStyle>
            <a:lvl1pPr>
              <a:defRPr sz="1333" b="0"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defRPr sz="1333" b="0" i="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b="0" i="0">
                <a:solidFill>
                  <a:schemeClr val="tx1"/>
                </a:solidFill>
                <a:latin typeface="Aptos" panose="020B0004020202020204" pitchFamily="34" charset="0"/>
                <a:cs typeface="Aptos" panose="020B000402020202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US"/>
              <a:t>Click to edit Master text styles</a:t>
            </a:r>
          </a:p>
          <a:p>
            <a:pPr lvl="1"/>
            <a:r>
              <a:rPr lang="en-US"/>
              <a:t>Second level</a:t>
            </a:r>
          </a:p>
        </p:txBody>
      </p:sp>
      <p:cxnSp>
        <p:nvCxnSpPr>
          <p:cNvPr id="12" name="Straight Connector 11">
            <a:extLst>
              <a:ext uri="{FF2B5EF4-FFF2-40B4-BE49-F238E27FC236}">
                <a16:creationId xmlns:a16="http://schemas.microsoft.com/office/drawing/2014/main" id="{CE680F4E-05A8-E43C-4B6B-350DE6E011E3}"/>
              </a:ext>
            </a:extLst>
          </p:cNvPr>
          <p:cNvCxnSpPr>
            <a:cxnSpLocks/>
          </p:cNvCxnSpPr>
          <p:nvPr userDrawn="1"/>
        </p:nvCxnSpPr>
        <p:spPr>
          <a:xfrm>
            <a:off x="9381217" y="1734049"/>
            <a:ext cx="0" cy="38558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B73689D8-C9B4-2D34-07F0-DB463189E114}"/>
              </a:ext>
            </a:extLst>
          </p:cNvPr>
          <p:cNvSpPr txBox="1"/>
          <p:nvPr userDrawn="1"/>
        </p:nvSpPr>
        <p:spPr>
          <a:xfrm>
            <a:off x="7110283" y="1737766"/>
            <a:ext cx="2074091" cy="369332"/>
          </a:xfrm>
          <a:prstGeom prst="rect">
            <a:avLst/>
          </a:prstGeom>
          <a:noFill/>
        </p:spPr>
        <p:txBody>
          <a:bodyPr wrap="square" lIns="0" tIns="0" rIns="0" bIns="0" anchor="ctr">
            <a:normAutofit/>
          </a:bodyPr>
          <a:lstStyle/>
          <a:p>
            <a:pPr algn="l"/>
            <a:r>
              <a:rPr lang="en-US" sz="1466">
                <a:solidFill>
                  <a:schemeClr val="bg1"/>
                </a:solidFill>
                <a:latin typeface="Verdana" panose="020B0604030504040204" pitchFamily="34" charset="0"/>
                <a:ea typeface="Verdana" panose="020B0604030504040204" pitchFamily="34" charset="0"/>
              </a:rPr>
              <a:t>Solution</a:t>
            </a:r>
          </a:p>
        </p:txBody>
      </p:sp>
      <p:sp>
        <p:nvSpPr>
          <p:cNvPr id="16" name="TextBox 15">
            <a:extLst>
              <a:ext uri="{FF2B5EF4-FFF2-40B4-BE49-F238E27FC236}">
                <a16:creationId xmlns:a16="http://schemas.microsoft.com/office/drawing/2014/main" id="{5E5B966B-1280-A9DA-8598-2560A332500B}"/>
              </a:ext>
            </a:extLst>
          </p:cNvPr>
          <p:cNvSpPr txBox="1"/>
          <p:nvPr userDrawn="1"/>
        </p:nvSpPr>
        <p:spPr>
          <a:xfrm>
            <a:off x="143213" y="5230723"/>
            <a:ext cx="1827567" cy="369332"/>
          </a:xfrm>
          <a:prstGeom prst="rect">
            <a:avLst/>
          </a:prstGeom>
          <a:noFill/>
        </p:spPr>
        <p:txBody>
          <a:bodyPr wrap="square" lIns="0" tIns="0" rIns="0" bIns="0">
            <a:normAutofit/>
          </a:bodyPr>
          <a:lstStyle/>
          <a:p>
            <a:pPr algn="l"/>
            <a:r>
              <a:rPr lang="en-US" sz="1466">
                <a:solidFill>
                  <a:schemeClr val="bg1"/>
                </a:solidFill>
                <a:latin typeface="Verdana" panose="020B0604030504040204" pitchFamily="34" charset="0"/>
                <a:ea typeface="Verdana" panose="020B0604030504040204" pitchFamily="34" charset="0"/>
              </a:rPr>
              <a:t>Presence</a:t>
            </a:r>
          </a:p>
        </p:txBody>
      </p:sp>
      <p:sp>
        <p:nvSpPr>
          <p:cNvPr id="24" name="Text Placeholder 20">
            <a:extLst>
              <a:ext uri="{FF2B5EF4-FFF2-40B4-BE49-F238E27FC236}">
                <a16:creationId xmlns:a16="http://schemas.microsoft.com/office/drawing/2014/main" id="{3B36562D-95D3-D0A4-CCA6-FA7F6904A36A}"/>
              </a:ext>
            </a:extLst>
          </p:cNvPr>
          <p:cNvSpPr>
            <a:spLocks noGrp="1"/>
          </p:cNvSpPr>
          <p:nvPr>
            <p:ph type="body" sz="quarter" idx="36"/>
          </p:nvPr>
        </p:nvSpPr>
        <p:spPr>
          <a:xfrm>
            <a:off x="173833" y="4479051"/>
            <a:ext cx="1724025" cy="522401"/>
          </a:xfrm>
        </p:spPr>
        <p:txBody>
          <a:bodyPr wrap="square">
            <a:normAutofit/>
          </a:bodyPr>
          <a:lstStyle>
            <a:lvl1pPr marL="0" indent="0">
              <a:buNone/>
              <a:defRPr sz="1066" b="0" i="0">
                <a:solidFill>
                  <a:schemeClr val="bg1"/>
                </a:solidFill>
                <a:latin typeface="Verdana" panose="020B0604030504040204" pitchFamily="34" charset="0"/>
                <a:ea typeface="Verdana" panose="020B0604030504040204" pitchFamily="34" charset="0"/>
              </a:defRPr>
            </a:lvl1pPr>
          </a:lstStyle>
          <a:p>
            <a:pPr lvl="0"/>
            <a:r>
              <a:rPr lang="en-US"/>
              <a:t>Click to edit Master text styles</a:t>
            </a:r>
          </a:p>
        </p:txBody>
      </p:sp>
      <p:sp>
        <p:nvSpPr>
          <p:cNvPr id="25" name="Text Placeholder 20">
            <a:extLst>
              <a:ext uri="{FF2B5EF4-FFF2-40B4-BE49-F238E27FC236}">
                <a16:creationId xmlns:a16="http://schemas.microsoft.com/office/drawing/2014/main" id="{5979479E-8C44-825E-CA22-2ECE22F9D655}"/>
              </a:ext>
            </a:extLst>
          </p:cNvPr>
          <p:cNvSpPr>
            <a:spLocks noGrp="1"/>
          </p:cNvSpPr>
          <p:nvPr>
            <p:ph type="body" sz="quarter" idx="37"/>
          </p:nvPr>
        </p:nvSpPr>
        <p:spPr>
          <a:xfrm>
            <a:off x="172682" y="5567554"/>
            <a:ext cx="1724025" cy="522401"/>
          </a:xfrm>
        </p:spPr>
        <p:txBody>
          <a:bodyPr wrap="square">
            <a:normAutofit/>
          </a:bodyPr>
          <a:lstStyle>
            <a:lvl1pPr marL="0" indent="0">
              <a:buNone/>
              <a:defRPr sz="1066" b="0" i="0">
                <a:solidFill>
                  <a:schemeClr val="bg1"/>
                </a:solidFill>
                <a:latin typeface="Verdana" panose="020B0604030504040204" pitchFamily="34" charset="0"/>
                <a:ea typeface="Verdana" panose="020B0604030504040204" pitchFamily="34" charset="0"/>
              </a:defRPr>
            </a:lvl1pPr>
          </a:lstStyle>
          <a:p>
            <a:pPr lvl="0"/>
            <a:r>
              <a:rPr lang="en-US"/>
              <a:t>Click to edit Master text styles</a:t>
            </a:r>
          </a:p>
        </p:txBody>
      </p:sp>
      <p:sp>
        <p:nvSpPr>
          <p:cNvPr id="11" name="Title 1">
            <a:extLst>
              <a:ext uri="{FF2B5EF4-FFF2-40B4-BE49-F238E27FC236}">
                <a16:creationId xmlns:a16="http://schemas.microsoft.com/office/drawing/2014/main" id="{0773BCE4-316C-2824-8669-331C25E93F9D}"/>
              </a:ext>
            </a:extLst>
          </p:cNvPr>
          <p:cNvSpPr>
            <a:spLocks noGrp="1"/>
          </p:cNvSpPr>
          <p:nvPr>
            <p:ph type="title" hasCustomPrompt="1"/>
          </p:nvPr>
        </p:nvSpPr>
        <p:spPr>
          <a:xfrm>
            <a:off x="2241628" y="394087"/>
            <a:ext cx="9445985" cy="965200"/>
          </a:xfrm>
        </p:spPr>
        <p:txBody>
          <a:bodyPr>
            <a:noAutofit/>
          </a:bodyPr>
          <a:lstStyle/>
          <a:p>
            <a:r>
              <a:rPr lang="en-US"/>
              <a:t>Click To Edit Master Title Style</a:t>
            </a:r>
            <a:endParaRPr lang="en-AU"/>
          </a:p>
        </p:txBody>
      </p:sp>
    </p:spTree>
    <p:extLst>
      <p:ext uri="{BB962C8B-B14F-4D97-AF65-F5344CB8AC3E}">
        <p14:creationId xmlns:p14="http://schemas.microsoft.com/office/powerpoint/2010/main" val="367992582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 - Case Study Template - Light">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6D9BE2CB-078E-195D-BC0F-19DCEDE5A835}"/>
              </a:ext>
            </a:extLst>
          </p:cNvPr>
          <p:cNvSpPr>
            <a:spLocks noGrp="1"/>
          </p:cNvSpPr>
          <p:nvPr>
            <p:ph type="pic" sz="quarter" idx="10"/>
          </p:nvPr>
        </p:nvSpPr>
        <p:spPr>
          <a:xfrm>
            <a:off x="7895065" y="1613446"/>
            <a:ext cx="4296937" cy="4598596"/>
          </a:xfrm>
          <a:prstGeom prst="rect">
            <a:avLst/>
          </a:prstGeom>
          <a:solidFill>
            <a:schemeClr val="bg2">
              <a:lumMod val="20000"/>
              <a:lumOff val="80000"/>
            </a:schemeClr>
          </a:solidFill>
        </p:spPr>
        <p:txBody>
          <a:bodyPr wrap="square" anchor="ctr">
            <a:noAutofit/>
          </a:bodyPr>
          <a:lstStyle>
            <a:lvl1pPr marL="0" indent="0" algn="ctr">
              <a:buNone/>
              <a:defRPr sz="1466" b="0" i="0">
                <a:latin typeface="Verdana" panose="020B0604030504040204" pitchFamily="34" charset="0"/>
                <a:ea typeface="Verdana" panose="020B0604030504040204" pitchFamily="34" charset="0"/>
              </a:defRPr>
            </a:lvl1pPr>
          </a:lstStyle>
          <a:p>
            <a:endParaRPr lang="de-DE"/>
          </a:p>
        </p:txBody>
      </p:sp>
      <p:sp>
        <p:nvSpPr>
          <p:cNvPr id="9" name="Rectangle 8">
            <a:extLst>
              <a:ext uri="{FF2B5EF4-FFF2-40B4-BE49-F238E27FC236}">
                <a16:creationId xmlns:a16="http://schemas.microsoft.com/office/drawing/2014/main" id="{D74601F4-528F-F337-00F9-6759A7127E8E}"/>
              </a:ext>
            </a:extLst>
          </p:cNvPr>
          <p:cNvSpPr/>
          <p:nvPr userDrawn="1"/>
        </p:nvSpPr>
        <p:spPr>
          <a:xfrm>
            <a:off x="515937" y="1603637"/>
            <a:ext cx="7011136" cy="379141"/>
          </a:xfrm>
          <a:prstGeom prst="rect">
            <a:avLst/>
          </a:prstGeom>
          <a:solidFill>
            <a:schemeClr val="accent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333" b="0" i="0">
              <a:latin typeface="Verdana" panose="020B0604030504040204" pitchFamily="34" charset="0"/>
              <a:ea typeface="Verdana" panose="020B0604030504040204" pitchFamily="34" charset="0"/>
            </a:endParaRPr>
          </a:p>
        </p:txBody>
      </p:sp>
      <p:sp>
        <p:nvSpPr>
          <p:cNvPr id="10" name="Rectangle 9">
            <a:extLst>
              <a:ext uri="{FF2B5EF4-FFF2-40B4-BE49-F238E27FC236}">
                <a16:creationId xmlns:a16="http://schemas.microsoft.com/office/drawing/2014/main" id="{EF055DE9-65C3-3EB8-D8BF-E2BFF444B64E}"/>
              </a:ext>
            </a:extLst>
          </p:cNvPr>
          <p:cNvSpPr/>
          <p:nvPr userDrawn="1"/>
        </p:nvSpPr>
        <p:spPr>
          <a:xfrm>
            <a:off x="515939" y="3827169"/>
            <a:ext cx="3230873" cy="379141"/>
          </a:xfrm>
          <a:prstGeom prst="rect">
            <a:avLst/>
          </a:prstGeom>
          <a:solidFill>
            <a:schemeClr val="accent1"/>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333" b="0" i="0">
              <a:latin typeface="Verdana" panose="020B0604030504040204" pitchFamily="34" charset="0"/>
              <a:ea typeface="Verdana" panose="020B0604030504040204" pitchFamily="34" charset="0"/>
            </a:endParaRPr>
          </a:p>
        </p:txBody>
      </p:sp>
      <p:sp>
        <p:nvSpPr>
          <p:cNvPr id="11" name="Rectangle 10">
            <a:extLst>
              <a:ext uri="{FF2B5EF4-FFF2-40B4-BE49-F238E27FC236}">
                <a16:creationId xmlns:a16="http://schemas.microsoft.com/office/drawing/2014/main" id="{2230974A-A07E-A5F1-A9BD-7A4B30E3891D}"/>
              </a:ext>
            </a:extLst>
          </p:cNvPr>
          <p:cNvSpPr/>
          <p:nvPr userDrawn="1"/>
        </p:nvSpPr>
        <p:spPr>
          <a:xfrm>
            <a:off x="4296201" y="3827169"/>
            <a:ext cx="3230873" cy="379141"/>
          </a:xfrm>
          <a:prstGeom prst="rect">
            <a:avLst/>
          </a:prstGeom>
          <a:solidFill>
            <a:schemeClr val="accent4"/>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333" b="0" i="0">
              <a:latin typeface="Verdana" panose="020B0604030504040204" pitchFamily="34" charset="0"/>
              <a:ea typeface="Verdana" panose="020B0604030504040204" pitchFamily="34" charset="0"/>
            </a:endParaRPr>
          </a:p>
        </p:txBody>
      </p:sp>
      <p:sp>
        <p:nvSpPr>
          <p:cNvPr id="33" name="TextBox 32">
            <a:extLst>
              <a:ext uri="{FF2B5EF4-FFF2-40B4-BE49-F238E27FC236}">
                <a16:creationId xmlns:a16="http://schemas.microsoft.com/office/drawing/2014/main" id="{63B28BD4-B927-D5D7-3E8E-3B8E9CDB9CE1}"/>
              </a:ext>
            </a:extLst>
          </p:cNvPr>
          <p:cNvSpPr txBox="1"/>
          <p:nvPr userDrawn="1"/>
        </p:nvSpPr>
        <p:spPr>
          <a:xfrm>
            <a:off x="636258" y="1613446"/>
            <a:ext cx="2990231" cy="369332"/>
          </a:xfrm>
          <a:prstGeom prst="rect">
            <a:avLst/>
          </a:prstGeom>
          <a:noFill/>
        </p:spPr>
        <p:txBody>
          <a:bodyPr wrap="square" lIns="0" tIns="0" rIns="0" bIns="0" anchor="ctr">
            <a:normAutofit/>
          </a:bodyPr>
          <a:lstStyle/>
          <a:p>
            <a:pPr algn="l"/>
            <a:r>
              <a:rPr lang="en-US" sz="1466">
                <a:solidFill>
                  <a:schemeClr val="bg1"/>
                </a:solidFill>
                <a:latin typeface="Verdana" panose="020B0604030504040204" pitchFamily="34" charset="0"/>
                <a:ea typeface="Verdana" panose="020B0604030504040204" pitchFamily="34" charset="0"/>
              </a:rPr>
              <a:t>The Challenge</a:t>
            </a:r>
          </a:p>
        </p:txBody>
      </p:sp>
      <p:sp>
        <p:nvSpPr>
          <p:cNvPr id="12" name="TextBox 11">
            <a:extLst>
              <a:ext uri="{FF2B5EF4-FFF2-40B4-BE49-F238E27FC236}">
                <a16:creationId xmlns:a16="http://schemas.microsoft.com/office/drawing/2014/main" id="{08D1FA6B-2360-0121-7292-A1CDE1A23140}"/>
              </a:ext>
            </a:extLst>
          </p:cNvPr>
          <p:cNvSpPr txBox="1"/>
          <p:nvPr userDrawn="1"/>
        </p:nvSpPr>
        <p:spPr>
          <a:xfrm>
            <a:off x="636258" y="3827169"/>
            <a:ext cx="2990231" cy="369332"/>
          </a:xfrm>
          <a:prstGeom prst="rect">
            <a:avLst/>
          </a:prstGeom>
          <a:noFill/>
        </p:spPr>
        <p:txBody>
          <a:bodyPr wrap="square" lIns="0" tIns="0" rIns="0" bIns="0" anchor="ctr">
            <a:normAutofit/>
          </a:bodyPr>
          <a:lstStyle/>
          <a:p>
            <a:pPr algn="l"/>
            <a:r>
              <a:rPr lang="en-US" sz="1466">
                <a:solidFill>
                  <a:schemeClr val="bg1"/>
                </a:solidFill>
                <a:latin typeface="Verdana" panose="020B0604030504040204" pitchFamily="34" charset="0"/>
                <a:ea typeface="Verdana" panose="020B0604030504040204" pitchFamily="34" charset="0"/>
              </a:rPr>
              <a:t>The Solution</a:t>
            </a:r>
          </a:p>
        </p:txBody>
      </p:sp>
      <p:sp>
        <p:nvSpPr>
          <p:cNvPr id="14" name="TextBox 13">
            <a:extLst>
              <a:ext uri="{FF2B5EF4-FFF2-40B4-BE49-F238E27FC236}">
                <a16:creationId xmlns:a16="http://schemas.microsoft.com/office/drawing/2014/main" id="{E8A8D9C9-402E-E931-BA12-3C00810128F6}"/>
              </a:ext>
            </a:extLst>
          </p:cNvPr>
          <p:cNvSpPr txBox="1"/>
          <p:nvPr userDrawn="1"/>
        </p:nvSpPr>
        <p:spPr>
          <a:xfrm>
            <a:off x="4416522" y="3836977"/>
            <a:ext cx="2990231" cy="369332"/>
          </a:xfrm>
          <a:prstGeom prst="rect">
            <a:avLst/>
          </a:prstGeom>
          <a:noFill/>
        </p:spPr>
        <p:txBody>
          <a:bodyPr wrap="square" lIns="0" tIns="0" rIns="0" bIns="0" anchor="ctr">
            <a:normAutofit/>
          </a:bodyPr>
          <a:lstStyle/>
          <a:p>
            <a:pPr algn="l"/>
            <a:r>
              <a:rPr lang="en-US" sz="1466">
                <a:solidFill>
                  <a:schemeClr val="bg1"/>
                </a:solidFill>
                <a:latin typeface="Verdana" panose="020B0604030504040204" pitchFamily="34" charset="0"/>
                <a:ea typeface="Verdana" panose="020B0604030504040204" pitchFamily="34" charset="0"/>
              </a:rPr>
              <a:t>Business Impact</a:t>
            </a:r>
          </a:p>
        </p:txBody>
      </p:sp>
      <p:sp>
        <p:nvSpPr>
          <p:cNvPr id="20" name="Content Placeholder 2">
            <a:extLst>
              <a:ext uri="{FF2B5EF4-FFF2-40B4-BE49-F238E27FC236}">
                <a16:creationId xmlns:a16="http://schemas.microsoft.com/office/drawing/2014/main" id="{4B07B6CE-3309-07D1-52B1-7F1448FF875F}"/>
              </a:ext>
            </a:extLst>
          </p:cNvPr>
          <p:cNvSpPr>
            <a:spLocks noGrp="1"/>
          </p:cNvSpPr>
          <p:nvPr>
            <p:ph sz="half" idx="28"/>
          </p:nvPr>
        </p:nvSpPr>
        <p:spPr>
          <a:xfrm>
            <a:off x="515933" y="2172351"/>
            <a:ext cx="7011136" cy="1462461"/>
          </a:xfrm>
        </p:spPr>
        <p:txBody>
          <a:bodyPr wrap="square">
            <a:normAutofit/>
          </a:bodyPr>
          <a:lstStyle>
            <a:lvl1pPr>
              <a:defRPr sz="1333" b="0"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defRPr sz="1333" b="0" i="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b="0" i="0">
                <a:solidFill>
                  <a:schemeClr val="tx1"/>
                </a:solidFill>
                <a:latin typeface="Aptos" panose="020B0004020202020204" pitchFamily="34" charset="0"/>
                <a:cs typeface="Aptos" panose="020B000402020202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US"/>
              <a:t>Click to edit Master text styles</a:t>
            </a:r>
          </a:p>
          <a:p>
            <a:pPr lvl="1"/>
            <a:r>
              <a:rPr lang="en-US"/>
              <a:t>Second level</a:t>
            </a:r>
          </a:p>
        </p:txBody>
      </p:sp>
      <p:sp>
        <p:nvSpPr>
          <p:cNvPr id="26" name="Content Placeholder 2">
            <a:extLst>
              <a:ext uri="{FF2B5EF4-FFF2-40B4-BE49-F238E27FC236}">
                <a16:creationId xmlns:a16="http://schemas.microsoft.com/office/drawing/2014/main" id="{30FC2570-2B4A-0849-BB7F-453DC1B0B2A8}"/>
              </a:ext>
            </a:extLst>
          </p:cNvPr>
          <p:cNvSpPr>
            <a:spLocks noGrp="1"/>
          </p:cNvSpPr>
          <p:nvPr>
            <p:ph sz="half" idx="29"/>
          </p:nvPr>
        </p:nvSpPr>
        <p:spPr>
          <a:xfrm>
            <a:off x="515935" y="4398668"/>
            <a:ext cx="3230873" cy="1813375"/>
          </a:xfrm>
        </p:spPr>
        <p:txBody>
          <a:bodyPr wrap="square">
            <a:normAutofit/>
          </a:bodyPr>
          <a:lstStyle>
            <a:lvl1pPr>
              <a:defRPr sz="1333" b="0"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defRPr sz="1333" b="0" i="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b="0" i="0">
                <a:solidFill>
                  <a:schemeClr val="tx1"/>
                </a:solidFill>
                <a:latin typeface="Aptos" panose="020B0004020202020204" pitchFamily="34" charset="0"/>
                <a:cs typeface="Aptos" panose="020B000402020202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US"/>
              <a:t>Click to edit Master text styles</a:t>
            </a:r>
          </a:p>
          <a:p>
            <a:pPr lvl="1"/>
            <a:r>
              <a:rPr lang="en-US"/>
              <a:t>Second level</a:t>
            </a:r>
          </a:p>
        </p:txBody>
      </p:sp>
      <p:sp>
        <p:nvSpPr>
          <p:cNvPr id="27" name="Content Placeholder 2">
            <a:extLst>
              <a:ext uri="{FF2B5EF4-FFF2-40B4-BE49-F238E27FC236}">
                <a16:creationId xmlns:a16="http://schemas.microsoft.com/office/drawing/2014/main" id="{915EB2C9-7B59-46AC-C4E8-243BB8DEA0BE}"/>
              </a:ext>
            </a:extLst>
          </p:cNvPr>
          <p:cNvSpPr>
            <a:spLocks noGrp="1"/>
          </p:cNvSpPr>
          <p:nvPr>
            <p:ph sz="half" idx="30"/>
          </p:nvPr>
        </p:nvSpPr>
        <p:spPr>
          <a:xfrm>
            <a:off x="4296201" y="4398668"/>
            <a:ext cx="3230873" cy="1813375"/>
          </a:xfrm>
        </p:spPr>
        <p:txBody>
          <a:bodyPr wrap="square">
            <a:normAutofit/>
          </a:bodyPr>
          <a:lstStyle>
            <a:lvl1pPr>
              <a:defRPr sz="1333" b="0" i="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defRPr sz="1333" b="0" i="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b="0" i="0">
                <a:solidFill>
                  <a:schemeClr val="tx1"/>
                </a:solidFill>
                <a:latin typeface="Aptos" panose="020B0004020202020204" pitchFamily="34" charset="0"/>
                <a:cs typeface="Aptos" panose="020B0004020202020204" pitchFamily="34" charset="0"/>
              </a:defRPr>
            </a:lvl3pPr>
            <a:lvl4pPr>
              <a:defRPr b="0" i="0">
                <a:solidFill>
                  <a:schemeClr val="tx1"/>
                </a:solidFill>
                <a:latin typeface="Aptos" panose="020B0004020202020204" pitchFamily="34" charset="0"/>
                <a:cs typeface="Aptos" panose="020B0004020202020204" pitchFamily="34" charset="0"/>
              </a:defRPr>
            </a:lvl4pPr>
            <a:lvl5pPr>
              <a:defRPr b="0" i="0">
                <a:solidFill>
                  <a:schemeClr val="tx1"/>
                </a:solidFill>
                <a:latin typeface="Aptos" panose="020B0004020202020204" pitchFamily="34" charset="0"/>
                <a:cs typeface="Aptos" panose="020B0004020202020204" pitchFamily="34" charset="0"/>
              </a:defRPr>
            </a:lvl5pPr>
          </a:lstStyle>
          <a:p>
            <a:pPr lvl="0"/>
            <a:r>
              <a:rPr lang="en-US"/>
              <a:t>Click to edit Master text styles</a:t>
            </a:r>
          </a:p>
          <a:p>
            <a:pPr lvl="1"/>
            <a:r>
              <a:rPr lang="en-US"/>
              <a:t>Second level</a:t>
            </a:r>
          </a:p>
        </p:txBody>
      </p:sp>
      <p:sp>
        <p:nvSpPr>
          <p:cNvPr id="3" name="Title 1">
            <a:extLst>
              <a:ext uri="{FF2B5EF4-FFF2-40B4-BE49-F238E27FC236}">
                <a16:creationId xmlns:a16="http://schemas.microsoft.com/office/drawing/2014/main" id="{A95EDC12-290F-485B-9E72-9551694D7FB0}"/>
              </a:ext>
            </a:extLst>
          </p:cNvPr>
          <p:cNvSpPr>
            <a:spLocks noGrp="1"/>
          </p:cNvSpPr>
          <p:nvPr>
            <p:ph type="title" hasCustomPrompt="1"/>
          </p:nvPr>
        </p:nvSpPr>
        <p:spPr>
          <a:xfrm>
            <a:off x="515937" y="394087"/>
            <a:ext cx="11171676" cy="965200"/>
          </a:xfrm>
        </p:spPr>
        <p:txBody>
          <a:bodyPr>
            <a:noAutofit/>
          </a:bodyPr>
          <a:lstStyle/>
          <a:p>
            <a:r>
              <a:rPr lang="en-US"/>
              <a:t>Click To Edit Master Title Style</a:t>
            </a:r>
            <a:endParaRPr lang="en-AU"/>
          </a:p>
        </p:txBody>
      </p:sp>
    </p:spTree>
    <p:extLst>
      <p:ext uri="{BB962C8B-B14F-4D97-AF65-F5344CB8AC3E}">
        <p14:creationId xmlns:p14="http://schemas.microsoft.com/office/powerpoint/2010/main" val="104251099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lide with logo and Photo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CCABE89A-4DCD-3A08-F360-DBDDBE06447A}"/>
              </a:ext>
            </a:extLst>
          </p:cNvPr>
          <p:cNvSpPr>
            <a:spLocks noGrp="1"/>
          </p:cNvSpPr>
          <p:nvPr>
            <p:ph type="pic" sz="quarter" idx="10"/>
          </p:nvPr>
        </p:nvSpPr>
        <p:spPr>
          <a:xfrm>
            <a:off x="1143024" y="2016055"/>
            <a:ext cx="775495" cy="775495"/>
          </a:xfrm>
        </p:spPr>
        <p:txBody>
          <a:bodyPr anchor="ctr"/>
          <a:lstStyle>
            <a:lvl1pPr marL="0" indent="0" algn="ctr">
              <a:buNone/>
              <a:defRPr sz="600" b="0" i="0">
                <a:solidFill>
                  <a:schemeClr val="tx2"/>
                </a:solidFill>
              </a:defRPr>
            </a:lvl1pPr>
          </a:lstStyle>
          <a:p>
            <a:endParaRPr lang="en-RU"/>
          </a:p>
        </p:txBody>
      </p:sp>
      <p:sp>
        <p:nvSpPr>
          <p:cNvPr id="4" name="Picture Placeholder 2">
            <a:extLst>
              <a:ext uri="{FF2B5EF4-FFF2-40B4-BE49-F238E27FC236}">
                <a16:creationId xmlns:a16="http://schemas.microsoft.com/office/drawing/2014/main" id="{CBC69FCB-B6EE-0F97-7B10-35DDF50D8A0F}"/>
              </a:ext>
            </a:extLst>
          </p:cNvPr>
          <p:cNvSpPr>
            <a:spLocks noGrp="1"/>
          </p:cNvSpPr>
          <p:nvPr>
            <p:ph type="pic" sz="quarter" idx="11"/>
          </p:nvPr>
        </p:nvSpPr>
        <p:spPr>
          <a:xfrm>
            <a:off x="2154407" y="2016055"/>
            <a:ext cx="775495" cy="775495"/>
          </a:xfrm>
        </p:spPr>
        <p:txBody>
          <a:bodyPr anchor="ctr"/>
          <a:lstStyle>
            <a:lvl1pPr marL="0" indent="0" algn="ctr">
              <a:buNone/>
              <a:defRPr sz="600" b="0" i="0">
                <a:solidFill>
                  <a:schemeClr val="tx2"/>
                </a:solidFill>
              </a:defRPr>
            </a:lvl1pPr>
          </a:lstStyle>
          <a:p>
            <a:endParaRPr lang="en-RU"/>
          </a:p>
        </p:txBody>
      </p:sp>
      <p:sp>
        <p:nvSpPr>
          <p:cNvPr id="5" name="Picture Placeholder 2">
            <a:extLst>
              <a:ext uri="{FF2B5EF4-FFF2-40B4-BE49-F238E27FC236}">
                <a16:creationId xmlns:a16="http://schemas.microsoft.com/office/drawing/2014/main" id="{5D6C41B2-C9D5-9715-47F8-7652C4AB845A}"/>
              </a:ext>
            </a:extLst>
          </p:cNvPr>
          <p:cNvSpPr>
            <a:spLocks noGrp="1"/>
          </p:cNvSpPr>
          <p:nvPr>
            <p:ph type="pic" sz="quarter" idx="12"/>
          </p:nvPr>
        </p:nvSpPr>
        <p:spPr>
          <a:xfrm>
            <a:off x="3165788" y="2016055"/>
            <a:ext cx="775495" cy="775495"/>
          </a:xfrm>
        </p:spPr>
        <p:txBody>
          <a:bodyPr anchor="ctr"/>
          <a:lstStyle>
            <a:lvl1pPr marL="0" indent="0" algn="ctr">
              <a:buNone/>
              <a:defRPr sz="600" b="0" i="0">
                <a:solidFill>
                  <a:schemeClr val="tx2"/>
                </a:solidFill>
              </a:defRPr>
            </a:lvl1pPr>
          </a:lstStyle>
          <a:p>
            <a:endParaRPr lang="en-RU"/>
          </a:p>
        </p:txBody>
      </p:sp>
      <p:sp>
        <p:nvSpPr>
          <p:cNvPr id="6" name="Picture Placeholder 2">
            <a:extLst>
              <a:ext uri="{FF2B5EF4-FFF2-40B4-BE49-F238E27FC236}">
                <a16:creationId xmlns:a16="http://schemas.microsoft.com/office/drawing/2014/main" id="{E422FFF8-11A8-1FAF-32BB-BA9DE5BC2FDA}"/>
              </a:ext>
            </a:extLst>
          </p:cNvPr>
          <p:cNvSpPr>
            <a:spLocks noGrp="1"/>
          </p:cNvSpPr>
          <p:nvPr>
            <p:ph type="pic" sz="quarter" idx="13"/>
          </p:nvPr>
        </p:nvSpPr>
        <p:spPr>
          <a:xfrm>
            <a:off x="4177170" y="2016055"/>
            <a:ext cx="775495" cy="775495"/>
          </a:xfrm>
        </p:spPr>
        <p:txBody>
          <a:bodyPr anchor="ctr"/>
          <a:lstStyle>
            <a:lvl1pPr marL="0" indent="0" algn="ctr">
              <a:buNone/>
              <a:defRPr sz="600" b="0" i="0">
                <a:solidFill>
                  <a:schemeClr val="tx2"/>
                </a:solidFill>
              </a:defRPr>
            </a:lvl1pPr>
          </a:lstStyle>
          <a:p>
            <a:endParaRPr lang="en-RU"/>
          </a:p>
        </p:txBody>
      </p:sp>
      <p:sp>
        <p:nvSpPr>
          <p:cNvPr id="7" name="Picture Placeholder 2">
            <a:extLst>
              <a:ext uri="{FF2B5EF4-FFF2-40B4-BE49-F238E27FC236}">
                <a16:creationId xmlns:a16="http://schemas.microsoft.com/office/drawing/2014/main" id="{BFF1CD55-D85D-DDEB-BB3C-7C18274510BA}"/>
              </a:ext>
            </a:extLst>
          </p:cNvPr>
          <p:cNvSpPr>
            <a:spLocks noGrp="1"/>
          </p:cNvSpPr>
          <p:nvPr>
            <p:ph type="pic" sz="quarter" idx="14"/>
          </p:nvPr>
        </p:nvSpPr>
        <p:spPr>
          <a:xfrm>
            <a:off x="5188552" y="2016055"/>
            <a:ext cx="775495" cy="775495"/>
          </a:xfrm>
        </p:spPr>
        <p:txBody>
          <a:bodyPr anchor="ctr"/>
          <a:lstStyle>
            <a:lvl1pPr marL="0" indent="0" algn="ctr">
              <a:buNone/>
              <a:defRPr sz="600" b="0" i="0">
                <a:solidFill>
                  <a:schemeClr val="tx2"/>
                </a:solidFill>
              </a:defRPr>
            </a:lvl1pPr>
          </a:lstStyle>
          <a:p>
            <a:endParaRPr lang="en-RU"/>
          </a:p>
        </p:txBody>
      </p:sp>
      <p:sp>
        <p:nvSpPr>
          <p:cNvPr id="8" name="Picture Placeholder 2">
            <a:extLst>
              <a:ext uri="{FF2B5EF4-FFF2-40B4-BE49-F238E27FC236}">
                <a16:creationId xmlns:a16="http://schemas.microsoft.com/office/drawing/2014/main" id="{B35BCFDC-A7BA-DB0C-00EF-A8B3EB2FD7D8}"/>
              </a:ext>
            </a:extLst>
          </p:cNvPr>
          <p:cNvSpPr>
            <a:spLocks noGrp="1"/>
          </p:cNvSpPr>
          <p:nvPr>
            <p:ph type="pic" sz="quarter" idx="15"/>
          </p:nvPr>
        </p:nvSpPr>
        <p:spPr>
          <a:xfrm>
            <a:off x="6199934" y="2016055"/>
            <a:ext cx="775495" cy="775495"/>
          </a:xfrm>
        </p:spPr>
        <p:txBody>
          <a:bodyPr anchor="ctr"/>
          <a:lstStyle>
            <a:lvl1pPr marL="0" indent="0" algn="ctr">
              <a:buNone/>
              <a:defRPr sz="600" b="0" i="0">
                <a:solidFill>
                  <a:schemeClr val="tx2"/>
                </a:solidFill>
              </a:defRPr>
            </a:lvl1pPr>
          </a:lstStyle>
          <a:p>
            <a:endParaRPr lang="en-RU"/>
          </a:p>
        </p:txBody>
      </p:sp>
      <p:sp>
        <p:nvSpPr>
          <p:cNvPr id="9" name="Picture Placeholder 2">
            <a:extLst>
              <a:ext uri="{FF2B5EF4-FFF2-40B4-BE49-F238E27FC236}">
                <a16:creationId xmlns:a16="http://schemas.microsoft.com/office/drawing/2014/main" id="{2D0BA068-EA8B-A188-1809-129AAAF8AE51}"/>
              </a:ext>
            </a:extLst>
          </p:cNvPr>
          <p:cNvSpPr>
            <a:spLocks noGrp="1"/>
          </p:cNvSpPr>
          <p:nvPr>
            <p:ph type="pic" sz="quarter" idx="16"/>
          </p:nvPr>
        </p:nvSpPr>
        <p:spPr>
          <a:xfrm>
            <a:off x="7211315" y="2016055"/>
            <a:ext cx="775495" cy="775495"/>
          </a:xfrm>
        </p:spPr>
        <p:txBody>
          <a:bodyPr anchor="ctr"/>
          <a:lstStyle>
            <a:lvl1pPr marL="0" indent="0" algn="ctr">
              <a:buNone/>
              <a:defRPr sz="600" b="0" i="0">
                <a:solidFill>
                  <a:schemeClr val="tx2"/>
                </a:solidFill>
              </a:defRPr>
            </a:lvl1pPr>
          </a:lstStyle>
          <a:p>
            <a:endParaRPr lang="en-RU"/>
          </a:p>
        </p:txBody>
      </p:sp>
      <p:sp>
        <p:nvSpPr>
          <p:cNvPr id="10" name="Picture Placeholder 2">
            <a:extLst>
              <a:ext uri="{FF2B5EF4-FFF2-40B4-BE49-F238E27FC236}">
                <a16:creationId xmlns:a16="http://schemas.microsoft.com/office/drawing/2014/main" id="{97AE27C7-10E8-5D0A-4CAC-093091295A53}"/>
              </a:ext>
            </a:extLst>
          </p:cNvPr>
          <p:cNvSpPr>
            <a:spLocks noGrp="1"/>
          </p:cNvSpPr>
          <p:nvPr>
            <p:ph type="pic" sz="quarter" idx="17"/>
          </p:nvPr>
        </p:nvSpPr>
        <p:spPr>
          <a:xfrm>
            <a:off x="8222699" y="2016055"/>
            <a:ext cx="775495" cy="775495"/>
          </a:xfrm>
        </p:spPr>
        <p:txBody>
          <a:bodyPr anchor="ctr"/>
          <a:lstStyle>
            <a:lvl1pPr marL="0" indent="0" algn="ctr">
              <a:buNone/>
              <a:defRPr sz="600" b="0" i="0">
                <a:solidFill>
                  <a:schemeClr val="tx2"/>
                </a:solidFill>
              </a:defRPr>
            </a:lvl1pPr>
          </a:lstStyle>
          <a:p>
            <a:endParaRPr lang="en-RU"/>
          </a:p>
        </p:txBody>
      </p:sp>
      <p:sp>
        <p:nvSpPr>
          <p:cNvPr id="11" name="Picture Placeholder 2">
            <a:extLst>
              <a:ext uri="{FF2B5EF4-FFF2-40B4-BE49-F238E27FC236}">
                <a16:creationId xmlns:a16="http://schemas.microsoft.com/office/drawing/2014/main" id="{ADD5ED4B-C005-5FC7-5B66-B67F31D949F6}"/>
              </a:ext>
            </a:extLst>
          </p:cNvPr>
          <p:cNvSpPr>
            <a:spLocks noGrp="1"/>
          </p:cNvSpPr>
          <p:nvPr>
            <p:ph type="pic" sz="quarter" idx="18"/>
          </p:nvPr>
        </p:nvSpPr>
        <p:spPr>
          <a:xfrm>
            <a:off x="9234079" y="2016055"/>
            <a:ext cx="775495" cy="775495"/>
          </a:xfrm>
        </p:spPr>
        <p:txBody>
          <a:bodyPr anchor="ctr"/>
          <a:lstStyle>
            <a:lvl1pPr marL="0" indent="0" algn="ctr">
              <a:buNone/>
              <a:defRPr sz="600" b="0" i="0">
                <a:solidFill>
                  <a:schemeClr val="tx2"/>
                </a:solidFill>
              </a:defRPr>
            </a:lvl1pPr>
          </a:lstStyle>
          <a:p>
            <a:endParaRPr lang="en-RU"/>
          </a:p>
        </p:txBody>
      </p:sp>
      <p:sp>
        <p:nvSpPr>
          <p:cNvPr id="12" name="Picture Placeholder 2">
            <a:extLst>
              <a:ext uri="{FF2B5EF4-FFF2-40B4-BE49-F238E27FC236}">
                <a16:creationId xmlns:a16="http://schemas.microsoft.com/office/drawing/2014/main" id="{4E05A8FF-3283-C72E-5453-CCC22BA7DF08}"/>
              </a:ext>
            </a:extLst>
          </p:cNvPr>
          <p:cNvSpPr>
            <a:spLocks noGrp="1"/>
          </p:cNvSpPr>
          <p:nvPr>
            <p:ph type="pic" sz="quarter" idx="19"/>
          </p:nvPr>
        </p:nvSpPr>
        <p:spPr>
          <a:xfrm>
            <a:off x="10245460" y="2016055"/>
            <a:ext cx="775495" cy="775495"/>
          </a:xfrm>
        </p:spPr>
        <p:txBody>
          <a:bodyPr anchor="ctr"/>
          <a:lstStyle>
            <a:lvl1pPr marL="0" indent="0" algn="ctr">
              <a:buNone/>
              <a:defRPr sz="600" b="0" i="0">
                <a:solidFill>
                  <a:schemeClr val="tx2"/>
                </a:solidFill>
              </a:defRPr>
            </a:lvl1pPr>
          </a:lstStyle>
          <a:p>
            <a:endParaRPr lang="en-RU"/>
          </a:p>
        </p:txBody>
      </p:sp>
      <p:sp>
        <p:nvSpPr>
          <p:cNvPr id="13" name="Picture Placeholder 2">
            <a:extLst>
              <a:ext uri="{FF2B5EF4-FFF2-40B4-BE49-F238E27FC236}">
                <a16:creationId xmlns:a16="http://schemas.microsoft.com/office/drawing/2014/main" id="{9B5412C4-6ABF-334D-7337-D45F72B31D25}"/>
              </a:ext>
            </a:extLst>
          </p:cNvPr>
          <p:cNvSpPr>
            <a:spLocks noGrp="1"/>
          </p:cNvSpPr>
          <p:nvPr>
            <p:ph type="pic" sz="quarter" idx="20"/>
          </p:nvPr>
        </p:nvSpPr>
        <p:spPr>
          <a:xfrm>
            <a:off x="1143024" y="3041255"/>
            <a:ext cx="775495" cy="775495"/>
          </a:xfrm>
        </p:spPr>
        <p:txBody>
          <a:bodyPr anchor="ctr"/>
          <a:lstStyle>
            <a:lvl1pPr marL="0" indent="0" algn="ctr">
              <a:buNone/>
              <a:defRPr sz="600" b="0" i="0">
                <a:solidFill>
                  <a:schemeClr val="tx2"/>
                </a:solidFill>
              </a:defRPr>
            </a:lvl1pPr>
          </a:lstStyle>
          <a:p>
            <a:endParaRPr lang="en-RU"/>
          </a:p>
        </p:txBody>
      </p:sp>
      <p:sp>
        <p:nvSpPr>
          <p:cNvPr id="14" name="Picture Placeholder 2">
            <a:extLst>
              <a:ext uri="{FF2B5EF4-FFF2-40B4-BE49-F238E27FC236}">
                <a16:creationId xmlns:a16="http://schemas.microsoft.com/office/drawing/2014/main" id="{A3903E87-88BE-ABA1-8E9D-B4965559B2C1}"/>
              </a:ext>
            </a:extLst>
          </p:cNvPr>
          <p:cNvSpPr>
            <a:spLocks noGrp="1"/>
          </p:cNvSpPr>
          <p:nvPr>
            <p:ph type="pic" sz="quarter" idx="21"/>
          </p:nvPr>
        </p:nvSpPr>
        <p:spPr>
          <a:xfrm>
            <a:off x="2154407" y="3041255"/>
            <a:ext cx="775495" cy="775495"/>
          </a:xfrm>
        </p:spPr>
        <p:txBody>
          <a:bodyPr anchor="ctr"/>
          <a:lstStyle>
            <a:lvl1pPr marL="0" indent="0" algn="ctr">
              <a:buNone/>
              <a:defRPr sz="600" b="0" i="0">
                <a:solidFill>
                  <a:schemeClr val="tx2"/>
                </a:solidFill>
              </a:defRPr>
            </a:lvl1pPr>
          </a:lstStyle>
          <a:p>
            <a:endParaRPr lang="en-RU"/>
          </a:p>
        </p:txBody>
      </p:sp>
      <p:sp>
        <p:nvSpPr>
          <p:cNvPr id="15" name="Picture Placeholder 2">
            <a:extLst>
              <a:ext uri="{FF2B5EF4-FFF2-40B4-BE49-F238E27FC236}">
                <a16:creationId xmlns:a16="http://schemas.microsoft.com/office/drawing/2014/main" id="{813CD308-68FF-A999-19DD-634C516F89EF}"/>
              </a:ext>
            </a:extLst>
          </p:cNvPr>
          <p:cNvSpPr>
            <a:spLocks noGrp="1"/>
          </p:cNvSpPr>
          <p:nvPr>
            <p:ph type="pic" sz="quarter" idx="22"/>
          </p:nvPr>
        </p:nvSpPr>
        <p:spPr>
          <a:xfrm>
            <a:off x="3165788" y="3041255"/>
            <a:ext cx="775495" cy="775495"/>
          </a:xfrm>
        </p:spPr>
        <p:txBody>
          <a:bodyPr anchor="ctr"/>
          <a:lstStyle>
            <a:lvl1pPr marL="0" indent="0" algn="ctr">
              <a:buNone/>
              <a:defRPr sz="600" b="0" i="0">
                <a:solidFill>
                  <a:schemeClr val="tx2"/>
                </a:solidFill>
              </a:defRPr>
            </a:lvl1pPr>
          </a:lstStyle>
          <a:p>
            <a:endParaRPr lang="en-RU"/>
          </a:p>
        </p:txBody>
      </p:sp>
      <p:sp>
        <p:nvSpPr>
          <p:cNvPr id="16" name="Picture Placeholder 2">
            <a:extLst>
              <a:ext uri="{FF2B5EF4-FFF2-40B4-BE49-F238E27FC236}">
                <a16:creationId xmlns:a16="http://schemas.microsoft.com/office/drawing/2014/main" id="{544B2EF2-F98E-60C1-CF73-66C68921CC8B}"/>
              </a:ext>
            </a:extLst>
          </p:cNvPr>
          <p:cNvSpPr>
            <a:spLocks noGrp="1"/>
          </p:cNvSpPr>
          <p:nvPr>
            <p:ph type="pic" sz="quarter" idx="23"/>
          </p:nvPr>
        </p:nvSpPr>
        <p:spPr>
          <a:xfrm>
            <a:off x="4177170" y="3041255"/>
            <a:ext cx="775495" cy="775495"/>
          </a:xfrm>
        </p:spPr>
        <p:txBody>
          <a:bodyPr anchor="ctr"/>
          <a:lstStyle>
            <a:lvl1pPr marL="0" indent="0" algn="ctr">
              <a:buNone/>
              <a:defRPr sz="600" b="0" i="0">
                <a:solidFill>
                  <a:schemeClr val="tx2"/>
                </a:solidFill>
              </a:defRPr>
            </a:lvl1pPr>
          </a:lstStyle>
          <a:p>
            <a:endParaRPr lang="en-RU"/>
          </a:p>
        </p:txBody>
      </p:sp>
      <p:sp>
        <p:nvSpPr>
          <p:cNvPr id="17" name="Picture Placeholder 2">
            <a:extLst>
              <a:ext uri="{FF2B5EF4-FFF2-40B4-BE49-F238E27FC236}">
                <a16:creationId xmlns:a16="http://schemas.microsoft.com/office/drawing/2014/main" id="{EF35E500-B40C-731B-F160-646A4E4096E5}"/>
              </a:ext>
            </a:extLst>
          </p:cNvPr>
          <p:cNvSpPr>
            <a:spLocks noGrp="1"/>
          </p:cNvSpPr>
          <p:nvPr>
            <p:ph type="pic" sz="quarter" idx="24"/>
          </p:nvPr>
        </p:nvSpPr>
        <p:spPr>
          <a:xfrm>
            <a:off x="5188552" y="3041255"/>
            <a:ext cx="775495" cy="775495"/>
          </a:xfrm>
        </p:spPr>
        <p:txBody>
          <a:bodyPr anchor="ctr"/>
          <a:lstStyle>
            <a:lvl1pPr marL="0" indent="0" algn="ctr">
              <a:buNone/>
              <a:defRPr sz="600" b="0" i="0">
                <a:solidFill>
                  <a:schemeClr val="tx2"/>
                </a:solidFill>
              </a:defRPr>
            </a:lvl1pPr>
          </a:lstStyle>
          <a:p>
            <a:endParaRPr lang="en-RU"/>
          </a:p>
        </p:txBody>
      </p:sp>
      <p:sp>
        <p:nvSpPr>
          <p:cNvPr id="22" name="Picture Placeholder 2">
            <a:extLst>
              <a:ext uri="{FF2B5EF4-FFF2-40B4-BE49-F238E27FC236}">
                <a16:creationId xmlns:a16="http://schemas.microsoft.com/office/drawing/2014/main" id="{C40576C6-8178-6534-18F2-8538E221D600}"/>
              </a:ext>
            </a:extLst>
          </p:cNvPr>
          <p:cNvSpPr>
            <a:spLocks noGrp="1"/>
          </p:cNvSpPr>
          <p:nvPr>
            <p:ph type="pic" sz="quarter" idx="25"/>
          </p:nvPr>
        </p:nvSpPr>
        <p:spPr>
          <a:xfrm>
            <a:off x="6199934" y="3041255"/>
            <a:ext cx="775495" cy="775495"/>
          </a:xfrm>
        </p:spPr>
        <p:txBody>
          <a:bodyPr anchor="ctr"/>
          <a:lstStyle>
            <a:lvl1pPr marL="0" indent="0" algn="ctr">
              <a:buNone/>
              <a:defRPr sz="600" b="0" i="0">
                <a:solidFill>
                  <a:schemeClr val="tx2"/>
                </a:solidFill>
              </a:defRPr>
            </a:lvl1pPr>
          </a:lstStyle>
          <a:p>
            <a:endParaRPr lang="en-RU"/>
          </a:p>
        </p:txBody>
      </p:sp>
      <p:sp>
        <p:nvSpPr>
          <p:cNvPr id="23" name="Picture Placeholder 2">
            <a:extLst>
              <a:ext uri="{FF2B5EF4-FFF2-40B4-BE49-F238E27FC236}">
                <a16:creationId xmlns:a16="http://schemas.microsoft.com/office/drawing/2014/main" id="{AD9496EA-0470-FB29-CDD5-F6E48214DB02}"/>
              </a:ext>
            </a:extLst>
          </p:cNvPr>
          <p:cNvSpPr>
            <a:spLocks noGrp="1"/>
          </p:cNvSpPr>
          <p:nvPr>
            <p:ph type="pic" sz="quarter" idx="26"/>
          </p:nvPr>
        </p:nvSpPr>
        <p:spPr>
          <a:xfrm>
            <a:off x="7211315" y="3041255"/>
            <a:ext cx="775495" cy="775495"/>
          </a:xfrm>
        </p:spPr>
        <p:txBody>
          <a:bodyPr anchor="ctr"/>
          <a:lstStyle>
            <a:lvl1pPr marL="0" indent="0" algn="ctr">
              <a:buNone/>
              <a:defRPr sz="600" b="0" i="0">
                <a:solidFill>
                  <a:schemeClr val="tx2"/>
                </a:solidFill>
              </a:defRPr>
            </a:lvl1pPr>
          </a:lstStyle>
          <a:p>
            <a:endParaRPr lang="en-RU"/>
          </a:p>
        </p:txBody>
      </p:sp>
      <p:sp>
        <p:nvSpPr>
          <p:cNvPr id="24" name="Picture Placeholder 2">
            <a:extLst>
              <a:ext uri="{FF2B5EF4-FFF2-40B4-BE49-F238E27FC236}">
                <a16:creationId xmlns:a16="http://schemas.microsoft.com/office/drawing/2014/main" id="{88D9A9B2-8B65-E4F4-8417-58309B0510AF}"/>
              </a:ext>
            </a:extLst>
          </p:cNvPr>
          <p:cNvSpPr>
            <a:spLocks noGrp="1"/>
          </p:cNvSpPr>
          <p:nvPr>
            <p:ph type="pic" sz="quarter" idx="27"/>
          </p:nvPr>
        </p:nvSpPr>
        <p:spPr>
          <a:xfrm>
            <a:off x="8222699" y="3041255"/>
            <a:ext cx="775495" cy="775495"/>
          </a:xfrm>
        </p:spPr>
        <p:txBody>
          <a:bodyPr anchor="ctr"/>
          <a:lstStyle>
            <a:lvl1pPr marL="0" indent="0" algn="ctr">
              <a:buNone/>
              <a:defRPr sz="600" b="0" i="0">
                <a:solidFill>
                  <a:schemeClr val="tx2"/>
                </a:solidFill>
              </a:defRPr>
            </a:lvl1pPr>
          </a:lstStyle>
          <a:p>
            <a:endParaRPr lang="en-RU"/>
          </a:p>
        </p:txBody>
      </p:sp>
      <p:sp>
        <p:nvSpPr>
          <p:cNvPr id="25" name="Picture Placeholder 2">
            <a:extLst>
              <a:ext uri="{FF2B5EF4-FFF2-40B4-BE49-F238E27FC236}">
                <a16:creationId xmlns:a16="http://schemas.microsoft.com/office/drawing/2014/main" id="{A68EAFA6-9A39-E5F2-2C60-69021D6C01CD}"/>
              </a:ext>
            </a:extLst>
          </p:cNvPr>
          <p:cNvSpPr>
            <a:spLocks noGrp="1"/>
          </p:cNvSpPr>
          <p:nvPr>
            <p:ph type="pic" sz="quarter" idx="28"/>
          </p:nvPr>
        </p:nvSpPr>
        <p:spPr>
          <a:xfrm>
            <a:off x="9234079" y="3041255"/>
            <a:ext cx="775495" cy="775495"/>
          </a:xfrm>
        </p:spPr>
        <p:txBody>
          <a:bodyPr anchor="ctr"/>
          <a:lstStyle>
            <a:lvl1pPr marL="0" indent="0" algn="ctr">
              <a:buNone/>
              <a:defRPr sz="600" b="0" i="0">
                <a:solidFill>
                  <a:schemeClr val="tx2"/>
                </a:solidFill>
              </a:defRPr>
            </a:lvl1pPr>
          </a:lstStyle>
          <a:p>
            <a:endParaRPr lang="en-RU"/>
          </a:p>
        </p:txBody>
      </p:sp>
      <p:sp>
        <p:nvSpPr>
          <p:cNvPr id="26" name="Picture Placeholder 2">
            <a:extLst>
              <a:ext uri="{FF2B5EF4-FFF2-40B4-BE49-F238E27FC236}">
                <a16:creationId xmlns:a16="http://schemas.microsoft.com/office/drawing/2014/main" id="{05C09156-4CED-2208-EB2C-7A3FBEB9A045}"/>
              </a:ext>
            </a:extLst>
          </p:cNvPr>
          <p:cNvSpPr>
            <a:spLocks noGrp="1"/>
          </p:cNvSpPr>
          <p:nvPr>
            <p:ph type="pic" sz="quarter" idx="29"/>
          </p:nvPr>
        </p:nvSpPr>
        <p:spPr>
          <a:xfrm>
            <a:off x="10245460" y="3041255"/>
            <a:ext cx="775495" cy="775495"/>
          </a:xfrm>
        </p:spPr>
        <p:txBody>
          <a:bodyPr anchor="ctr"/>
          <a:lstStyle>
            <a:lvl1pPr marL="0" indent="0" algn="ctr">
              <a:buNone/>
              <a:defRPr sz="600" b="0" i="0">
                <a:solidFill>
                  <a:schemeClr val="tx2"/>
                </a:solidFill>
              </a:defRPr>
            </a:lvl1pPr>
          </a:lstStyle>
          <a:p>
            <a:endParaRPr lang="en-RU"/>
          </a:p>
        </p:txBody>
      </p:sp>
      <p:sp>
        <p:nvSpPr>
          <p:cNvPr id="27" name="Picture Placeholder 2">
            <a:extLst>
              <a:ext uri="{FF2B5EF4-FFF2-40B4-BE49-F238E27FC236}">
                <a16:creationId xmlns:a16="http://schemas.microsoft.com/office/drawing/2014/main" id="{09D9452F-6C66-AD51-CF30-5CC0A15F86E5}"/>
              </a:ext>
            </a:extLst>
          </p:cNvPr>
          <p:cNvSpPr>
            <a:spLocks noGrp="1"/>
          </p:cNvSpPr>
          <p:nvPr>
            <p:ph type="pic" sz="quarter" idx="30"/>
          </p:nvPr>
        </p:nvSpPr>
        <p:spPr>
          <a:xfrm>
            <a:off x="1156879" y="4066455"/>
            <a:ext cx="775495" cy="775495"/>
          </a:xfrm>
        </p:spPr>
        <p:txBody>
          <a:bodyPr anchor="ctr"/>
          <a:lstStyle>
            <a:lvl1pPr marL="0" indent="0" algn="ctr">
              <a:buNone/>
              <a:defRPr sz="600" b="0" i="0">
                <a:solidFill>
                  <a:schemeClr val="tx2"/>
                </a:solidFill>
              </a:defRPr>
            </a:lvl1pPr>
          </a:lstStyle>
          <a:p>
            <a:endParaRPr lang="en-RU"/>
          </a:p>
        </p:txBody>
      </p:sp>
      <p:sp>
        <p:nvSpPr>
          <p:cNvPr id="28" name="Picture Placeholder 2">
            <a:extLst>
              <a:ext uri="{FF2B5EF4-FFF2-40B4-BE49-F238E27FC236}">
                <a16:creationId xmlns:a16="http://schemas.microsoft.com/office/drawing/2014/main" id="{7D50050F-0DD0-7A0E-6197-0C4E8EFAF7D6}"/>
              </a:ext>
            </a:extLst>
          </p:cNvPr>
          <p:cNvSpPr>
            <a:spLocks noGrp="1"/>
          </p:cNvSpPr>
          <p:nvPr>
            <p:ph type="pic" sz="quarter" idx="31"/>
          </p:nvPr>
        </p:nvSpPr>
        <p:spPr>
          <a:xfrm>
            <a:off x="2168261" y="4066455"/>
            <a:ext cx="775495" cy="775495"/>
          </a:xfrm>
        </p:spPr>
        <p:txBody>
          <a:bodyPr anchor="ctr"/>
          <a:lstStyle>
            <a:lvl1pPr marL="0" indent="0" algn="ctr">
              <a:buNone/>
              <a:defRPr sz="600" b="0" i="0">
                <a:solidFill>
                  <a:schemeClr val="tx2"/>
                </a:solidFill>
              </a:defRPr>
            </a:lvl1pPr>
          </a:lstStyle>
          <a:p>
            <a:endParaRPr lang="en-RU"/>
          </a:p>
        </p:txBody>
      </p:sp>
      <p:sp>
        <p:nvSpPr>
          <p:cNvPr id="29" name="Picture Placeholder 2">
            <a:extLst>
              <a:ext uri="{FF2B5EF4-FFF2-40B4-BE49-F238E27FC236}">
                <a16:creationId xmlns:a16="http://schemas.microsoft.com/office/drawing/2014/main" id="{459806BF-8A6A-042D-6D9B-73644467F3E4}"/>
              </a:ext>
            </a:extLst>
          </p:cNvPr>
          <p:cNvSpPr>
            <a:spLocks noGrp="1"/>
          </p:cNvSpPr>
          <p:nvPr>
            <p:ph type="pic" sz="quarter" idx="32"/>
          </p:nvPr>
        </p:nvSpPr>
        <p:spPr>
          <a:xfrm>
            <a:off x="3179643" y="4066455"/>
            <a:ext cx="775495" cy="775495"/>
          </a:xfrm>
        </p:spPr>
        <p:txBody>
          <a:bodyPr anchor="ctr"/>
          <a:lstStyle>
            <a:lvl1pPr marL="0" indent="0" algn="ctr">
              <a:buNone/>
              <a:defRPr sz="600" b="0" i="0">
                <a:solidFill>
                  <a:schemeClr val="tx2"/>
                </a:solidFill>
              </a:defRPr>
            </a:lvl1pPr>
          </a:lstStyle>
          <a:p>
            <a:endParaRPr lang="en-RU"/>
          </a:p>
        </p:txBody>
      </p:sp>
      <p:sp>
        <p:nvSpPr>
          <p:cNvPr id="30" name="Picture Placeholder 2">
            <a:extLst>
              <a:ext uri="{FF2B5EF4-FFF2-40B4-BE49-F238E27FC236}">
                <a16:creationId xmlns:a16="http://schemas.microsoft.com/office/drawing/2014/main" id="{40485814-37EE-542B-DC21-18BB842798EF}"/>
              </a:ext>
            </a:extLst>
          </p:cNvPr>
          <p:cNvSpPr>
            <a:spLocks noGrp="1"/>
          </p:cNvSpPr>
          <p:nvPr>
            <p:ph type="pic" sz="quarter" idx="33"/>
          </p:nvPr>
        </p:nvSpPr>
        <p:spPr>
          <a:xfrm>
            <a:off x="4191025" y="4066455"/>
            <a:ext cx="775495" cy="775495"/>
          </a:xfrm>
        </p:spPr>
        <p:txBody>
          <a:bodyPr anchor="ctr"/>
          <a:lstStyle>
            <a:lvl1pPr marL="0" indent="0" algn="ctr">
              <a:buNone/>
              <a:defRPr sz="600" b="0" i="0">
                <a:solidFill>
                  <a:schemeClr val="tx2"/>
                </a:solidFill>
              </a:defRPr>
            </a:lvl1pPr>
          </a:lstStyle>
          <a:p>
            <a:endParaRPr lang="en-RU"/>
          </a:p>
        </p:txBody>
      </p:sp>
      <p:sp>
        <p:nvSpPr>
          <p:cNvPr id="31" name="Picture Placeholder 2">
            <a:extLst>
              <a:ext uri="{FF2B5EF4-FFF2-40B4-BE49-F238E27FC236}">
                <a16:creationId xmlns:a16="http://schemas.microsoft.com/office/drawing/2014/main" id="{1DC128D0-29F0-94C1-DEA8-5433F2802AE5}"/>
              </a:ext>
            </a:extLst>
          </p:cNvPr>
          <p:cNvSpPr>
            <a:spLocks noGrp="1"/>
          </p:cNvSpPr>
          <p:nvPr>
            <p:ph type="pic" sz="quarter" idx="34"/>
          </p:nvPr>
        </p:nvSpPr>
        <p:spPr>
          <a:xfrm>
            <a:off x="5202406" y="4066455"/>
            <a:ext cx="775495" cy="775495"/>
          </a:xfrm>
        </p:spPr>
        <p:txBody>
          <a:bodyPr anchor="ctr"/>
          <a:lstStyle>
            <a:lvl1pPr marL="0" indent="0" algn="ctr">
              <a:buNone/>
              <a:defRPr sz="600" b="0" i="0">
                <a:solidFill>
                  <a:schemeClr val="tx2"/>
                </a:solidFill>
              </a:defRPr>
            </a:lvl1pPr>
          </a:lstStyle>
          <a:p>
            <a:endParaRPr lang="en-RU"/>
          </a:p>
        </p:txBody>
      </p:sp>
      <p:sp>
        <p:nvSpPr>
          <p:cNvPr id="32" name="Picture Placeholder 2">
            <a:extLst>
              <a:ext uri="{FF2B5EF4-FFF2-40B4-BE49-F238E27FC236}">
                <a16:creationId xmlns:a16="http://schemas.microsoft.com/office/drawing/2014/main" id="{7340B07C-B799-2E7A-E48D-8862005B62D5}"/>
              </a:ext>
            </a:extLst>
          </p:cNvPr>
          <p:cNvSpPr>
            <a:spLocks noGrp="1"/>
          </p:cNvSpPr>
          <p:nvPr>
            <p:ph type="pic" sz="quarter" idx="35"/>
          </p:nvPr>
        </p:nvSpPr>
        <p:spPr>
          <a:xfrm>
            <a:off x="6213789" y="4066455"/>
            <a:ext cx="775495" cy="775495"/>
          </a:xfrm>
        </p:spPr>
        <p:txBody>
          <a:bodyPr anchor="ctr"/>
          <a:lstStyle>
            <a:lvl1pPr marL="0" indent="0" algn="ctr">
              <a:buNone/>
              <a:defRPr sz="600" b="0" i="0">
                <a:solidFill>
                  <a:schemeClr val="tx2"/>
                </a:solidFill>
              </a:defRPr>
            </a:lvl1pPr>
          </a:lstStyle>
          <a:p>
            <a:endParaRPr lang="en-RU"/>
          </a:p>
        </p:txBody>
      </p:sp>
      <p:sp>
        <p:nvSpPr>
          <p:cNvPr id="33" name="Picture Placeholder 2">
            <a:extLst>
              <a:ext uri="{FF2B5EF4-FFF2-40B4-BE49-F238E27FC236}">
                <a16:creationId xmlns:a16="http://schemas.microsoft.com/office/drawing/2014/main" id="{5B883DDA-943E-3560-048D-76A1F9F393AE}"/>
              </a:ext>
            </a:extLst>
          </p:cNvPr>
          <p:cNvSpPr>
            <a:spLocks noGrp="1"/>
          </p:cNvSpPr>
          <p:nvPr>
            <p:ph type="pic" sz="quarter" idx="36"/>
          </p:nvPr>
        </p:nvSpPr>
        <p:spPr>
          <a:xfrm>
            <a:off x="7225170" y="4066455"/>
            <a:ext cx="775495" cy="775495"/>
          </a:xfrm>
        </p:spPr>
        <p:txBody>
          <a:bodyPr anchor="ctr"/>
          <a:lstStyle>
            <a:lvl1pPr marL="0" indent="0" algn="ctr">
              <a:buNone/>
              <a:defRPr sz="600" b="0" i="0">
                <a:solidFill>
                  <a:schemeClr val="tx2"/>
                </a:solidFill>
              </a:defRPr>
            </a:lvl1pPr>
          </a:lstStyle>
          <a:p>
            <a:endParaRPr lang="en-RU"/>
          </a:p>
        </p:txBody>
      </p:sp>
      <p:sp>
        <p:nvSpPr>
          <p:cNvPr id="34" name="Picture Placeholder 2">
            <a:extLst>
              <a:ext uri="{FF2B5EF4-FFF2-40B4-BE49-F238E27FC236}">
                <a16:creationId xmlns:a16="http://schemas.microsoft.com/office/drawing/2014/main" id="{FAE15F83-05D8-A35F-5D7E-46BFC808306D}"/>
              </a:ext>
            </a:extLst>
          </p:cNvPr>
          <p:cNvSpPr>
            <a:spLocks noGrp="1"/>
          </p:cNvSpPr>
          <p:nvPr>
            <p:ph type="pic" sz="quarter" idx="37"/>
          </p:nvPr>
        </p:nvSpPr>
        <p:spPr>
          <a:xfrm>
            <a:off x="8236553" y="4066455"/>
            <a:ext cx="775495" cy="775495"/>
          </a:xfrm>
        </p:spPr>
        <p:txBody>
          <a:bodyPr anchor="ctr"/>
          <a:lstStyle>
            <a:lvl1pPr marL="0" indent="0" algn="ctr">
              <a:buNone/>
              <a:defRPr sz="600" b="0" i="0">
                <a:solidFill>
                  <a:schemeClr val="tx2"/>
                </a:solidFill>
              </a:defRPr>
            </a:lvl1pPr>
          </a:lstStyle>
          <a:p>
            <a:endParaRPr lang="en-RU"/>
          </a:p>
        </p:txBody>
      </p:sp>
      <p:sp>
        <p:nvSpPr>
          <p:cNvPr id="35" name="Picture Placeholder 2">
            <a:extLst>
              <a:ext uri="{FF2B5EF4-FFF2-40B4-BE49-F238E27FC236}">
                <a16:creationId xmlns:a16="http://schemas.microsoft.com/office/drawing/2014/main" id="{20949296-3209-7548-ECB3-40CEE1759B50}"/>
              </a:ext>
            </a:extLst>
          </p:cNvPr>
          <p:cNvSpPr>
            <a:spLocks noGrp="1"/>
          </p:cNvSpPr>
          <p:nvPr>
            <p:ph type="pic" sz="quarter" idx="38"/>
          </p:nvPr>
        </p:nvSpPr>
        <p:spPr>
          <a:xfrm>
            <a:off x="9247935" y="4066455"/>
            <a:ext cx="775495" cy="775495"/>
          </a:xfrm>
        </p:spPr>
        <p:txBody>
          <a:bodyPr anchor="ctr"/>
          <a:lstStyle>
            <a:lvl1pPr marL="0" indent="0" algn="ctr">
              <a:buNone/>
              <a:defRPr sz="600" b="0" i="0">
                <a:solidFill>
                  <a:schemeClr val="tx2"/>
                </a:solidFill>
              </a:defRPr>
            </a:lvl1pPr>
          </a:lstStyle>
          <a:p>
            <a:endParaRPr lang="en-RU"/>
          </a:p>
        </p:txBody>
      </p:sp>
      <p:sp>
        <p:nvSpPr>
          <p:cNvPr id="36" name="Picture Placeholder 2">
            <a:extLst>
              <a:ext uri="{FF2B5EF4-FFF2-40B4-BE49-F238E27FC236}">
                <a16:creationId xmlns:a16="http://schemas.microsoft.com/office/drawing/2014/main" id="{0878085A-B695-0ACE-ED86-DE6F934FD6F5}"/>
              </a:ext>
            </a:extLst>
          </p:cNvPr>
          <p:cNvSpPr>
            <a:spLocks noGrp="1"/>
          </p:cNvSpPr>
          <p:nvPr>
            <p:ph type="pic" sz="quarter" idx="39"/>
          </p:nvPr>
        </p:nvSpPr>
        <p:spPr>
          <a:xfrm>
            <a:off x="10259314" y="4066455"/>
            <a:ext cx="775495" cy="775495"/>
          </a:xfrm>
        </p:spPr>
        <p:txBody>
          <a:bodyPr anchor="ctr"/>
          <a:lstStyle>
            <a:lvl1pPr marL="0" indent="0" algn="ctr">
              <a:buNone/>
              <a:defRPr sz="600" b="0" i="0">
                <a:solidFill>
                  <a:schemeClr val="tx2"/>
                </a:solidFill>
              </a:defRPr>
            </a:lvl1pPr>
          </a:lstStyle>
          <a:p>
            <a:endParaRPr lang="en-RU"/>
          </a:p>
        </p:txBody>
      </p:sp>
    </p:spTree>
    <p:extLst>
      <p:ext uri="{BB962C8B-B14F-4D97-AF65-F5344CB8AC3E}">
        <p14:creationId xmlns:p14="http://schemas.microsoft.com/office/powerpoint/2010/main" val="2195213196"/>
      </p:ext>
    </p:extLst>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7_Two Content">
    <p:spTree>
      <p:nvGrpSpPr>
        <p:cNvPr id="1" name=""/>
        <p:cNvGrpSpPr/>
        <p:nvPr/>
      </p:nvGrpSpPr>
      <p:grpSpPr>
        <a:xfrm>
          <a:off x="0" y="0"/>
          <a:ext cx="0" cy="0"/>
          <a:chOff x="0" y="0"/>
          <a:chExt cx="0" cy="0"/>
        </a:xfrm>
      </p:grpSpPr>
      <p:sp>
        <p:nvSpPr>
          <p:cNvPr id="8" name="Title Placeholder 1">
            <a:extLst>
              <a:ext uri="{FF2B5EF4-FFF2-40B4-BE49-F238E27FC236}">
                <a16:creationId xmlns:a16="http://schemas.microsoft.com/office/drawing/2014/main" id="{1D241DD7-699E-CE2D-3902-E0A9DDC26EB4}"/>
              </a:ext>
            </a:extLst>
          </p:cNvPr>
          <p:cNvSpPr>
            <a:spLocks noGrp="1"/>
          </p:cNvSpPr>
          <p:nvPr>
            <p:ph type="title" hasCustomPrompt="1"/>
          </p:nvPr>
        </p:nvSpPr>
        <p:spPr>
          <a:xfrm>
            <a:off x="515938" y="424729"/>
            <a:ext cx="11139769" cy="861518"/>
          </a:xfrm>
          <a:prstGeom prst="rect">
            <a:avLst/>
          </a:prstGeom>
        </p:spPr>
        <p:txBody>
          <a:bodyPr vert="horz" wrap="square" lIns="0" tIns="0" rIns="0" bIns="0" rtlCol="0">
            <a:spAutoFit/>
          </a:bodyPr>
          <a:lstStyle>
            <a:lvl1pPr>
              <a:defRPr lang="en-US" sz="2799">
                <a:ea typeface="Helvetica Neue Light" panose="02000403000000020004" pitchFamily="2" charset="0"/>
                <a:cs typeface="Arial" panose="020B0604020202020204" pitchFamily="34" charset="0"/>
              </a:defRPr>
            </a:lvl1pPr>
          </a:lstStyle>
          <a:p>
            <a:pPr marL="0" lvl="0" indent="0">
              <a:spcBef>
                <a:spcPts val="1000"/>
              </a:spcBef>
              <a:buFont typeface="Arial" panose="020B0604020202020204" pitchFamily="34" charset="0"/>
            </a:pPr>
            <a:r>
              <a:rPr lang="en-US"/>
              <a:t>Click to edit </a:t>
            </a:r>
            <a:br>
              <a:rPr lang="en-US"/>
            </a:br>
            <a:r>
              <a:rPr lang="en-US"/>
              <a:t>Master title style</a:t>
            </a:r>
          </a:p>
        </p:txBody>
      </p:sp>
      <p:pic>
        <p:nvPicPr>
          <p:cNvPr id="3" name="Graphic 2">
            <a:extLst>
              <a:ext uri="{FF2B5EF4-FFF2-40B4-BE49-F238E27FC236}">
                <a16:creationId xmlns:a16="http://schemas.microsoft.com/office/drawing/2014/main" id="{80813C1E-D7E1-9D73-9919-5185394572BC}"/>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456998" y="-73567"/>
            <a:ext cx="673947" cy="871200"/>
          </a:xfrm>
          <a:prstGeom prst="rect">
            <a:avLst/>
          </a:prstGeom>
        </p:spPr>
      </p:pic>
      <p:sp>
        <p:nvSpPr>
          <p:cNvPr id="7" name="Slide Number Placeholder 4">
            <a:extLst>
              <a:ext uri="{FF2B5EF4-FFF2-40B4-BE49-F238E27FC236}">
                <a16:creationId xmlns:a16="http://schemas.microsoft.com/office/drawing/2014/main" id="{1EA8ACA1-AE0B-5C00-889C-93AB9C84673B}"/>
              </a:ext>
            </a:extLst>
          </p:cNvPr>
          <p:cNvSpPr txBox="1">
            <a:spLocks/>
          </p:cNvSpPr>
          <p:nvPr userDrawn="1"/>
        </p:nvSpPr>
        <p:spPr>
          <a:xfrm rot="10800000" flipV="1">
            <a:off x="11453018" y="6495047"/>
            <a:ext cx="442914" cy="181329"/>
          </a:xfrm>
          <a:prstGeom prst="rect">
            <a:avLst/>
          </a:prstGeom>
        </p:spPr>
        <p:txBody>
          <a:bodyPr anchor="ctr"/>
          <a:lstStyle>
            <a:defPPr>
              <a:defRPr lang="en-US"/>
            </a:defPPr>
            <a:lvl1pPr marL="0" algn="l" defTabSz="914400" rtl="0" eaLnBrk="1" latinLnBrk="0" hangingPunct="1">
              <a:defRPr sz="9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5473A78D-6B66-4448-A5A6-9C51E15137EC}" type="slidenum">
              <a:rPr lang="en-US" sz="900" smtClean="0">
                <a:solidFill>
                  <a:schemeClr val="tx1"/>
                </a:solidFill>
              </a:rPr>
              <a:pPr algn="ctr"/>
              <a:t>‹#›</a:t>
            </a:fld>
            <a:endParaRPr lang="en-US" sz="900">
              <a:solidFill>
                <a:schemeClr val="tx1"/>
              </a:solidFill>
            </a:endParaRPr>
          </a:p>
        </p:txBody>
      </p:sp>
      <p:sp>
        <p:nvSpPr>
          <p:cNvPr id="6" name="Text Placeholder 2">
            <a:extLst>
              <a:ext uri="{FF2B5EF4-FFF2-40B4-BE49-F238E27FC236}">
                <a16:creationId xmlns:a16="http://schemas.microsoft.com/office/drawing/2014/main" id="{1DC13A7F-B1B6-69E1-06FB-C1F6C4E3B8B0}"/>
              </a:ext>
            </a:extLst>
          </p:cNvPr>
          <p:cNvSpPr>
            <a:spLocks noGrp="1"/>
          </p:cNvSpPr>
          <p:nvPr>
            <p:ph type="body" idx="1" hasCustomPrompt="1"/>
          </p:nvPr>
        </p:nvSpPr>
        <p:spPr>
          <a:xfrm>
            <a:off x="515938" y="1533428"/>
            <a:ext cx="11158539" cy="246221"/>
          </a:xfrm>
          <a:prstGeom prst="rect">
            <a:avLst/>
          </a:prstGeom>
        </p:spPr>
        <p:txBody>
          <a:bodyPr anchor="b">
            <a:spAutoFit/>
          </a:bodyPr>
          <a:lstStyle>
            <a:lvl1pPr marL="0" indent="0">
              <a:buNone/>
              <a:defRPr sz="1600" b="0" i="0">
                <a:latin typeface="PP Neue Machina Plain" pitchFamily="2" charset="77"/>
              </a:defRPr>
            </a:lvl1pPr>
            <a:lvl2pPr marL="457086" indent="0">
              <a:buNone/>
              <a:defRPr sz="2000" b="1"/>
            </a:lvl2pPr>
            <a:lvl3pPr marL="914171" indent="0">
              <a:buNone/>
              <a:defRPr sz="1800" b="1"/>
            </a:lvl3pPr>
            <a:lvl4pPr marL="1371257" indent="0">
              <a:buNone/>
              <a:defRPr sz="1600" b="1"/>
            </a:lvl4pPr>
            <a:lvl5pPr marL="1828343" indent="0">
              <a:buNone/>
              <a:defRPr sz="1600" b="1"/>
            </a:lvl5pPr>
            <a:lvl6pPr marL="2285429" indent="0">
              <a:buNone/>
              <a:defRPr sz="1600" b="1"/>
            </a:lvl6pPr>
            <a:lvl7pPr marL="2742514" indent="0">
              <a:buNone/>
              <a:defRPr sz="1600" b="1"/>
            </a:lvl7pPr>
            <a:lvl8pPr marL="3199600" indent="0">
              <a:buNone/>
              <a:defRPr sz="1600" b="1"/>
            </a:lvl8pPr>
            <a:lvl9pPr marL="3656686" indent="0">
              <a:buNone/>
              <a:defRPr sz="1600" b="1"/>
            </a:lvl9pPr>
          </a:lstStyle>
          <a:p>
            <a:pPr lvl="0"/>
            <a:r>
              <a:rPr lang="en-US"/>
              <a:t>Click to edit master text styles</a:t>
            </a:r>
          </a:p>
        </p:txBody>
      </p:sp>
    </p:spTree>
    <p:extLst>
      <p:ext uri="{BB962C8B-B14F-4D97-AF65-F5344CB8AC3E}">
        <p14:creationId xmlns:p14="http://schemas.microsoft.com/office/powerpoint/2010/main" val="364763703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Custom Layout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D5C5E-A17F-962C-C2C4-ED4C1F590332}"/>
              </a:ext>
            </a:extLst>
          </p:cNvPr>
          <p:cNvSpPr>
            <a:spLocks noGrp="1"/>
          </p:cNvSpPr>
          <p:nvPr>
            <p:ph type="title"/>
          </p:nvPr>
        </p:nvSpPr>
        <p:spPr>
          <a:xfrm>
            <a:off x="515939" y="522810"/>
            <a:ext cx="10447626" cy="1167879"/>
          </a:xfrm>
          <a:prstGeom prst="rect">
            <a:avLst/>
          </a:prstGeom>
        </p:spPr>
        <p:txBody>
          <a:bodyPr/>
          <a:lstStyle/>
          <a:p>
            <a:r>
              <a:rPr lang="en-US"/>
              <a:t>Click to edit Master title style</a:t>
            </a:r>
          </a:p>
        </p:txBody>
      </p:sp>
      <p:pic>
        <p:nvPicPr>
          <p:cNvPr id="3" name="Graphic 2">
            <a:extLst>
              <a:ext uri="{FF2B5EF4-FFF2-40B4-BE49-F238E27FC236}">
                <a16:creationId xmlns:a16="http://schemas.microsoft.com/office/drawing/2014/main" id="{D9C99592-4018-6B04-1A65-43DD4E25E5FB}"/>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339089" y="87209"/>
            <a:ext cx="673947" cy="871200"/>
          </a:xfrm>
          <a:prstGeom prst="rect">
            <a:avLst/>
          </a:prstGeom>
        </p:spPr>
      </p:pic>
    </p:spTree>
    <p:extLst>
      <p:ext uri="{BB962C8B-B14F-4D97-AF65-F5344CB8AC3E}">
        <p14:creationId xmlns:p14="http://schemas.microsoft.com/office/powerpoint/2010/main" val="68840036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cSld name="Blank - Light">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48E0E94E-6C91-72EC-0C86-9045FE024F15}"/>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1339089" y="102191"/>
            <a:ext cx="673947" cy="871200"/>
          </a:xfrm>
          <a:prstGeom prst="rect">
            <a:avLst/>
          </a:prstGeom>
        </p:spPr>
      </p:pic>
    </p:spTree>
    <p:extLst>
      <p:ext uri="{BB962C8B-B14F-4D97-AF65-F5344CB8AC3E}">
        <p14:creationId xmlns:p14="http://schemas.microsoft.com/office/powerpoint/2010/main" val="404660931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13" Type="http://schemas.openxmlformats.org/officeDocument/2006/relationships/image" Target="../media/image4.svg"/><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image" Target="../media/image3.png"/><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image" Target="../media/image2.svg"/><Relationship Id="rId5" Type="http://schemas.openxmlformats.org/officeDocument/2006/relationships/slideLayout" Target="../slideLayouts/slideLayout8.xml"/><Relationship Id="rId10" Type="http://schemas.openxmlformats.org/officeDocument/2006/relationships/image" Target="../media/image1.png"/><Relationship Id="rId4" Type="http://schemas.openxmlformats.org/officeDocument/2006/relationships/slideLayout" Target="../slideLayouts/slideLayout7.xml"/><Relationship Id="rId9"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slideLayout" Target="../slideLayouts/slideLayout14.xml"/><Relationship Id="rId7" Type="http://schemas.openxmlformats.org/officeDocument/2006/relationships/image" Target="../media/image3.png"/><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3.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theme" Target="../theme/theme4.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5" Type="http://schemas.openxmlformats.org/officeDocument/2006/relationships/image" Target="../media/image2.svg"/><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DA2C381-613C-35D5-B071-866A31D29ABA}"/>
              </a:ext>
            </a:extLst>
          </p:cNvPr>
          <p:cNvSpPr>
            <a:spLocks noGrp="1"/>
          </p:cNvSpPr>
          <p:nvPr>
            <p:ph type="title"/>
          </p:nvPr>
        </p:nvSpPr>
        <p:spPr>
          <a:xfrm>
            <a:off x="515937" y="394087"/>
            <a:ext cx="11160121" cy="430887"/>
          </a:xfrm>
          <a:prstGeom prst="rect">
            <a:avLst/>
          </a:prstGeom>
        </p:spPr>
        <p:txBody>
          <a:bodyPr vert="horz" lIns="0" tIns="0" rIns="0" bIns="0" rtlCol="0" anchor="t">
            <a:sp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F316248D-B3A3-056F-8479-0D6380B8D80E}"/>
              </a:ext>
            </a:extLst>
          </p:cNvPr>
          <p:cNvSpPr>
            <a:spLocks noGrp="1"/>
          </p:cNvSpPr>
          <p:nvPr>
            <p:ph type="body" idx="1"/>
          </p:nvPr>
        </p:nvSpPr>
        <p:spPr>
          <a:xfrm>
            <a:off x="515937" y="1625600"/>
            <a:ext cx="11160123" cy="4605867"/>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grpSp>
        <p:nvGrpSpPr>
          <p:cNvPr id="7" name="Graphic 4">
            <a:extLst>
              <a:ext uri="{FF2B5EF4-FFF2-40B4-BE49-F238E27FC236}">
                <a16:creationId xmlns:a16="http://schemas.microsoft.com/office/drawing/2014/main" id="{FC3011FE-129A-723F-0258-2C3653C963AD}"/>
              </a:ext>
            </a:extLst>
          </p:cNvPr>
          <p:cNvGrpSpPr/>
          <p:nvPr/>
        </p:nvGrpSpPr>
        <p:grpSpPr>
          <a:xfrm>
            <a:off x="10864851" y="6468533"/>
            <a:ext cx="186267" cy="203200"/>
            <a:chOff x="8176402" y="4885530"/>
            <a:chExt cx="135493" cy="143018"/>
          </a:xfrm>
        </p:grpSpPr>
        <p:sp>
          <p:nvSpPr>
            <p:cNvPr id="21" name="Freeform: Shape 20">
              <a:extLst>
                <a:ext uri="{FF2B5EF4-FFF2-40B4-BE49-F238E27FC236}">
                  <a16:creationId xmlns:a16="http://schemas.microsoft.com/office/drawing/2014/main" id="{FDD1C6C7-4F4F-56E8-A7C8-A48C7E8DA5B6}"/>
                </a:ext>
              </a:extLst>
            </p:cNvPr>
            <p:cNvSpPr/>
            <p:nvPr/>
          </p:nvSpPr>
          <p:spPr>
            <a:xfrm>
              <a:off x="8176402" y="4885530"/>
              <a:ext cx="67770" cy="143018"/>
            </a:xfrm>
            <a:custGeom>
              <a:avLst/>
              <a:gdLst>
                <a:gd name="connsiteX0" fmla="*/ 67771 w 67770"/>
                <a:gd name="connsiteY0" fmla="*/ 0 h 143018"/>
                <a:gd name="connsiteX1" fmla="*/ 38767 w 67770"/>
                <a:gd name="connsiteY1" fmla="*/ 6144 h 143018"/>
                <a:gd name="connsiteX2" fmla="*/ 0 w 67770"/>
                <a:gd name="connsiteY2" fmla="*/ 143018 h 143018"/>
                <a:gd name="connsiteX3" fmla="*/ 33147 w 67770"/>
                <a:gd name="connsiteY3" fmla="*/ 135970 h 143018"/>
                <a:gd name="connsiteX4" fmla="*/ 44768 w 67770"/>
                <a:gd name="connsiteY4" fmla="*/ 93869 h 143018"/>
                <a:gd name="connsiteX5" fmla="*/ 67771 w 67770"/>
                <a:gd name="connsiteY5" fmla="*/ 88964 h 143018"/>
                <a:gd name="connsiteX6" fmla="*/ 67771 w 67770"/>
                <a:gd name="connsiteY6" fmla="*/ 60341 h 143018"/>
                <a:gd name="connsiteX7" fmla="*/ 53293 w 67770"/>
                <a:gd name="connsiteY7" fmla="*/ 63389 h 143018"/>
                <a:gd name="connsiteX8" fmla="*/ 67771 w 67770"/>
                <a:gd name="connsiteY8" fmla="*/ 11097 h 143018"/>
                <a:gd name="connsiteX9" fmla="*/ 67771 w 67770"/>
                <a:gd name="connsiteY9" fmla="*/ 0 h 143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770" h="143018">
                  <a:moveTo>
                    <a:pt x="67771" y="0"/>
                  </a:moveTo>
                  <a:lnTo>
                    <a:pt x="38767" y="6144"/>
                  </a:lnTo>
                  <a:lnTo>
                    <a:pt x="0" y="143018"/>
                  </a:lnTo>
                  <a:lnTo>
                    <a:pt x="33147" y="135970"/>
                  </a:lnTo>
                  <a:lnTo>
                    <a:pt x="44768" y="93869"/>
                  </a:lnTo>
                  <a:lnTo>
                    <a:pt x="67771" y="88964"/>
                  </a:lnTo>
                  <a:lnTo>
                    <a:pt x="67771" y="60341"/>
                  </a:lnTo>
                  <a:lnTo>
                    <a:pt x="53293" y="63389"/>
                  </a:lnTo>
                  <a:lnTo>
                    <a:pt x="67771" y="11097"/>
                  </a:lnTo>
                  <a:lnTo>
                    <a:pt x="67771" y="0"/>
                  </a:lnTo>
                  <a:close/>
                </a:path>
              </a:pathLst>
            </a:custGeom>
            <a:solidFill>
              <a:srgbClr val="000000"/>
            </a:solidFill>
            <a:ln w="4763" cap="flat">
              <a:noFill/>
              <a:prstDash val="solid"/>
              <a:miter/>
            </a:ln>
          </p:spPr>
          <p:txBody>
            <a:bodyPr rtlCol="0" anchor="ctr"/>
            <a:lstStyle/>
            <a:p>
              <a:endParaRPr lang="en-AU" sz="2400"/>
            </a:p>
          </p:txBody>
        </p:sp>
        <p:sp>
          <p:nvSpPr>
            <p:cNvPr id="22" name="Freeform: Shape 21">
              <a:extLst>
                <a:ext uri="{FF2B5EF4-FFF2-40B4-BE49-F238E27FC236}">
                  <a16:creationId xmlns:a16="http://schemas.microsoft.com/office/drawing/2014/main" id="{DABD7C35-BA12-9F26-537D-75B82B7D3876}"/>
                </a:ext>
              </a:extLst>
            </p:cNvPr>
            <p:cNvSpPr/>
            <p:nvPr/>
          </p:nvSpPr>
          <p:spPr>
            <a:xfrm>
              <a:off x="8244173" y="4885530"/>
              <a:ext cx="67722" cy="143018"/>
            </a:xfrm>
            <a:custGeom>
              <a:avLst/>
              <a:gdLst>
                <a:gd name="connsiteX0" fmla="*/ 0 w 67722"/>
                <a:gd name="connsiteY0" fmla="*/ 0 h 143018"/>
                <a:gd name="connsiteX1" fmla="*/ 0 w 67722"/>
                <a:gd name="connsiteY1" fmla="*/ 11097 h 143018"/>
                <a:gd name="connsiteX2" fmla="*/ 14478 w 67722"/>
                <a:gd name="connsiteY2" fmla="*/ 63389 h 143018"/>
                <a:gd name="connsiteX3" fmla="*/ 0 w 67722"/>
                <a:gd name="connsiteY3" fmla="*/ 60341 h 143018"/>
                <a:gd name="connsiteX4" fmla="*/ 0 w 67722"/>
                <a:gd name="connsiteY4" fmla="*/ 88964 h 143018"/>
                <a:gd name="connsiteX5" fmla="*/ 22955 w 67722"/>
                <a:gd name="connsiteY5" fmla="*/ 93869 h 143018"/>
                <a:gd name="connsiteX6" fmla="*/ 34575 w 67722"/>
                <a:gd name="connsiteY6" fmla="*/ 135970 h 143018"/>
                <a:gd name="connsiteX7" fmla="*/ 67723 w 67722"/>
                <a:gd name="connsiteY7" fmla="*/ 143018 h 143018"/>
                <a:gd name="connsiteX8" fmla="*/ 28956 w 67722"/>
                <a:gd name="connsiteY8" fmla="*/ 6144 h 143018"/>
                <a:gd name="connsiteX9" fmla="*/ 0 w 67722"/>
                <a:gd name="connsiteY9" fmla="*/ 0 h 143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722" h="143018">
                  <a:moveTo>
                    <a:pt x="0" y="0"/>
                  </a:moveTo>
                  <a:lnTo>
                    <a:pt x="0" y="11097"/>
                  </a:lnTo>
                  <a:lnTo>
                    <a:pt x="14478" y="63389"/>
                  </a:lnTo>
                  <a:lnTo>
                    <a:pt x="0" y="60341"/>
                  </a:lnTo>
                  <a:lnTo>
                    <a:pt x="0" y="88964"/>
                  </a:lnTo>
                  <a:lnTo>
                    <a:pt x="22955" y="93869"/>
                  </a:lnTo>
                  <a:lnTo>
                    <a:pt x="34575" y="135970"/>
                  </a:lnTo>
                  <a:lnTo>
                    <a:pt x="67723" y="143018"/>
                  </a:lnTo>
                  <a:lnTo>
                    <a:pt x="28956" y="6144"/>
                  </a:lnTo>
                  <a:lnTo>
                    <a:pt x="0" y="0"/>
                  </a:lnTo>
                  <a:close/>
                </a:path>
              </a:pathLst>
            </a:custGeom>
            <a:solidFill>
              <a:srgbClr val="808080"/>
            </a:solidFill>
            <a:ln w="4763" cap="flat">
              <a:noFill/>
              <a:prstDash val="solid"/>
              <a:miter/>
            </a:ln>
          </p:spPr>
          <p:txBody>
            <a:bodyPr rtlCol="0" anchor="ctr"/>
            <a:lstStyle/>
            <a:p>
              <a:endParaRPr lang="en-AU" sz="2400"/>
            </a:p>
          </p:txBody>
        </p:sp>
      </p:grpSp>
      <p:sp>
        <p:nvSpPr>
          <p:cNvPr id="8" name="Slide Number Placeholder 18">
            <a:extLst>
              <a:ext uri="{FF2B5EF4-FFF2-40B4-BE49-F238E27FC236}">
                <a16:creationId xmlns:a16="http://schemas.microsoft.com/office/drawing/2014/main" id="{56348CC3-4D9E-3009-191A-52A4BBC22FD7}"/>
              </a:ext>
            </a:extLst>
          </p:cNvPr>
          <p:cNvSpPr txBox="1">
            <a:spLocks/>
          </p:cNvSpPr>
          <p:nvPr/>
        </p:nvSpPr>
        <p:spPr>
          <a:xfrm>
            <a:off x="1838618" y="6362699"/>
            <a:ext cx="419100" cy="246221"/>
          </a:xfrm>
          <a:prstGeom prst="rect">
            <a:avLst/>
          </a:prstGeom>
          <a:noFill/>
        </p:spPr>
        <p:txBody>
          <a:bodyPr wrap="square">
            <a:sp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ptos" panose="020B0004020202020204" pitchFamily="34" charset="0"/>
              <a:defRPr lang="en-AU" sz="800" b="0" i="0" u="none" strike="noStrike" cap="none" smtClean="0">
                <a:solidFill>
                  <a:srgbClr val="000000"/>
                </a:solidFill>
                <a:latin typeface="+mj-lt"/>
                <a:ea typeface="Aptos" panose="020B0004020202020204" pitchFamily="34" charset="0"/>
                <a:cs typeface="Aptos" panose="020B0004020202020204" pitchFamily="34" charset="0"/>
                <a:sym typeface="Aptos" panose="020B0004020202020204" pitchFamily="34" charset="0"/>
              </a:defRPr>
            </a:lvl1pPr>
            <a:lvl2pPr marR="0" lvl="1"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2pPr>
            <a:lvl3pPr marR="0" lvl="2"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3pPr>
            <a:lvl4pPr marR="0" lvl="3"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4pPr>
            <a:lvl5pPr marR="0" lvl="4"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5pPr>
            <a:lvl6pPr marR="0" lvl="5"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6pPr>
            <a:lvl7pPr marR="0" lvl="6"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7pPr>
            <a:lvl8pPr marR="0" lvl="7"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8pPr>
            <a:lvl9pPr marR="0" lvl="8"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9pPr>
          </a:lstStyle>
          <a:p>
            <a:fld id="{A2294E5B-DE56-4C0C-83A2-06393784158A}" type="slidenum">
              <a:rPr lang="en-AU" sz="1000" smtClean="0">
                <a:solidFill>
                  <a:schemeClr val="tx1"/>
                </a:solidFill>
                <a:latin typeface="Verdana" panose="020B0604030504040204" pitchFamily="34" charset="0"/>
                <a:ea typeface="Verdana" panose="020B0604030504040204" pitchFamily="34" charset="0"/>
                <a:cs typeface="Verdana" panose="020B0604030504040204" pitchFamily="34" charset="0"/>
              </a:rPr>
              <a:pPr/>
              <a:t>‹#›</a:t>
            </a:fld>
            <a:endParaRPr lang="en-AU" sz="100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
        <p:nvSpPr>
          <p:cNvPr id="9" name="TextBox 8">
            <a:extLst>
              <a:ext uri="{FF2B5EF4-FFF2-40B4-BE49-F238E27FC236}">
                <a16:creationId xmlns:a16="http://schemas.microsoft.com/office/drawing/2014/main" id="{BDB4E33F-C9AE-AD75-BA0B-87F4D61986B6}"/>
              </a:ext>
            </a:extLst>
          </p:cNvPr>
          <p:cNvSpPr txBox="1"/>
          <p:nvPr/>
        </p:nvSpPr>
        <p:spPr>
          <a:xfrm>
            <a:off x="274789" y="6362693"/>
            <a:ext cx="1663700" cy="246221"/>
          </a:xfrm>
          <a:prstGeom prst="rect">
            <a:avLst/>
          </a:prstGeom>
          <a:noFill/>
        </p:spPr>
        <p:txBody>
          <a:bodyPr wrap="square">
            <a:spAutoFit/>
          </a:bodyPr>
          <a:lstStyle/>
          <a:p>
            <a:pPr algn="l"/>
            <a:r>
              <a:rPr lang="en-US" sz="1000" b="0" i="0">
                <a:solidFill>
                  <a:schemeClr val="tx1"/>
                </a:solidFill>
                <a:latin typeface="Verdana" panose="020B0604030504040204" pitchFamily="34" charset="0"/>
                <a:ea typeface="Verdana" panose="020B0604030504040204" pitchFamily="34" charset="0"/>
                <a:cs typeface="Verdana" panose="020B0604030504040204" pitchFamily="34" charset="0"/>
              </a:rPr>
              <a:t>Ascendion Confidential</a:t>
            </a:r>
          </a:p>
        </p:txBody>
      </p:sp>
      <p:sp>
        <p:nvSpPr>
          <p:cNvPr id="4" name="Graphic 10">
            <a:extLst>
              <a:ext uri="{FF2B5EF4-FFF2-40B4-BE49-F238E27FC236}">
                <a16:creationId xmlns:a16="http://schemas.microsoft.com/office/drawing/2014/main" id="{34A157B6-58AF-33D6-96CC-D1BE31D6A076}"/>
              </a:ext>
            </a:extLst>
          </p:cNvPr>
          <p:cNvSpPr/>
          <p:nvPr/>
        </p:nvSpPr>
        <p:spPr>
          <a:xfrm>
            <a:off x="2356339" y="6337426"/>
            <a:ext cx="9835661" cy="179324"/>
          </a:xfrm>
          <a:custGeom>
            <a:avLst/>
            <a:gdLst>
              <a:gd name="connsiteX0" fmla="*/ 5829300 w 5829300"/>
              <a:gd name="connsiteY0" fmla="*/ 134493 h 134493"/>
              <a:gd name="connsiteX1" fmla="*/ 5541740 w 5829300"/>
              <a:gd name="connsiteY1" fmla="*/ 134493 h 134493"/>
              <a:gd name="connsiteX2" fmla="*/ 4915853 w 5829300"/>
              <a:gd name="connsiteY2" fmla="*/ 0 h 134493"/>
              <a:gd name="connsiteX3" fmla="*/ 4285393 w 5829300"/>
              <a:gd name="connsiteY3" fmla="*/ 134493 h 134493"/>
              <a:gd name="connsiteX4" fmla="*/ 0 w 5829300"/>
              <a:gd name="connsiteY4" fmla="*/ 134493 h 134493"/>
              <a:gd name="connsiteX0" fmla="*/ 7376746 w 7376746"/>
              <a:gd name="connsiteY0" fmla="*/ 134493 h 134493"/>
              <a:gd name="connsiteX1" fmla="*/ 7089186 w 7376746"/>
              <a:gd name="connsiteY1" fmla="*/ 134493 h 134493"/>
              <a:gd name="connsiteX2" fmla="*/ 6463299 w 7376746"/>
              <a:gd name="connsiteY2" fmla="*/ 0 h 134493"/>
              <a:gd name="connsiteX3" fmla="*/ 5832839 w 7376746"/>
              <a:gd name="connsiteY3" fmla="*/ 134493 h 134493"/>
              <a:gd name="connsiteX4" fmla="*/ 0 w 7376746"/>
              <a:gd name="connsiteY4" fmla="*/ 134493 h 1344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76746" h="134493">
                <a:moveTo>
                  <a:pt x="7376746" y="134493"/>
                </a:moveTo>
                <a:lnTo>
                  <a:pt x="7089186" y="134493"/>
                </a:lnTo>
                <a:lnTo>
                  <a:pt x="6463299" y="0"/>
                </a:lnTo>
                <a:lnTo>
                  <a:pt x="5832839" y="134493"/>
                </a:lnTo>
                <a:lnTo>
                  <a:pt x="0" y="134493"/>
                </a:lnTo>
              </a:path>
            </a:pathLst>
          </a:custGeom>
          <a:noFill/>
          <a:ln w="9525" cap="flat">
            <a:solidFill>
              <a:schemeClr val="tx1"/>
            </a:solidFill>
            <a:prstDash val="solid"/>
            <a:miter/>
          </a:ln>
        </p:spPr>
        <p:txBody>
          <a:bodyPr rtlCol="0" anchor="ctr"/>
          <a:lstStyle/>
          <a:p>
            <a:endParaRPr lang="en-US" sz="2400"/>
          </a:p>
        </p:txBody>
      </p:sp>
      <p:cxnSp>
        <p:nvCxnSpPr>
          <p:cNvPr id="13" name="Straight Connector 12">
            <a:extLst>
              <a:ext uri="{FF2B5EF4-FFF2-40B4-BE49-F238E27FC236}">
                <a16:creationId xmlns:a16="http://schemas.microsoft.com/office/drawing/2014/main" id="{8A8BB966-C387-C92B-FA58-18AA05DC5645}"/>
              </a:ext>
            </a:extLst>
          </p:cNvPr>
          <p:cNvCxnSpPr>
            <a:cxnSpLocks/>
          </p:cNvCxnSpPr>
          <p:nvPr/>
        </p:nvCxnSpPr>
        <p:spPr>
          <a:xfrm>
            <a:off x="0" y="6515100"/>
            <a:ext cx="304800" cy="0"/>
          </a:xfrm>
          <a:prstGeom prst="line">
            <a:avLst/>
          </a:prstGeom>
          <a:noFill/>
          <a:ln w="9525" cap="flat">
            <a:solidFill>
              <a:schemeClr val="tx1"/>
            </a:solidFill>
            <a:prstDash val="solid"/>
            <a:miter/>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83920539"/>
      </p:ext>
    </p:extLst>
  </p:cSld>
  <p:clrMap bg1="lt1" tx1="dk1" bg2="lt2" tx2="dk2" accent1="accent1" accent2="accent2" accent3="accent3" accent4="accent4" accent5="accent5" accent6="accent6" hlink="hlink" folHlink="folHlink"/>
  <p:sldLayoutIdLst>
    <p:sldLayoutId id="2147483669" r:id="rId1"/>
    <p:sldLayoutId id="2147483675" r:id="rId2"/>
    <p:sldLayoutId id="2147483711" r:id="rId3"/>
  </p:sldLayoutIdLst>
  <p:hf hdr="0" dt="0"/>
  <p:txStyles>
    <p:titleStyle>
      <a:lvl1pPr algn="l" defTabSz="914377" rtl="0" eaLnBrk="1" latinLnBrk="0" hangingPunct="1">
        <a:lnSpc>
          <a:spcPct val="100000"/>
        </a:lnSpc>
        <a:spcBef>
          <a:spcPct val="0"/>
        </a:spcBef>
        <a:spcAft>
          <a:spcPts val="600"/>
        </a:spcAft>
        <a:buNone/>
        <a:defRPr sz="2800" b="1" i="0" kern="1200">
          <a:solidFill>
            <a:schemeClr val="tx1"/>
          </a:solidFill>
          <a:latin typeface="PP Neue Machina Plain Ultrabold" pitchFamily="50" charset="0"/>
          <a:ea typeface="+mj-ea"/>
          <a:cs typeface="+mj-cs"/>
        </a:defRPr>
      </a:lvl1pPr>
    </p:titleStyle>
    <p:bodyStyle>
      <a:lvl1pPr marL="228594" indent="-228594" algn="l" defTabSz="914377" rtl="0" eaLnBrk="1" latinLnBrk="0" hangingPunct="1">
        <a:lnSpc>
          <a:spcPct val="100000"/>
        </a:lnSpc>
        <a:spcBef>
          <a:spcPts val="1000"/>
        </a:spcBef>
        <a:spcAft>
          <a:spcPts val="600"/>
        </a:spcAft>
        <a:buFont typeface="Aptos" panose="020B0004020202020204" pitchFamily="34" charset="0"/>
        <a:buChar char="•"/>
        <a:defRPr sz="1867"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685783" indent="-228594" algn="l" defTabSz="914377" rtl="0" eaLnBrk="1" latinLnBrk="0" hangingPunct="1">
        <a:lnSpc>
          <a:spcPct val="100000"/>
        </a:lnSpc>
        <a:spcBef>
          <a:spcPts val="500"/>
        </a:spcBef>
        <a:spcAft>
          <a:spcPts val="600"/>
        </a:spcAft>
        <a:buFont typeface="Aptos" panose="020B0004020202020204" pitchFamily="34" charset="0"/>
        <a:buChar char="•"/>
        <a:defRPr sz="16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2971" indent="-228594" algn="l" defTabSz="914377" rtl="0" eaLnBrk="1" latinLnBrk="0" hangingPunct="1">
        <a:lnSpc>
          <a:spcPct val="100000"/>
        </a:lnSpc>
        <a:spcBef>
          <a:spcPts val="500"/>
        </a:spcBef>
        <a:spcAft>
          <a:spcPts val="600"/>
        </a:spcAft>
        <a:buFont typeface="Aptos" panose="020B0004020202020204" pitchFamily="34" charset="0"/>
        <a:buChar char="•"/>
        <a:defRPr sz="1333"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160" indent="-228594" algn="l" defTabSz="914377" rtl="0" eaLnBrk="1" latinLnBrk="0" hangingPunct="1">
        <a:lnSpc>
          <a:spcPct val="90000"/>
        </a:lnSpc>
        <a:spcBef>
          <a:spcPts val="500"/>
        </a:spcBef>
        <a:buFont typeface="Aptos" panose="020B0004020202020204" pitchFamily="34" charset="0"/>
        <a:buChar char="•"/>
        <a:defRPr sz="1200" b="0" i="0" kern="1200">
          <a:solidFill>
            <a:schemeClr val="tx1"/>
          </a:solidFill>
          <a:latin typeface="Aptos" panose="020B0004020202020204" pitchFamily="34" charset="0"/>
          <a:ea typeface="+mn-ea"/>
          <a:cs typeface="Aptos" panose="020B0004020202020204" pitchFamily="34" charset="0"/>
        </a:defRPr>
      </a:lvl4pPr>
      <a:lvl5pPr marL="2057349" indent="-228594" algn="l" defTabSz="914377" rtl="0" eaLnBrk="1" latinLnBrk="0" hangingPunct="1">
        <a:lnSpc>
          <a:spcPct val="90000"/>
        </a:lnSpc>
        <a:spcBef>
          <a:spcPts val="500"/>
        </a:spcBef>
        <a:buFont typeface="Aptos" panose="020B0004020202020204" pitchFamily="34" charset="0"/>
        <a:buChar char="•"/>
        <a:defRPr sz="1200" b="0" i="0" kern="1200">
          <a:solidFill>
            <a:schemeClr val="tx1"/>
          </a:solidFill>
          <a:latin typeface="Aptos" panose="020B0004020202020204" pitchFamily="34" charset="0"/>
          <a:ea typeface="+mn-ea"/>
          <a:cs typeface="Aptos" panose="020B0004020202020204" pitchFamily="34" charset="0"/>
        </a:defRPr>
      </a:lvl5pPr>
      <a:lvl6pPr marL="2514537" indent="-228594" algn="l" defTabSz="914377" rtl="0" eaLnBrk="1" latinLnBrk="0" hangingPunct="1">
        <a:lnSpc>
          <a:spcPct val="90000"/>
        </a:lnSpc>
        <a:spcBef>
          <a:spcPts val="500"/>
        </a:spcBef>
        <a:buFont typeface="Aptos" panose="020B00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ptos" panose="020B00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ptos" panose="020B00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ptos" panose="020B00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944">
          <p15:clr>
            <a:srgbClr val="F26B43"/>
          </p15:clr>
        </p15:guide>
        <p15:guide id="2" pos="5521">
          <p15:clr>
            <a:srgbClr val="F26B43"/>
          </p15:clr>
        </p15:guide>
        <p15:guide id="3" pos="239">
          <p15:clr>
            <a:srgbClr val="F26B43"/>
          </p15:clr>
        </p15:guide>
        <p15:guide id="4" pos="7354">
          <p15:clr>
            <a:srgbClr val="F26B43"/>
          </p15:clr>
        </p15:guide>
        <p15:guide id="5" orient="horz" pos="3898">
          <p15:clr>
            <a:srgbClr val="F26B43"/>
          </p15:clr>
        </p15:guide>
        <p15:guide id="6" orient="horz" pos="758">
          <p15:clr>
            <a:srgbClr val="F26B43"/>
          </p15:clr>
        </p15:guide>
        <p15:guide id="7" pos="2880">
          <p15:clr>
            <a:srgbClr val="F26B43"/>
          </p15:clr>
        </p15:guide>
        <p15:guide id="8" orient="horz" pos="645">
          <p15:clr>
            <a:srgbClr val="F26B43"/>
          </p15:clr>
        </p15:guide>
        <p15:guide id="9" orient="horz" pos="36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DA2C381-613C-35D5-B071-866A31D29ABA}"/>
              </a:ext>
            </a:extLst>
          </p:cNvPr>
          <p:cNvSpPr>
            <a:spLocks noGrp="1"/>
          </p:cNvSpPr>
          <p:nvPr>
            <p:ph type="title"/>
          </p:nvPr>
        </p:nvSpPr>
        <p:spPr>
          <a:xfrm>
            <a:off x="515937" y="394087"/>
            <a:ext cx="11160121" cy="430887"/>
          </a:xfrm>
          <a:prstGeom prst="rect">
            <a:avLst/>
          </a:prstGeom>
        </p:spPr>
        <p:txBody>
          <a:bodyPr vert="horz" lIns="0" tIns="0" rIns="0" bIns="0" rtlCol="0" anchor="t">
            <a:spAutoFit/>
          </a:bodyPr>
          <a:lstStyle/>
          <a:p>
            <a:r>
              <a:rPr lang="en-US"/>
              <a:t>Click to edit Master title style</a:t>
            </a:r>
          </a:p>
        </p:txBody>
      </p:sp>
      <p:sp>
        <p:nvSpPr>
          <p:cNvPr id="3" name="Text Placeholder 2">
            <a:extLst>
              <a:ext uri="{FF2B5EF4-FFF2-40B4-BE49-F238E27FC236}">
                <a16:creationId xmlns:a16="http://schemas.microsoft.com/office/drawing/2014/main" id="{F316248D-B3A3-056F-8479-0D6380B8D80E}"/>
              </a:ext>
            </a:extLst>
          </p:cNvPr>
          <p:cNvSpPr>
            <a:spLocks noGrp="1"/>
          </p:cNvSpPr>
          <p:nvPr>
            <p:ph type="body" idx="1"/>
          </p:nvPr>
        </p:nvSpPr>
        <p:spPr>
          <a:xfrm>
            <a:off x="515937" y="1625600"/>
            <a:ext cx="11160123" cy="4605867"/>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grpSp>
        <p:nvGrpSpPr>
          <p:cNvPr id="7" name="Graphic 4">
            <a:extLst>
              <a:ext uri="{FF2B5EF4-FFF2-40B4-BE49-F238E27FC236}">
                <a16:creationId xmlns:a16="http://schemas.microsoft.com/office/drawing/2014/main" id="{FC3011FE-129A-723F-0258-2C3653C963AD}"/>
              </a:ext>
            </a:extLst>
          </p:cNvPr>
          <p:cNvGrpSpPr/>
          <p:nvPr/>
        </p:nvGrpSpPr>
        <p:grpSpPr>
          <a:xfrm>
            <a:off x="10864851" y="6468533"/>
            <a:ext cx="186267" cy="203200"/>
            <a:chOff x="8176402" y="4885530"/>
            <a:chExt cx="135493" cy="143018"/>
          </a:xfrm>
        </p:grpSpPr>
        <p:sp>
          <p:nvSpPr>
            <p:cNvPr id="21" name="Freeform: Shape 20">
              <a:extLst>
                <a:ext uri="{FF2B5EF4-FFF2-40B4-BE49-F238E27FC236}">
                  <a16:creationId xmlns:a16="http://schemas.microsoft.com/office/drawing/2014/main" id="{FDD1C6C7-4F4F-56E8-A7C8-A48C7E8DA5B6}"/>
                </a:ext>
              </a:extLst>
            </p:cNvPr>
            <p:cNvSpPr/>
            <p:nvPr/>
          </p:nvSpPr>
          <p:spPr>
            <a:xfrm>
              <a:off x="8176402" y="4885530"/>
              <a:ext cx="67770" cy="143018"/>
            </a:xfrm>
            <a:custGeom>
              <a:avLst/>
              <a:gdLst>
                <a:gd name="connsiteX0" fmla="*/ 67771 w 67770"/>
                <a:gd name="connsiteY0" fmla="*/ 0 h 143018"/>
                <a:gd name="connsiteX1" fmla="*/ 38767 w 67770"/>
                <a:gd name="connsiteY1" fmla="*/ 6144 h 143018"/>
                <a:gd name="connsiteX2" fmla="*/ 0 w 67770"/>
                <a:gd name="connsiteY2" fmla="*/ 143018 h 143018"/>
                <a:gd name="connsiteX3" fmla="*/ 33147 w 67770"/>
                <a:gd name="connsiteY3" fmla="*/ 135970 h 143018"/>
                <a:gd name="connsiteX4" fmla="*/ 44768 w 67770"/>
                <a:gd name="connsiteY4" fmla="*/ 93869 h 143018"/>
                <a:gd name="connsiteX5" fmla="*/ 67771 w 67770"/>
                <a:gd name="connsiteY5" fmla="*/ 88964 h 143018"/>
                <a:gd name="connsiteX6" fmla="*/ 67771 w 67770"/>
                <a:gd name="connsiteY6" fmla="*/ 60341 h 143018"/>
                <a:gd name="connsiteX7" fmla="*/ 53293 w 67770"/>
                <a:gd name="connsiteY7" fmla="*/ 63389 h 143018"/>
                <a:gd name="connsiteX8" fmla="*/ 67771 w 67770"/>
                <a:gd name="connsiteY8" fmla="*/ 11097 h 143018"/>
                <a:gd name="connsiteX9" fmla="*/ 67771 w 67770"/>
                <a:gd name="connsiteY9" fmla="*/ 0 h 143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770" h="143018">
                  <a:moveTo>
                    <a:pt x="67771" y="0"/>
                  </a:moveTo>
                  <a:lnTo>
                    <a:pt x="38767" y="6144"/>
                  </a:lnTo>
                  <a:lnTo>
                    <a:pt x="0" y="143018"/>
                  </a:lnTo>
                  <a:lnTo>
                    <a:pt x="33147" y="135970"/>
                  </a:lnTo>
                  <a:lnTo>
                    <a:pt x="44768" y="93869"/>
                  </a:lnTo>
                  <a:lnTo>
                    <a:pt x="67771" y="88964"/>
                  </a:lnTo>
                  <a:lnTo>
                    <a:pt x="67771" y="60341"/>
                  </a:lnTo>
                  <a:lnTo>
                    <a:pt x="53293" y="63389"/>
                  </a:lnTo>
                  <a:lnTo>
                    <a:pt x="67771" y="11097"/>
                  </a:lnTo>
                  <a:lnTo>
                    <a:pt x="67771" y="0"/>
                  </a:lnTo>
                  <a:close/>
                </a:path>
              </a:pathLst>
            </a:custGeom>
            <a:solidFill>
              <a:srgbClr val="000000"/>
            </a:solidFill>
            <a:ln w="4763" cap="flat">
              <a:noFill/>
              <a:prstDash val="solid"/>
              <a:miter/>
            </a:ln>
          </p:spPr>
          <p:txBody>
            <a:bodyPr rtlCol="0" anchor="ctr"/>
            <a:lstStyle/>
            <a:p>
              <a:endParaRPr lang="en-AU" sz="2400"/>
            </a:p>
          </p:txBody>
        </p:sp>
        <p:sp>
          <p:nvSpPr>
            <p:cNvPr id="22" name="Freeform: Shape 21">
              <a:extLst>
                <a:ext uri="{FF2B5EF4-FFF2-40B4-BE49-F238E27FC236}">
                  <a16:creationId xmlns:a16="http://schemas.microsoft.com/office/drawing/2014/main" id="{DABD7C35-BA12-9F26-537D-75B82B7D3876}"/>
                </a:ext>
              </a:extLst>
            </p:cNvPr>
            <p:cNvSpPr/>
            <p:nvPr/>
          </p:nvSpPr>
          <p:spPr>
            <a:xfrm>
              <a:off x="8244173" y="4885530"/>
              <a:ext cx="67722" cy="143018"/>
            </a:xfrm>
            <a:custGeom>
              <a:avLst/>
              <a:gdLst>
                <a:gd name="connsiteX0" fmla="*/ 0 w 67722"/>
                <a:gd name="connsiteY0" fmla="*/ 0 h 143018"/>
                <a:gd name="connsiteX1" fmla="*/ 0 w 67722"/>
                <a:gd name="connsiteY1" fmla="*/ 11097 h 143018"/>
                <a:gd name="connsiteX2" fmla="*/ 14478 w 67722"/>
                <a:gd name="connsiteY2" fmla="*/ 63389 h 143018"/>
                <a:gd name="connsiteX3" fmla="*/ 0 w 67722"/>
                <a:gd name="connsiteY3" fmla="*/ 60341 h 143018"/>
                <a:gd name="connsiteX4" fmla="*/ 0 w 67722"/>
                <a:gd name="connsiteY4" fmla="*/ 88964 h 143018"/>
                <a:gd name="connsiteX5" fmla="*/ 22955 w 67722"/>
                <a:gd name="connsiteY5" fmla="*/ 93869 h 143018"/>
                <a:gd name="connsiteX6" fmla="*/ 34575 w 67722"/>
                <a:gd name="connsiteY6" fmla="*/ 135970 h 143018"/>
                <a:gd name="connsiteX7" fmla="*/ 67723 w 67722"/>
                <a:gd name="connsiteY7" fmla="*/ 143018 h 143018"/>
                <a:gd name="connsiteX8" fmla="*/ 28956 w 67722"/>
                <a:gd name="connsiteY8" fmla="*/ 6144 h 143018"/>
                <a:gd name="connsiteX9" fmla="*/ 0 w 67722"/>
                <a:gd name="connsiteY9" fmla="*/ 0 h 143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722" h="143018">
                  <a:moveTo>
                    <a:pt x="0" y="0"/>
                  </a:moveTo>
                  <a:lnTo>
                    <a:pt x="0" y="11097"/>
                  </a:lnTo>
                  <a:lnTo>
                    <a:pt x="14478" y="63389"/>
                  </a:lnTo>
                  <a:lnTo>
                    <a:pt x="0" y="60341"/>
                  </a:lnTo>
                  <a:lnTo>
                    <a:pt x="0" y="88964"/>
                  </a:lnTo>
                  <a:lnTo>
                    <a:pt x="22955" y="93869"/>
                  </a:lnTo>
                  <a:lnTo>
                    <a:pt x="34575" y="135970"/>
                  </a:lnTo>
                  <a:lnTo>
                    <a:pt x="67723" y="143018"/>
                  </a:lnTo>
                  <a:lnTo>
                    <a:pt x="28956" y="6144"/>
                  </a:lnTo>
                  <a:lnTo>
                    <a:pt x="0" y="0"/>
                  </a:lnTo>
                  <a:close/>
                </a:path>
              </a:pathLst>
            </a:custGeom>
            <a:solidFill>
              <a:srgbClr val="808080"/>
            </a:solidFill>
            <a:ln w="4763" cap="flat">
              <a:noFill/>
              <a:prstDash val="solid"/>
              <a:miter/>
            </a:ln>
          </p:spPr>
          <p:txBody>
            <a:bodyPr rtlCol="0" anchor="ctr"/>
            <a:lstStyle/>
            <a:p>
              <a:endParaRPr lang="en-AU" sz="2400"/>
            </a:p>
          </p:txBody>
        </p:sp>
      </p:grpSp>
      <p:sp>
        <p:nvSpPr>
          <p:cNvPr id="8" name="Slide Number Placeholder 18">
            <a:extLst>
              <a:ext uri="{FF2B5EF4-FFF2-40B4-BE49-F238E27FC236}">
                <a16:creationId xmlns:a16="http://schemas.microsoft.com/office/drawing/2014/main" id="{56348CC3-4D9E-3009-191A-52A4BBC22FD7}"/>
              </a:ext>
            </a:extLst>
          </p:cNvPr>
          <p:cNvSpPr txBox="1">
            <a:spLocks/>
          </p:cNvSpPr>
          <p:nvPr/>
        </p:nvSpPr>
        <p:spPr>
          <a:xfrm>
            <a:off x="1788162" y="6362699"/>
            <a:ext cx="469557" cy="235898"/>
          </a:xfrm>
          <a:prstGeom prst="rect">
            <a:avLst/>
          </a:prstGeom>
          <a:noFill/>
        </p:spPr>
        <p:txBody>
          <a:bodyPr wrap="square">
            <a:sp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ptos" panose="020B0004020202020204" pitchFamily="34" charset="0"/>
              <a:defRPr lang="en-AU" sz="800" b="0" i="0" u="none" strike="noStrike" cap="none" smtClean="0">
                <a:solidFill>
                  <a:srgbClr val="000000"/>
                </a:solidFill>
                <a:latin typeface="+mj-lt"/>
                <a:ea typeface="Aptos" panose="020B0004020202020204" pitchFamily="34" charset="0"/>
                <a:cs typeface="Aptos" panose="020B0004020202020204" pitchFamily="34" charset="0"/>
                <a:sym typeface="Aptos" panose="020B0004020202020204" pitchFamily="34" charset="0"/>
              </a:defRPr>
            </a:lvl1pPr>
            <a:lvl2pPr marR="0" lvl="1"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2pPr>
            <a:lvl3pPr marR="0" lvl="2"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3pPr>
            <a:lvl4pPr marR="0" lvl="3"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4pPr>
            <a:lvl5pPr marR="0" lvl="4"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5pPr>
            <a:lvl6pPr marR="0" lvl="5"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6pPr>
            <a:lvl7pPr marR="0" lvl="6"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7pPr>
            <a:lvl8pPr marR="0" lvl="7"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8pPr>
            <a:lvl9pPr marR="0" lvl="8"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9pPr>
          </a:lstStyle>
          <a:p>
            <a:fld id="{A2294E5B-DE56-4C0C-83A2-06393784158A}" type="slidenum">
              <a:rPr lang="en-AU" sz="933" smtClean="0">
                <a:solidFill>
                  <a:schemeClr val="tx1"/>
                </a:solidFill>
                <a:latin typeface="Verdana" panose="020B0604030504040204" pitchFamily="34" charset="0"/>
                <a:ea typeface="Verdana" panose="020B0604030504040204" pitchFamily="34" charset="0"/>
              </a:rPr>
              <a:pPr/>
              <a:t>‹#›</a:t>
            </a:fld>
            <a:endParaRPr lang="en-AU" sz="933">
              <a:solidFill>
                <a:schemeClr val="tx1"/>
              </a:solidFill>
              <a:latin typeface="Verdana" panose="020B0604030504040204" pitchFamily="34" charset="0"/>
              <a:ea typeface="Verdana" panose="020B0604030504040204" pitchFamily="34" charset="0"/>
            </a:endParaRPr>
          </a:p>
        </p:txBody>
      </p:sp>
      <p:sp>
        <p:nvSpPr>
          <p:cNvPr id="9" name="TextBox 8">
            <a:extLst>
              <a:ext uri="{FF2B5EF4-FFF2-40B4-BE49-F238E27FC236}">
                <a16:creationId xmlns:a16="http://schemas.microsoft.com/office/drawing/2014/main" id="{BDB4E33F-C9AE-AD75-BA0B-87F4D61986B6}"/>
              </a:ext>
            </a:extLst>
          </p:cNvPr>
          <p:cNvSpPr txBox="1"/>
          <p:nvPr/>
        </p:nvSpPr>
        <p:spPr>
          <a:xfrm>
            <a:off x="274789" y="6362694"/>
            <a:ext cx="1663700" cy="235898"/>
          </a:xfrm>
          <a:prstGeom prst="rect">
            <a:avLst/>
          </a:prstGeom>
          <a:noFill/>
        </p:spPr>
        <p:txBody>
          <a:bodyPr wrap="square">
            <a:spAutoFit/>
          </a:bodyPr>
          <a:lstStyle/>
          <a:p>
            <a:pPr algn="l"/>
            <a:r>
              <a:rPr lang="en-US" sz="933" b="0" i="0" baseline="0">
                <a:solidFill>
                  <a:schemeClr val="tx1"/>
                </a:solidFill>
                <a:latin typeface="Verdana" panose="020B0604030504040204" pitchFamily="34" charset="0"/>
                <a:ea typeface="Verdana" panose="020B0604030504040204" pitchFamily="34" charset="0"/>
              </a:rPr>
              <a:t>Ascendion Confidential</a:t>
            </a:r>
          </a:p>
        </p:txBody>
      </p:sp>
      <p:grpSp>
        <p:nvGrpSpPr>
          <p:cNvPr id="10" name="Group 9">
            <a:extLst>
              <a:ext uri="{FF2B5EF4-FFF2-40B4-BE49-F238E27FC236}">
                <a16:creationId xmlns:a16="http://schemas.microsoft.com/office/drawing/2014/main" id="{F89F6D20-3D67-87E7-261D-1DCB206478C6}"/>
              </a:ext>
            </a:extLst>
          </p:cNvPr>
          <p:cNvGrpSpPr/>
          <p:nvPr/>
        </p:nvGrpSpPr>
        <p:grpSpPr>
          <a:xfrm>
            <a:off x="2235200" y="6330950"/>
            <a:ext cx="9956800" cy="190500"/>
            <a:chOff x="1676400" y="4748212"/>
            <a:chExt cx="7467600" cy="142875"/>
          </a:xfrm>
        </p:grpSpPr>
        <p:pic>
          <p:nvPicPr>
            <p:cNvPr id="11" name="Graphic 10">
              <a:extLst>
                <a:ext uri="{FF2B5EF4-FFF2-40B4-BE49-F238E27FC236}">
                  <a16:creationId xmlns:a16="http://schemas.microsoft.com/office/drawing/2014/main" id="{34A157B6-58AF-33D6-96CC-D1BE31D6A076}"/>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3314700" y="4748212"/>
              <a:ext cx="5829300" cy="142875"/>
            </a:xfrm>
            <a:prstGeom prst="rect">
              <a:avLst/>
            </a:prstGeom>
          </p:spPr>
        </p:pic>
        <p:cxnSp>
          <p:nvCxnSpPr>
            <p:cNvPr id="12" name="Straight Connector 11">
              <a:extLst>
                <a:ext uri="{FF2B5EF4-FFF2-40B4-BE49-F238E27FC236}">
                  <a16:creationId xmlns:a16="http://schemas.microsoft.com/office/drawing/2014/main" id="{4CE8D9D0-0569-DD45-6782-7D118915BD01}"/>
                </a:ext>
              </a:extLst>
            </p:cNvPr>
            <p:cNvCxnSpPr>
              <a:cxnSpLocks/>
            </p:cNvCxnSpPr>
            <p:nvPr userDrawn="1"/>
          </p:nvCxnSpPr>
          <p:spPr>
            <a:xfrm>
              <a:off x="1676400" y="4886325"/>
              <a:ext cx="1676400" cy="0"/>
            </a:xfrm>
            <a:prstGeom prst="line">
              <a:avLst/>
            </a:prstGeom>
            <a:noFill/>
            <a:ln w="9525" cap="flat">
              <a:solidFill>
                <a:schemeClr val="tx1"/>
              </a:solidFill>
              <a:prstDash val="solid"/>
              <a:miter/>
            </a:ln>
          </p:spPr>
          <p:style>
            <a:lnRef idx="1">
              <a:schemeClr val="accent1"/>
            </a:lnRef>
            <a:fillRef idx="0">
              <a:schemeClr val="accent1"/>
            </a:fillRef>
            <a:effectRef idx="0">
              <a:schemeClr val="accent1"/>
            </a:effectRef>
            <a:fontRef idx="minor">
              <a:schemeClr val="tx1"/>
            </a:fontRef>
          </p:style>
        </p:cxnSp>
      </p:grpSp>
      <p:cxnSp>
        <p:nvCxnSpPr>
          <p:cNvPr id="13" name="Straight Connector 12">
            <a:extLst>
              <a:ext uri="{FF2B5EF4-FFF2-40B4-BE49-F238E27FC236}">
                <a16:creationId xmlns:a16="http://schemas.microsoft.com/office/drawing/2014/main" id="{8A8BB966-C387-C92B-FA58-18AA05DC5645}"/>
              </a:ext>
            </a:extLst>
          </p:cNvPr>
          <p:cNvCxnSpPr>
            <a:cxnSpLocks/>
          </p:cNvCxnSpPr>
          <p:nvPr/>
        </p:nvCxnSpPr>
        <p:spPr>
          <a:xfrm>
            <a:off x="0" y="6515100"/>
            <a:ext cx="304800" cy="0"/>
          </a:xfrm>
          <a:prstGeom prst="line">
            <a:avLst/>
          </a:prstGeom>
          <a:noFill/>
          <a:ln w="9525" cap="flat">
            <a:solidFill>
              <a:schemeClr val="tx1"/>
            </a:solidFill>
            <a:prstDash val="solid"/>
            <a:miter/>
          </a:ln>
        </p:spPr>
        <p:style>
          <a:lnRef idx="1">
            <a:schemeClr val="accent1"/>
          </a:lnRef>
          <a:fillRef idx="0">
            <a:schemeClr val="accent1"/>
          </a:fillRef>
          <a:effectRef idx="0">
            <a:schemeClr val="accent1"/>
          </a:effectRef>
          <a:fontRef idx="minor">
            <a:schemeClr val="tx1"/>
          </a:fontRef>
        </p:style>
      </p:cxnSp>
      <p:pic>
        <p:nvPicPr>
          <p:cNvPr id="4" name="Graphic 3">
            <a:extLst>
              <a:ext uri="{FF2B5EF4-FFF2-40B4-BE49-F238E27FC236}">
                <a16:creationId xmlns:a16="http://schemas.microsoft.com/office/drawing/2014/main" id="{D16B2F9D-A828-E075-4FC4-2CBFB43D4F4C}"/>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787400" y="2438400"/>
            <a:ext cx="648262" cy="1308100"/>
          </a:xfrm>
          <a:prstGeom prst="rect">
            <a:avLst/>
          </a:prstGeom>
        </p:spPr>
      </p:pic>
    </p:spTree>
    <p:extLst>
      <p:ext uri="{BB962C8B-B14F-4D97-AF65-F5344CB8AC3E}">
        <p14:creationId xmlns:p14="http://schemas.microsoft.com/office/powerpoint/2010/main" val="760041486"/>
      </p:ext>
    </p:extLst>
  </p:cSld>
  <p:clrMap bg1="lt1" tx1="dk1" bg2="lt2" tx2="dk2" accent1="accent1" accent2="accent2" accent3="accent3" accent4="accent4" accent5="accent5" accent6="accent6" hlink="hlink" folHlink="folHlink"/>
  <p:sldLayoutIdLst>
    <p:sldLayoutId id="2147483673" r:id="rId1"/>
    <p:sldLayoutId id="2147483714" r:id="rId2"/>
    <p:sldLayoutId id="2147483715" r:id="rId3"/>
    <p:sldLayoutId id="2147483716" r:id="rId4"/>
    <p:sldLayoutId id="2147483717" r:id="rId5"/>
    <p:sldLayoutId id="2147483674" r:id="rId6"/>
    <p:sldLayoutId id="2147483737" r:id="rId7"/>
    <p:sldLayoutId id="2147483738" r:id="rId8"/>
  </p:sldLayoutIdLst>
  <p:hf hdr="0" dt="0"/>
  <p:txStyles>
    <p:titleStyle>
      <a:lvl1pPr algn="l" defTabSz="914377" rtl="0" eaLnBrk="1" latinLnBrk="0" hangingPunct="1">
        <a:lnSpc>
          <a:spcPct val="100000"/>
        </a:lnSpc>
        <a:spcBef>
          <a:spcPct val="0"/>
        </a:spcBef>
        <a:spcAft>
          <a:spcPts val="600"/>
        </a:spcAft>
        <a:buNone/>
        <a:defRPr sz="2800" b="1" i="0" kern="1200">
          <a:solidFill>
            <a:schemeClr val="tx1"/>
          </a:solidFill>
          <a:latin typeface="PP Neue Machina Plain Ultrabold" pitchFamily="50" charset="0"/>
          <a:ea typeface="+mj-ea"/>
          <a:cs typeface="+mj-cs"/>
        </a:defRPr>
      </a:lvl1pPr>
    </p:titleStyle>
    <p:bodyStyle>
      <a:lvl1pPr marL="228594" indent="-228594" algn="l" defTabSz="914377" rtl="0" eaLnBrk="1" latinLnBrk="0" hangingPunct="1">
        <a:lnSpc>
          <a:spcPct val="100000"/>
        </a:lnSpc>
        <a:spcBef>
          <a:spcPts val="1000"/>
        </a:spcBef>
        <a:spcAft>
          <a:spcPts val="600"/>
        </a:spcAft>
        <a:buFont typeface="Aptos" panose="020B0004020202020204" pitchFamily="34" charset="0"/>
        <a:buChar char="•"/>
        <a:defRPr sz="16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685783" indent="-228594" algn="l" defTabSz="914377" rtl="0" eaLnBrk="1" latinLnBrk="0" hangingPunct="1">
        <a:lnSpc>
          <a:spcPct val="100000"/>
        </a:lnSpc>
        <a:spcBef>
          <a:spcPts val="500"/>
        </a:spcBef>
        <a:spcAft>
          <a:spcPts val="600"/>
        </a:spcAft>
        <a:buFont typeface="Aptos" panose="020B0004020202020204" pitchFamily="34" charset="0"/>
        <a:buChar char="•"/>
        <a:defRPr sz="1467"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2971" indent="-228594" algn="l" defTabSz="914377" rtl="0" eaLnBrk="1" latinLnBrk="0" hangingPunct="1">
        <a:lnSpc>
          <a:spcPct val="100000"/>
        </a:lnSpc>
        <a:spcBef>
          <a:spcPts val="500"/>
        </a:spcBef>
        <a:spcAft>
          <a:spcPts val="600"/>
        </a:spcAft>
        <a:buFont typeface="Aptos" panose="020B0004020202020204" pitchFamily="34" charset="0"/>
        <a:buChar char="•"/>
        <a:defRPr sz="12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160" indent="-228594" algn="l" defTabSz="914377" rtl="0" eaLnBrk="1" latinLnBrk="0" hangingPunct="1">
        <a:lnSpc>
          <a:spcPct val="90000"/>
        </a:lnSpc>
        <a:spcBef>
          <a:spcPts val="500"/>
        </a:spcBef>
        <a:buFont typeface="Aptos" panose="020B0004020202020204" pitchFamily="34" charset="0"/>
        <a:buChar char="•"/>
        <a:defRPr sz="1200" b="0" i="0" kern="1200">
          <a:solidFill>
            <a:schemeClr val="tx1"/>
          </a:solidFill>
          <a:latin typeface="Aptos" panose="020B0004020202020204" pitchFamily="34" charset="0"/>
          <a:ea typeface="+mn-ea"/>
          <a:cs typeface="Aptos" panose="020B0004020202020204" pitchFamily="34" charset="0"/>
        </a:defRPr>
      </a:lvl4pPr>
      <a:lvl5pPr marL="2057349" indent="-228594" algn="l" defTabSz="914377" rtl="0" eaLnBrk="1" latinLnBrk="0" hangingPunct="1">
        <a:lnSpc>
          <a:spcPct val="90000"/>
        </a:lnSpc>
        <a:spcBef>
          <a:spcPts val="500"/>
        </a:spcBef>
        <a:buFont typeface="Aptos" panose="020B0004020202020204" pitchFamily="34" charset="0"/>
        <a:buChar char="•"/>
        <a:defRPr sz="1200" b="0" i="0" kern="1200">
          <a:solidFill>
            <a:schemeClr val="tx1"/>
          </a:solidFill>
          <a:latin typeface="Aptos" panose="020B0004020202020204" pitchFamily="34" charset="0"/>
          <a:ea typeface="+mn-ea"/>
          <a:cs typeface="Aptos" panose="020B0004020202020204" pitchFamily="34" charset="0"/>
        </a:defRPr>
      </a:lvl5pPr>
      <a:lvl6pPr marL="2514537" indent="-228594" algn="l" defTabSz="914377" rtl="0" eaLnBrk="1" latinLnBrk="0" hangingPunct="1">
        <a:lnSpc>
          <a:spcPct val="90000"/>
        </a:lnSpc>
        <a:spcBef>
          <a:spcPts val="500"/>
        </a:spcBef>
        <a:buFont typeface="Aptos" panose="020B00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ptos" panose="020B00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ptos" panose="020B00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ptos" panose="020B00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944">
          <p15:clr>
            <a:srgbClr val="F26B43"/>
          </p15:clr>
        </p15:guide>
        <p15:guide id="2" pos="5521">
          <p15:clr>
            <a:srgbClr val="F26B43"/>
          </p15:clr>
        </p15:guide>
        <p15:guide id="3" pos="239">
          <p15:clr>
            <a:srgbClr val="F26B43"/>
          </p15:clr>
        </p15:guide>
        <p15:guide id="4" pos="7354">
          <p15:clr>
            <a:srgbClr val="F26B43"/>
          </p15:clr>
        </p15:guide>
        <p15:guide id="5" orient="horz" pos="3898">
          <p15:clr>
            <a:srgbClr val="F26B43"/>
          </p15:clr>
        </p15:guide>
        <p15:guide id="6" orient="horz" pos="758">
          <p15:clr>
            <a:srgbClr val="F26B43"/>
          </p15:clr>
        </p15:guide>
        <p15:guide id="7" pos="2880">
          <p15:clr>
            <a:srgbClr val="F26B43"/>
          </p15:clr>
        </p15:guide>
        <p15:guide id="8" orient="horz" pos="645">
          <p15:clr>
            <a:srgbClr val="F26B43"/>
          </p15:clr>
        </p15:guide>
        <p15:guide id="9" orient="horz" pos="368">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DA2C381-613C-35D5-B071-866A31D29ABA}"/>
              </a:ext>
            </a:extLst>
          </p:cNvPr>
          <p:cNvSpPr>
            <a:spLocks noGrp="1"/>
          </p:cNvSpPr>
          <p:nvPr>
            <p:ph type="title"/>
          </p:nvPr>
        </p:nvSpPr>
        <p:spPr>
          <a:xfrm>
            <a:off x="515937" y="298694"/>
            <a:ext cx="11160123" cy="323165"/>
          </a:xfrm>
          <a:prstGeom prst="rect">
            <a:avLst/>
          </a:prstGeom>
        </p:spPr>
        <p:txBody>
          <a:bodyPr vert="horz" lIns="0" tIns="0" rIns="0" bIns="0" rtlCol="0" anchor="t">
            <a:spAutoFit/>
          </a:bodyPr>
          <a:lstStyle/>
          <a:p>
            <a:r>
              <a:rPr lang="en-US"/>
              <a:t>Click To Edit Master Title Style</a:t>
            </a:r>
          </a:p>
        </p:txBody>
      </p:sp>
      <p:sp>
        <p:nvSpPr>
          <p:cNvPr id="3" name="Text Placeholder 2">
            <a:extLst>
              <a:ext uri="{FF2B5EF4-FFF2-40B4-BE49-F238E27FC236}">
                <a16:creationId xmlns:a16="http://schemas.microsoft.com/office/drawing/2014/main" id="{F316248D-B3A3-056F-8479-0D6380B8D80E}"/>
              </a:ext>
            </a:extLst>
          </p:cNvPr>
          <p:cNvSpPr>
            <a:spLocks noGrp="1"/>
          </p:cNvSpPr>
          <p:nvPr>
            <p:ph type="body" idx="1"/>
          </p:nvPr>
        </p:nvSpPr>
        <p:spPr>
          <a:xfrm>
            <a:off x="515937" y="1384449"/>
            <a:ext cx="11160123" cy="5095679"/>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sp>
        <p:nvSpPr>
          <p:cNvPr id="4" name="Rectangle 3">
            <a:extLst>
              <a:ext uri="{FF2B5EF4-FFF2-40B4-BE49-F238E27FC236}">
                <a16:creationId xmlns:a16="http://schemas.microsoft.com/office/drawing/2014/main" id="{223EA4FE-224E-754B-C5C7-AAE3298FC2E6}"/>
              </a:ext>
            </a:extLst>
          </p:cNvPr>
          <p:cNvSpPr/>
          <p:nvPr userDrawn="1"/>
        </p:nvSpPr>
        <p:spPr>
          <a:xfrm>
            <a:off x="12701832" y="1762648"/>
            <a:ext cx="238315" cy="620713"/>
          </a:xfrm>
          <a:prstGeom prst="rect">
            <a:avLst/>
          </a:prstGeom>
          <a:solidFill>
            <a:srgbClr val="00FAC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eaLnBrk="1" fontAlgn="auto" hangingPunct="1">
              <a:spcBef>
                <a:spcPts val="0"/>
              </a:spcBef>
              <a:spcAft>
                <a:spcPts val="300"/>
              </a:spcAft>
              <a:defRPr/>
            </a:pPr>
            <a:endParaRPr lang="en-US" sz="450" b="0" i="0">
              <a:solidFill>
                <a:srgbClr val="00FAC2"/>
              </a:solidFill>
              <a:latin typeface="Aptos" panose="020B0004020202020204" pitchFamily="34" charset="0"/>
            </a:endParaRPr>
          </a:p>
        </p:txBody>
      </p:sp>
      <p:sp>
        <p:nvSpPr>
          <p:cNvPr id="5" name="Rectangle 4">
            <a:extLst>
              <a:ext uri="{FF2B5EF4-FFF2-40B4-BE49-F238E27FC236}">
                <a16:creationId xmlns:a16="http://schemas.microsoft.com/office/drawing/2014/main" id="{A35364ED-621D-498B-F7BC-2B9283C220A1}"/>
              </a:ext>
            </a:extLst>
          </p:cNvPr>
          <p:cNvSpPr/>
          <p:nvPr userDrawn="1"/>
        </p:nvSpPr>
        <p:spPr>
          <a:xfrm>
            <a:off x="12701832" y="2378596"/>
            <a:ext cx="238315" cy="620712"/>
          </a:xfrm>
          <a:prstGeom prst="rect">
            <a:avLst/>
          </a:prstGeom>
          <a:solidFill>
            <a:srgbClr val="00856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eaLnBrk="1" fontAlgn="auto" hangingPunct="1">
              <a:spcBef>
                <a:spcPts val="0"/>
              </a:spcBef>
              <a:spcAft>
                <a:spcPts val="300"/>
              </a:spcAft>
              <a:defRPr/>
            </a:pPr>
            <a:endParaRPr lang="en-US" sz="450" b="0" i="0">
              <a:latin typeface="Aptos" panose="020B0004020202020204" pitchFamily="34" charset="0"/>
            </a:endParaRPr>
          </a:p>
        </p:txBody>
      </p:sp>
      <p:sp>
        <p:nvSpPr>
          <p:cNvPr id="6" name="Rectangle 5">
            <a:extLst>
              <a:ext uri="{FF2B5EF4-FFF2-40B4-BE49-F238E27FC236}">
                <a16:creationId xmlns:a16="http://schemas.microsoft.com/office/drawing/2014/main" id="{67FEF31F-FBEA-6060-FBBD-E49E040FE0BB}"/>
              </a:ext>
            </a:extLst>
          </p:cNvPr>
          <p:cNvSpPr/>
          <p:nvPr userDrawn="1"/>
        </p:nvSpPr>
        <p:spPr>
          <a:xfrm>
            <a:off x="12701832" y="2999308"/>
            <a:ext cx="238315" cy="622300"/>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eaLnBrk="1" fontAlgn="auto" hangingPunct="1">
              <a:spcBef>
                <a:spcPts val="0"/>
              </a:spcBef>
              <a:spcAft>
                <a:spcPts val="300"/>
              </a:spcAft>
              <a:defRPr/>
            </a:pPr>
            <a:endParaRPr lang="en-US" sz="450" b="0" i="0">
              <a:latin typeface="Aptos" panose="020B0004020202020204" pitchFamily="34" charset="0"/>
            </a:endParaRPr>
          </a:p>
        </p:txBody>
      </p:sp>
      <p:sp>
        <p:nvSpPr>
          <p:cNvPr id="7" name="Rectangle 6">
            <a:extLst>
              <a:ext uri="{FF2B5EF4-FFF2-40B4-BE49-F238E27FC236}">
                <a16:creationId xmlns:a16="http://schemas.microsoft.com/office/drawing/2014/main" id="{6AD787EA-2FDE-95C3-725A-26F76318902D}"/>
              </a:ext>
            </a:extLst>
          </p:cNvPr>
          <p:cNvSpPr/>
          <p:nvPr userDrawn="1"/>
        </p:nvSpPr>
        <p:spPr>
          <a:xfrm>
            <a:off x="12701832" y="4858271"/>
            <a:ext cx="238315" cy="6223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eaLnBrk="1" fontAlgn="auto" hangingPunct="1">
              <a:spcBef>
                <a:spcPts val="0"/>
              </a:spcBef>
              <a:spcAft>
                <a:spcPts val="300"/>
              </a:spcAft>
              <a:defRPr/>
            </a:pPr>
            <a:endParaRPr lang="en-US" sz="450" b="0" i="0">
              <a:latin typeface="Aptos" panose="020B0004020202020204" pitchFamily="34" charset="0"/>
            </a:endParaRPr>
          </a:p>
        </p:txBody>
      </p:sp>
      <p:sp>
        <p:nvSpPr>
          <p:cNvPr id="8" name="Rectangle 7">
            <a:extLst>
              <a:ext uri="{FF2B5EF4-FFF2-40B4-BE49-F238E27FC236}">
                <a16:creationId xmlns:a16="http://schemas.microsoft.com/office/drawing/2014/main" id="{A8C33DDB-494B-AFAE-F49E-44F1032E1EF1}"/>
              </a:ext>
            </a:extLst>
          </p:cNvPr>
          <p:cNvSpPr/>
          <p:nvPr userDrawn="1"/>
        </p:nvSpPr>
        <p:spPr>
          <a:xfrm>
            <a:off x="12701832" y="4240735"/>
            <a:ext cx="238315" cy="620713"/>
          </a:xfrm>
          <a:prstGeom prst="rect">
            <a:avLst/>
          </a:prstGeom>
          <a:solidFill>
            <a:srgbClr val="E3056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eaLnBrk="1" fontAlgn="auto" hangingPunct="1">
              <a:spcBef>
                <a:spcPts val="0"/>
              </a:spcBef>
              <a:spcAft>
                <a:spcPts val="300"/>
              </a:spcAft>
              <a:defRPr/>
            </a:pPr>
            <a:endParaRPr lang="en-US" sz="450" b="0" i="0">
              <a:latin typeface="Aptos" panose="020B0004020202020204" pitchFamily="34" charset="0"/>
            </a:endParaRPr>
          </a:p>
        </p:txBody>
      </p:sp>
      <p:sp>
        <p:nvSpPr>
          <p:cNvPr id="9" name="Rectangle 8">
            <a:extLst>
              <a:ext uri="{FF2B5EF4-FFF2-40B4-BE49-F238E27FC236}">
                <a16:creationId xmlns:a16="http://schemas.microsoft.com/office/drawing/2014/main" id="{7E39A4CD-76D5-64BC-96BB-071DE98ABBD3}"/>
              </a:ext>
            </a:extLst>
          </p:cNvPr>
          <p:cNvSpPr/>
          <p:nvPr userDrawn="1"/>
        </p:nvSpPr>
        <p:spPr>
          <a:xfrm>
            <a:off x="12701832" y="3621608"/>
            <a:ext cx="238315" cy="620713"/>
          </a:xfrm>
          <a:prstGeom prst="rect">
            <a:avLst/>
          </a:prstGeom>
          <a:solidFill>
            <a:srgbClr val="7161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eaLnBrk="1" fontAlgn="auto" hangingPunct="1">
              <a:spcBef>
                <a:spcPts val="0"/>
              </a:spcBef>
              <a:spcAft>
                <a:spcPts val="300"/>
              </a:spcAft>
              <a:defRPr/>
            </a:pPr>
            <a:endParaRPr lang="en-US" sz="450" b="0" i="0">
              <a:latin typeface="Aptos" panose="020B0004020202020204" pitchFamily="34" charset="0"/>
            </a:endParaRPr>
          </a:p>
        </p:txBody>
      </p:sp>
      <p:sp>
        <p:nvSpPr>
          <p:cNvPr id="10" name="Rectangle 9">
            <a:extLst>
              <a:ext uri="{FF2B5EF4-FFF2-40B4-BE49-F238E27FC236}">
                <a16:creationId xmlns:a16="http://schemas.microsoft.com/office/drawing/2014/main" id="{EE6E631A-B79A-09C5-1CFD-8CCB5D4C02F5}"/>
              </a:ext>
            </a:extLst>
          </p:cNvPr>
          <p:cNvSpPr/>
          <p:nvPr userDrawn="1"/>
        </p:nvSpPr>
        <p:spPr>
          <a:xfrm>
            <a:off x="12701832" y="5477396"/>
            <a:ext cx="238315" cy="622300"/>
          </a:xfrm>
          <a:prstGeom prst="rect">
            <a:avLst/>
          </a:prstGeom>
          <a:solidFill>
            <a:srgbClr val="71758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eaLnBrk="1" fontAlgn="auto" hangingPunct="1">
              <a:spcBef>
                <a:spcPts val="0"/>
              </a:spcBef>
              <a:spcAft>
                <a:spcPts val="300"/>
              </a:spcAft>
              <a:defRPr/>
            </a:pPr>
            <a:endParaRPr lang="en-US" sz="450" b="0" i="0">
              <a:latin typeface="Aptos" panose="020B0004020202020204" pitchFamily="34" charset="0"/>
            </a:endParaRPr>
          </a:p>
        </p:txBody>
      </p:sp>
      <p:sp>
        <p:nvSpPr>
          <p:cNvPr id="11" name="Rectangle 10">
            <a:extLst>
              <a:ext uri="{FF2B5EF4-FFF2-40B4-BE49-F238E27FC236}">
                <a16:creationId xmlns:a16="http://schemas.microsoft.com/office/drawing/2014/main" id="{508C93A1-4EF0-91AA-5D59-0C72A2ECF1D7}"/>
              </a:ext>
            </a:extLst>
          </p:cNvPr>
          <p:cNvSpPr/>
          <p:nvPr userDrawn="1"/>
        </p:nvSpPr>
        <p:spPr>
          <a:xfrm>
            <a:off x="12706348" y="522809"/>
            <a:ext cx="238315" cy="62071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eaLnBrk="1" fontAlgn="auto" hangingPunct="1">
              <a:spcBef>
                <a:spcPts val="0"/>
              </a:spcBef>
              <a:spcAft>
                <a:spcPts val="300"/>
              </a:spcAft>
              <a:defRPr/>
            </a:pPr>
            <a:endParaRPr lang="en-US" sz="450" b="0" i="0">
              <a:latin typeface="Aptos" panose="020B0004020202020204" pitchFamily="34" charset="0"/>
            </a:endParaRPr>
          </a:p>
        </p:txBody>
      </p:sp>
      <p:sp>
        <p:nvSpPr>
          <p:cNvPr id="12" name="Rectangle 11">
            <a:extLst>
              <a:ext uri="{FF2B5EF4-FFF2-40B4-BE49-F238E27FC236}">
                <a16:creationId xmlns:a16="http://schemas.microsoft.com/office/drawing/2014/main" id="{7C0615AC-3AD6-7115-50C8-E1AAC841E1C9}"/>
              </a:ext>
            </a:extLst>
          </p:cNvPr>
          <p:cNvSpPr/>
          <p:nvPr userDrawn="1"/>
        </p:nvSpPr>
        <p:spPr>
          <a:xfrm>
            <a:off x="12697017" y="1138759"/>
            <a:ext cx="238315" cy="620712"/>
          </a:xfrm>
          <a:prstGeom prst="rect">
            <a:avLst/>
          </a:prstGeom>
          <a:solidFill>
            <a:schemeClr val="bg1"/>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eaLnBrk="1" fontAlgn="auto" hangingPunct="1">
              <a:spcBef>
                <a:spcPts val="0"/>
              </a:spcBef>
              <a:spcAft>
                <a:spcPts val="300"/>
              </a:spcAft>
              <a:defRPr/>
            </a:pPr>
            <a:endParaRPr lang="en-US" sz="450" b="0" i="0">
              <a:solidFill>
                <a:sysClr val="windowText" lastClr="000000"/>
              </a:solidFill>
              <a:latin typeface="Aptos" panose="020B0004020202020204" pitchFamily="34" charset="0"/>
            </a:endParaRPr>
          </a:p>
        </p:txBody>
      </p:sp>
      <p:pic>
        <p:nvPicPr>
          <p:cNvPr id="16" name="Graphic 15">
            <a:extLst>
              <a:ext uri="{FF2B5EF4-FFF2-40B4-BE49-F238E27FC236}">
                <a16:creationId xmlns:a16="http://schemas.microsoft.com/office/drawing/2014/main" id="{F07400CB-F6C7-AF63-DE1B-8FCB08E91666}"/>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787400" y="2438400"/>
            <a:ext cx="648263" cy="1308100"/>
          </a:xfrm>
          <a:prstGeom prst="rect">
            <a:avLst/>
          </a:prstGeom>
        </p:spPr>
      </p:pic>
      <p:grpSp>
        <p:nvGrpSpPr>
          <p:cNvPr id="17" name="Graphic 4">
            <a:extLst>
              <a:ext uri="{FF2B5EF4-FFF2-40B4-BE49-F238E27FC236}">
                <a16:creationId xmlns:a16="http://schemas.microsoft.com/office/drawing/2014/main" id="{397862F1-4586-C078-4D65-7A450D72E63E}"/>
              </a:ext>
            </a:extLst>
          </p:cNvPr>
          <p:cNvGrpSpPr/>
          <p:nvPr userDrawn="1"/>
        </p:nvGrpSpPr>
        <p:grpSpPr>
          <a:xfrm>
            <a:off x="10864852" y="6603003"/>
            <a:ext cx="186267" cy="203200"/>
            <a:chOff x="8176402" y="4885530"/>
            <a:chExt cx="135493" cy="143018"/>
          </a:xfrm>
        </p:grpSpPr>
        <p:sp>
          <p:nvSpPr>
            <p:cNvPr id="18" name="Freeform: Shape 20">
              <a:extLst>
                <a:ext uri="{FF2B5EF4-FFF2-40B4-BE49-F238E27FC236}">
                  <a16:creationId xmlns:a16="http://schemas.microsoft.com/office/drawing/2014/main" id="{D47D2541-1247-C035-41DD-840BC1633CB1}"/>
                </a:ext>
              </a:extLst>
            </p:cNvPr>
            <p:cNvSpPr/>
            <p:nvPr/>
          </p:nvSpPr>
          <p:spPr>
            <a:xfrm>
              <a:off x="8176402" y="4885530"/>
              <a:ext cx="67770" cy="143018"/>
            </a:xfrm>
            <a:custGeom>
              <a:avLst/>
              <a:gdLst>
                <a:gd name="connsiteX0" fmla="*/ 67771 w 67770"/>
                <a:gd name="connsiteY0" fmla="*/ 0 h 143018"/>
                <a:gd name="connsiteX1" fmla="*/ 38767 w 67770"/>
                <a:gd name="connsiteY1" fmla="*/ 6144 h 143018"/>
                <a:gd name="connsiteX2" fmla="*/ 0 w 67770"/>
                <a:gd name="connsiteY2" fmla="*/ 143018 h 143018"/>
                <a:gd name="connsiteX3" fmla="*/ 33147 w 67770"/>
                <a:gd name="connsiteY3" fmla="*/ 135970 h 143018"/>
                <a:gd name="connsiteX4" fmla="*/ 44768 w 67770"/>
                <a:gd name="connsiteY4" fmla="*/ 93869 h 143018"/>
                <a:gd name="connsiteX5" fmla="*/ 67771 w 67770"/>
                <a:gd name="connsiteY5" fmla="*/ 88964 h 143018"/>
                <a:gd name="connsiteX6" fmla="*/ 67771 w 67770"/>
                <a:gd name="connsiteY6" fmla="*/ 60341 h 143018"/>
                <a:gd name="connsiteX7" fmla="*/ 53293 w 67770"/>
                <a:gd name="connsiteY7" fmla="*/ 63389 h 143018"/>
                <a:gd name="connsiteX8" fmla="*/ 67771 w 67770"/>
                <a:gd name="connsiteY8" fmla="*/ 11097 h 143018"/>
                <a:gd name="connsiteX9" fmla="*/ 67771 w 67770"/>
                <a:gd name="connsiteY9" fmla="*/ 0 h 143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770" h="143018">
                  <a:moveTo>
                    <a:pt x="67771" y="0"/>
                  </a:moveTo>
                  <a:lnTo>
                    <a:pt x="38767" y="6144"/>
                  </a:lnTo>
                  <a:lnTo>
                    <a:pt x="0" y="143018"/>
                  </a:lnTo>
                  <a:lnTo>
                    <a:pt x="33147" y="135970"/>
                  </a:lnTo>
                  <a:lnTo>
                    <a:pt x="44768" y="93869"/>
                  </a:lnTo>
                  <a:lnTo>
                    <a:pt x="67771" y="88964"/>
                  </a:lnTo>
                  <a:lnTo>
                    <a:pt x="67771" y="60341"/>
                  </a:lnTo>
                  <a:lnTo>
                    <a:pt x="53293" y="63389"/>
                  </a:lnTo>
                  <a:lnTo>
                    <a:pt x="67771" y="11097"/>
                  </a:lnTo>
                  <a:lnTo>
                    <a:pt x="67771" y="0"/>
                  </a:lnTo>
                  <a:close/>
                </a:path>
              </a:pathLst>
            </a:custGeom>
            <a:solidFill>
              <a:srgbClr val="000000"/>
            </a:solidFill>
            <a:ln w="4763" cap="flat">
              <a:noFill/>
              <a:prstDash val="solid"/>
              <a:miter/>
            </a:ln>
          </p:spPr>
          <p:txBody>
            <a:bodyPr rtlCol="0" anchor="ctr"/>
            <a:lstStyle/>
            <a:p>
              <a:endParaRPr lang="en-AU" sz="1800"/>
            </a:p>
          </p:txBody>
        </p:sp>
        <p:sp>
          <p:nvSpPr>
            <p:cNvPr id="20" name="Freeform: Shape 21">
              <a:extLst>
                <a:ext uri="{FF2B5EF4-FFF2-40B4-BE49-F238E27FC236}">
                  <a16:creationId xmlns:a16="http://schemas.microsoft.com/office/drawing/2014/main" id="{9A861A9D-CE0C-A60D-2E29-E66D75B22FC3}"/>
                </a:ext>
              </a:extLst>
            </p:cNvPr>
            <p:cNvSpPr/>
            <p:nvPr/>
          </p:nvSpPr>
          <p:spPr>
            <a:xfrm>
              <a:off x="8244173" y="4885530"/>
              <a:ext cx="67722" cy="143018"/>
            </a:xfrm>
            <a:custGeom>
              <a:avLst/>
              <a:gdLst>
                <a:gd name="connsiteX0" fmla="*/ 0 w 67722"/>
                <a:gd name="connsiteY0" fmla="*/ 0 h 143018"/>
                <a:gd name="connsiteX1" fmla="*/ 0 w 67722"/>
                <a:gd name="connsiteY1" fmla="*/ 11097 h 143018"/>
                <a:gd name="connsiteX2" fmla="*/ 14478 w 67722"/>
                <a:gd name="connsiteY2" fmla="*/ 63389 h 143018"/>
                <a:gd name="connsiteX3" fmla="*/ 0 w 67722"/>
                <a:gd name="connsiteY3" fmla="*/ 60341 h 143018"/>
                <a:gd name="connsiteX4" fmla="*/ 0 w 67722"/>
                <a:gd name="connsiteY4" fmla="*/ 88964 h 143018"/>
                <a:gd name="connsiteX5" fmla="*/ 22955 w 67722"/>
                <a:gd name="connsiteY5" fmla="*/ 93869 h 143018"/>
                <a:gd name="connsiteX6" fmla="*/ 34575 w 67722"/>
                <a:gd name="connsiteY6" fmla="*/ 135970 h 143018"/>
                <a:gd name="connsiteX7" fmla="*/ 67723 w 67722"/>
                <a:gd name="connsiteY7" fmla="*/ 143018 h 143018"/>
                <a:gd name="connsiteX8" fmla="*/ 28956 w 67722"/>
                <a:gd name="connsiteY8" fmla="*/ 6144 h 143018"/>
                <a:gd name="connsiteX9" fmla="*/ 0 w 67722"/>
                <a:gd name="connsiteY9" fmla="*/ 0 h 143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722" h="143018">
                  <a:moveTo>
                    <a:pt x="0" y="0"/>
                  </a:moveTo>
                  <a:lnTo>
                    <a:pt x="0" y="11097"/>
                  </a:lnTo>
                  <a:lnTo>
                    <a:pt x="14478" y="63389"/>
                  </a:lnTo>
                  <a:lnTo>
                    <a:pt x="0" y="60341"/>
                  </a:lnTo>
                  <a:lnTo>
                    <a:pt x="0" y="88964"/>
                  </a:lnTo>
                  <a:lnTo>
                    <a:pt x="22955" y="93869"/>
                  </a:lnTo>
                  <a:lnTo>
                    <a:pt x="34575" y="135970"/>
                  </a:lnTo>
                  <a:lnTo>
                    <a:pt x="67723" y="143018"/>
                  </a:lnTo>
                  <a:lnTo>
                    <a:pt x="28956" y="6144"/>
                  </a:lnTo>
                  <a:lnTo>
                    <a:pt x="0" y="0"/>
                  </a:lnTo>
                  <a:close/>
                </a:path>
              </a:pathLst>
            </a:custGeom>
            <a:solidFill>
              <a:srgbClr val="808080"/>
            </a:solidFill>
            <a:ln w="4763" cap="flat">
              <a:noFill/>
              <a:prstDash val="solid"/>
              <a:miter/>
            </a:ln>
          </p:spPr>
          <p:txBody>
            <a:bodyPr rtlCol="0" anchor="ctr"/>
            <a:lstStyle/>
            <a:p>
              <a:endParaRPr lang="en-AU" sz="1800"/>
            </a:p>
          </p:txBody>
        </p:sp>
      </p:grpSp>
      <p:sp>
        <p:nvSpPr>
          <p:cNvPr id="21" name="Slide Number Placeholder 18">
            <a:extLst>
              <a:ext uri="{FF2B5EF4-FFF2-40B4-BE49-F238E27FC236}">
                <a16:creationId xmlns:a16="http://schemas.microsoft.com/office/drawing/2014/main" id="{23BB2468-D459-5A08-B14A-842BE82130C0}"/>
              </a:ext>
            </a:extLst>
          </p:cNvPr>
          <p:cNvSpPr txBox="1">
            <a:spLocks/>
          </p:cNvSpPr>
          <p:nvPr userDrawn="1"/>
        </p:nvSpPr>
        <p:spPr>
          <a:xfrm>
            <a:off x="1838619" y="6497171"/>
            <a:ext cx="419100" cy="207749"/>
          </a:xfrm>
          <a:prstGeom prst="rect">
            <a:avLst/>
          </a:prstGeom>
          <a:noFill/>
        </p:spPr>
        <p:txBody>
          <a:bodyPr wrap="square">
            <a:sp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ptos" panose="020B0004020202020204" pitchFamily="34" charset="0"/>
              <a:defRPr lang="en-AU" sz="800" b="0" i="0" u="none" strike="noStrike" cap="none" smtClean="0">
                <a:solidFill>
                  <a:srgbClr val="000000"/>
                </a:solidFill>
                <a:latin typeface="+mj-lt"/>
                <a:ea typeface="Aptos" panose="020B0004020202020204" pitchFamily="34" charset="0"/>
                <a:cs typeface="Aptos" panose="020B0004020202020204" pitchFamily="34" charset="0"/>
                <a:sym typeface="Aptos" panose="020B0004020202020204" pitchFamily="34" charset="0"/>
              </a:defRPr>
            </a:lvl1pPr>
            <a:lvl2pPr marR="0" lvl="1"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2pPr>
            <a:lvl3pPr marR="0" lvl="2"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3pPr>
            <a:lvl4pPr marR="0" lvl="3"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4pPr>
            <a:lvl5pPr marR="0" lvl="4"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5pPr>
            <a:lvl6pPr marR="0" lvl="5"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6pPr>
            <a:lvl7pPr marR="0" lvl="6"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7pPr>
            <a:lvl8pPr marR="0" lvl="7"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8pPr>
            <a:lvl9pPr marR="0" lvl="8"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9pPr>
          </a:lstStyle>
          <a:p>
            <a:fld id="{A2294E5B-DE56-4C0C-83A2-06393784158A}" type="slidenum">
              <a:rPr lang="en-AU" sz="750" smtClean="0">
                <a:solidFill>
                  <a:schemeClr val="tx1"/>
                </a:solidFill>
                <a:latin typeface="Verdana" panose="020B0604030504040204" pitchFamily="34" charset="0"/>
                <a:ea typeface="Verdana" panose="020B0604030504040204" pitchFamily="34" charset="0"/>
                <a:cs typeface="Verdana" panose="020B0604030504040204" pitchFamily="34" charset="0"/>
              </a:rPr>
              <a:pPr/>
              <a:t>‹#›</a:t>
            </a:fld>
            <a:endParaRPr lang="en-AU" sz="75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
        <p:nvSpPr>
          <p:cNvPr id="22" name="TextBox 21">
            <a:extLst>
              <a:ext uri="{FF2B5EF4-FFF2-40B4-BE49-F238E27FC236}">
                <a16:creationId xmlns:a16="http://schemas.microsoft.com/office/drawing/2014/main" id="{06834ABA-D611-0D96-15E9-6A7519B6594C}"/>
              </a:ext>
            </a:extLst>
          </p:cNvPr>
          <p:cNvSpPr txBox="1"/>
          <p:nvPr userDrawn="1"/>
        </p:nvSpPr>
        <p:spPr>
          <a:xfrm>
            <a:off x="274790" y="6497165"/>
            <a:ext cx="1663700" cy="207749"/>
          </a:xfrm>
          <a:prstGeom prst="rect">
            <a:avLst/>
          </a:prstGeom>
          <a:noFill/>
        </p:spPr>
        <p:txBody>
          <a:bodyPr wrap="square">
            <a:spAutoFit/>
          </a:bodyPr>
          <a:lstStyle/>
          <a:p>
            <a:pPr algn="l"/>
            <a:r>
              <a:rPr lang="en-US" sz="750" b="0" i="0">
                <a:solidFill>
                  <a:schemeClr val="tx1"/>
                </a:solidFill>
                <a:latin typeface="Verdana" panose="020B0604030504040204" pitchFamily="34" charset="0"/>
                <a:ea typeface="Verdana" panose="020B0604030504040204" pitchFamily="34" charset="0"/>
                <a:cs typeface="Verdana" panose="020B0604030504040204" pitchFamily="34" charset="0"/>
              </a:rPr>
              <a:t>Ascendion Confidential</a:t>
            </a:r>
          </a:p>
        </p:txBody>
      </p:sp>
      <p:sp>
        <p:nvSpPr>
          <p:cNvPr id="24" name="Graphic 10">
            <a:extLst>
              <a:ext uri="{FF2B5EF4-FFF2-40B4-BE49-F238E27FC236}">
                <a16:creationId xmlns:a16="http://schemas.microsoft.com/office/drawing/2014/main" id="{E4452CC7-B463-CD1B-D00A-C483644887CB}"/>
              </a:ext>
            </a:extLst>
          </p:cNvPr>
          <p:cNvSpPr/>
          <p:nvPr userDrawn="1"/>
        </p:nvSpPr>
        <p:spPr>
          <a:xfrm>
            <a:off x="2356339" y="6471896"/>
            <a:ext cx="9835661" cy="179324"/>
          </a:xfrm>
          <a:custGeom>
            <a:avLst/>
            <a:gdLst>
              <a:gd name="connsiteX0" fmla="*/ 5829300 w 5829300"/>
              <a:gd name="connsiteY0" fmla="*/ 134493 h 134493"/>
              <a:gd name="connsiteX1" fmla="*/ 5541740 w 5829300"/>
              <a:gd name="connsiteY1" fmla="*/ 134493 h 134493"/>
              <a:gd name="connsiteX2" fmla="*/ 4915853 w 5829300"/>
              <a:gd name="connsiteY2" fmla="*/ 0 h 134493"/>
              <a:gd name="connsiteX3" fmla="*/ 4285393 w 5829300"/>
              <a:gd name="connsiteY3" fmla="*/ 134493 h 134493"/>
              <a:gd name="connsiteX4" fmla="*/ 0 w 5829300"/>
              <a:gd name="connsiteY4" fmla="*/ 134493 h 134493"/>
              <a:gd name="connsiteX0" fmla="*/ 7376746 w 7376746"/>
              <a:gd name="connsiteY0" fmla="*/ 134493 h 134493"/>
              <a:gd name="connsiteX1" fmla="*/ 7089186 w 7376746"/>
              <a:gd name="connsiteY1" fmla="*/ 134493 h 134493"/>
              <a:gd name="connsiteX2" fmla="*/ 6463299 w 7376746"/>
              <a:gd name="connsiteY2" fmla="*/ 0 h 134493"/>
              <a:gd name="connsiteX3" fmla="*/ 5832839 w 7376746"/>
              <a:gd name="connsiteY3" fmla="*/ 134493 h 134493"/>
              <a:gd name="connsiteX4" fmla="*/ 0 w 7376746"/>
              <a:gd name="connsiteY4" fmla="*/ 134493 h 1344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76746" h="134493">
                <a:moveTo>
                  <a:pt x="7376746" y="134493"/>
                </a:moveTo>
                <a:lnTo>
                  <a:pt x="7089186" y="134493"/>
                </a:lnTo>
                <a:lnTo>
                  <a:pt x="6463299" y="0"/>
                </a:lnTo>
                <a:lnTo>
                  <a:pt x="5832839" y="134493"/>
                </a:lnTo>
                <a:lnTo>
                  <a:pt x="0" y="134493"/>
                </a:lnTo>
              </a:path>
            </a:pathLst>
          </a:custGeom>
          <a:noFill/>
          <a:ln w="9525" cap="flat">
            <a:solidFill>
              <a:schemeClr val="tx1"/>
            </a:solidFill>
            <a:prstDash val="solid"/>
            <a:miter/>
          </a:ln>
        </p:spPr>
        <p:txBody>
          <a:bodyPr rtlCol="0" anchor="ctr"/>
          <a:lstStyle/>
          <a:p>
            <a:endParaRPr lang="en-US" sz="1400"/>
          </a:p>
        </p:txBody>
      </p:sp>
      <p:cxnSp>
        <p:nvCxnSpPr>
          <p:cNvPr id="25" name="Straight Connector 24">
            <a:extLst>
              <a:ext uri="{FF2B5EF4-FFF2-40B4-BE49-F238E27FC236}">
                <a16:creationId xmlns:a16="http://schemas.microsoft.com/office/drawing/2014/main" id="{27222FE2-B10F-5CE6-3AE9-A7E984C0759F}"/>
              </a:ext>
            </a:extLst>
          </p:cNvPr>
          <p:cNvCxnSpPr>
            <a:cxnSpLocks/>
          </p:cNvCxnSpPr>
          <p:nvPr userDrawn="1"/>
        </p:nvCxnSpPr>
        <p:spPr>
          <a:xfrm>
            <a:off x="0" y="6649570"/>
            <a:ext cx="304800" cy="0"/>
          </a:xfrm>
          <a:prstGeom prst="line">
            <a:avLst/>
          </a:prstGeom>
          <a:noFill/>
          <a:ln w="9525" cap="flat">
            <a:solidFill>
              <a:schemeClr val="tx1"/>
            </a:solidFill>
            <a:prstDash val="solid"/>
            <a:miter/>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52276961"/>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Lst>
  <p:hf hdr="0" dt="0"/>
  <p:txStyles>
    <p:titleStyle>
      <a:lvl1pPr algn="l" defTabSz="685800" rtl="0" eaLnBrk="1" latinLnBrk="0" hangingPunct="1">
        <a:lnSpc>
          <a:spcPct val="100000"/>
        </a:lnSpc>
        <a:spcBef>
          <a:spcPct val="0"/>
        </a:spcBef>
        <a:spcAft>
          <a:spcPts val="450"/>
        </a:spcAft>
        <a:buNone/>
        <a:defRPr sz="2100" b="1" i="0" kern="1200">
          <a:solidFill>
            <a:schemeClr val="tx1"/>
          </a:solidFill>
          <a:latin typeface="PP Neue Machina Plain Ultrabold" pitchFamily="2" charset="77"/>
          <a:ea typeface="+mj-ea"/>
          <a:cs typeface="+mj-cs"/>
        </a:defRPr>
      </a:lvl1pPr>
    </p:titleStyle>
    <p:bodyStyle>
      <a:lvl1pPr marL="171450" indent="-171450" algn="l" defTabSz="685800" rtl="0" eaLnBrk="1" latinLnBrk="0" hangingPunct="1">
        <a:lnSpc>
          <a:spcPct val="100000"/>
        </a:lnSpc>
        <a:spcBef>
          <a:spcPts val="750"/>
        </a:spcBef>
        <a:spcAft>
          <a:spcPts val="450"/>
        </a:spcAft>
        <a:buFont typeface="Arial" panose="020B0604020202020204" pitchFamily="34" charset="0"/>
        <a:buChar char="•"/>
        <a:defRPr sz="21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514350" indent="-171450" algn="l" defTabSz="685800" rtl="0" eaLnBrk="1" latinLnBrk="0" hangingPunct="1">
        <a:lnSpc>
          <a:spcPct val="100000"/>
        </a:lnSpc>
        <a:spcBef>
          <a:spcPts val="375"/>
        </a:spcBef>
        <a:spcAft>
          <a:spcPts val="450"/>
        </a:spcAft>
        <a:buFont typeface="Arial" panose="020B0604020202020204" pitchFamily="34" charset="0"/>
        <a:buChar char="•"/>
        <a:defRPr sz="18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857250" indent="-171450" algn="l" defTabSz="685800" rtl="0" eaLnBrk="1" latinLnBrk="0" hangingPunct="1">
        <a:lnSpc>
          <a:spcPct val="100000"/>
        </a:lnSpc>
        <a:spcBef>
          <a:spcPts val="375"/>
        </a:spcBef>
        <a:spcAft>
          <a:spcPts val="450"/>
        </a:spcAft>
        <a:buFont typeface="Arial" panose="020B0604020202020204" pitchFamily="34" charset="0"/>
        <a:buChar char="•"/>
        <a:defRPr sz="15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900" b="0" i="0" kern="1200">
          <a:solidFill>
            <a:schemeClr val="tx1"/>
          </a:solidFill>
          <a:latin typeface="Avenir LT 45 Book" panose="020B0503020000020003" pitchFamily="34" charset="0"/>
          <a:ea typeface="+mn-ea"/>
          <a:cs typeface="Arial" panose="020B060402020202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900" b="0" i="0" kern="1200">
          <a:solidFill>
            <a:schemeClr val="tx1"/>
          </a:solidFill>
          <a:latin typeface="Avenir LT 45 Book" panose="020B0503020000020003"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5120">
          <p15:clr>
            <a:srgbClr val="F26B43"/>
          </p15:clr>
        </p15:guide>
        <p15:guide id="3" pos="421">
          <p15:clr>
            <a:srgbClr val="F26B43"/>
          </p15:clr>
        </p15:guide>
        <p15:guide id="4" pos="9805">
          <p15:clr>
            <a:srgbClr val="F26B43"/>
          </p15:clr>
        </p15:guide>
        <p15:guide id="5" orient="horz" pos="3898">
          <p15:clr>
            <a:srgbClr val="F26B43"/>
          </p15:clr>
        </p15:guide>
        <p15:guide id="6" orient="horz" pos="1136">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DA2C381-613C-35D5-B071-866A31D29ABA}"/>
              </a:ext>
            </a:extLst>
          </p:cNvPr>
          <p:cNvSpPr>
            <a:spLocks noGrp="1"/>
          </p:cNvSpPr>
          <p:nvPr>
            <p:ph type="title"/>
          </p:nvPr>
        </p:nvSpPr>
        <p:spPr>
          <a:xfrm>
            <a:off x="515937" y="394087"/>
            <a:ext cx="11160121" cy="971165"/>
          </a:xfrm>
          <a:prstGeom prst="rect">
            <a:avLst/>
          </a:prstGeom>
        </p:spPr>
        <p:txBody>
          <a:bodyPr vert="horz" lIns="0" tIns="0" rIns="0" bIns="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F316248D-B3A3-056F-8479-0D6380B8D80E}"/>
              </a:ext>
            </a:extLst>
          </p:cNvPr>
          <p:cNvSpPr>
            <a:spLocks noGrp="1"/>
          </p:cNvSpPr>
          <p:nvPr>
            <p:ph type="body" idx="1"/>
          </p:nvPr>
        </p:nvSpPr>
        <p:spPr>
          <a:xfrm>
            <a:off x="515937" y="1625601"/>
            <a:ext cx="11160122" cy="4605867"/>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grpSp>
        <p:nvGrpSpPr>
          <p:cNvPr id="7" name="Graphic 4">
            <a:extLst>
              <a:ext uri="{FF2B5EF4-FFF2-40B4-BE49-F238E27FC236}">
                <a16:creationId xmlns:a16="http://schemas.microsoft.com/office/drawing/2014/main" id="{FC3011FE-129A-723F-0258-2C3653C963AD}"/>
              </a:ext>
            </a:extLst>
          </p:cNvPr>
          <p:cNvGrpSpPr/>
          <p:nvPr/>
        </p:nvGrpSpPr>
        <p:grpSpPr>
          <a:xfrm>
            <a:off x="10864850" y="6468533"/>
            <a:ext cx="186267" cy="203200"/>
            <a:chOff x="8176402" y="4885530"/>
            <a:chExt cx="135493" cy="143018"/>
          </a:xfrm>
        </p:grpSpPr>
        <p:sp>
          <p:nvSpPr>
            <p:cNvPr id="21" name="Freeform: Shape 20">
              <a:extLst>
                <a:ext uri="{FF2B5EF4-FFF2-40B4-BE49-F238E27FC236}">
                  <a16:creationId xmlns:a16="http://schemas.microsoft.com/office/drawing/2014/main" id="{FDD1C6C7-4F4F-56E8-A7C8-A48C7E8DA5B6}"/>
                </a:ext>
              </a:extLst>
            </p:cNvPr>
            <p:cNvSpPr/>
            <p:nvPr/>
          </p:nvSpPr>
          <p:spPr>
            <a:xfrm>
              <a:off x="8176402" y="4885530"/>
              <a:ext cx="67770" cy="143018"/>
            </a:xfrm>
            <a:custGeom>
              <a:avLst/>
              <a:gdLst>
                <a:gd name="connsiteX0" fmla="*/ 67771 w 67770"/>
                <a:gd name="connsiteY0" fmla="*/ 0 h 143018"/>
                <a:gd name="connsiteX1" fmla="*/ 38767 w 67770"/>
                <a:gd name="connsiteY1" fmla="*/ 6144 h 143018"/>
                <a:gd name="connsiteX2" fmla="*/ 0 w 67770"/>
                <a:gd name="connsiteY2" fmla="*/ 143018 h 143018"/>
                <a:gd name="connsiteX3" fmla="*/ 33147 w 67770"/>
                <a:gd name="connsiteY3" fmla="*/ 135970 h 143018"/>
                <a:gd name="connsiteX4" fmla="*/ 44768 w 67770"/>
                <a:gd name="connsiteY4" fmla="*/ 93869 h 143018"/>
                <a:gd name="connsiteX5" fmla="*/ 67771 w 67770"/>
                <a:gd name="connsiteY5" fmla="*/ 88964 h 143018"/>
                <a:gd name="connsiteX6" fmla="*/ 67771 w 67770"/>
                <a:gd name="connsiteY6" fmla="*/ 60341 h 143018"/>
                <a:gd name="connsiteX7" fmla="*/ 53293 w 67770"/>
                <a:gd name="connsiteY7" fmla="*/ 63389 h 143018"/>
                <a:gd name="connsiteX8" fmla="*/ 67771 w 67770"/>
                <a:gd name="connsiteY8" fmla="*/ 11097 h 143018"/>
                <a:gd name="connsiteX9" fmla="*/ 67771 w 67770"/>
                <a:gd name="connsiteY9" fmla="*/ 0 h 143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770" h="143018">
                  <a:moveTo>
                    <a:pt x="67771" y="0"/>
                  </a:moveTo>
                  <a:lnTo>
                    <a:pt x="38767" y="6144"/>
                  </a:lnTo>
                  <a:lnTo>
                    <a:pt x="0" y="143018"/>
                  </a:lnTo>
                  <a:lnTo>
                    <a:pt x="33147" y="135970"/>
                  </a:lnTo>
                  <a:lnTo>
                    <a:pt x="44768" y="93869"/>
                  </a:lnTo>
                  <a:lnTo>
                    <a:pt x="67771" y="88964"/>
                  </a:lnTo>
                  <a:lnTo>
                    <a:pt x="67771" y="60341"/>
                  </a:lnTo>
                  <a:lnTo>
                    <a:pt x="53293" y="63389"/>
                  </a:lnTo>
                  <a:lnTo>
                    <a:pt x="67771" y="11097"/>
                  </a:lnTo>
                  <a:lnTo>
                    <a:pt x="67771" y="0"/>
                  </a:lnTo>
                  <a:close/>
                </a:path>
              </a:pathLst>
            </a:custGeom>
            <a:solidFill>
              <a:srgbClr val="000000"/>
            </a:solidFill>
            <a:ln w="4763" cap="flat">
              <a:noFill/>
              <a:prstDash val="solid"/>
              <a:miter/>
            </a:ln>
          </p:spPr>
          <p:txBody>
            <a:bodyPr rtlCol="0" anchor="ctr"/>
            <a:lstStyle/>
            <a:p>
              <a:endParaRPr lang="en-AU" sz="2399"/>
            </a:p>
          </p:txBody>
        </p:sp>
        <p:sp>
          <p:nvSpPr>
            <p:cNvPr id="22" name="Freeform: Shape 21">
              <a:extLst>
                <a:ext uri="{FF2B5EF4-FFF2-40B4-BE49-F238E27FC236}">
                  <a16:creationId xmlns:a16="http://schemas.microsoft.com/office/drawing/2014/main" id="{DABD7C35-BA12-9F26-537D-75B82B7D3876}"/>
                </a:ext>
              </a:extLst>
            </p:cNvPr>
            <p:cNvSpPr/>
            <p:nvPr/>
          </p:nvSpPr>
          <p:spPr>
            <a:xfrm>
              <a:off x="8244173" y="4885530"/>
              <a:ext cx="67722" cy="143018"/>
            </a:xfrm>
            <a:custGeom>
              <a:avLst/>
              <a:gdLst>
                <a:gd name="connsiteX0" fmla="*/ 0 w 67722"/>
                <a:gd name="connsiteY0" fmla="*/ 0 h 143018"/>
                <a:gd name="connsiteX1" fmla="*/ 0 w 67722"/>
                <a:gd name="connsiteY1" fmla="*/ 11097 h 143018"/>
                <a:gd name="connsiteX2" fmla="*/ 14478 w 67722"/>
                <a:gd name="connsiteY2" fmla="*/ 63389 h 143018"/>
                <a:gd name="connsiteX3" fmla="*/ 0 w 67722"/>
                <a:gd name="connsiteY3" fmla="*/ 60341 h 143018"/>
                <a:gd name="connsiteX4" fmla="*/ 0 w 67722"/>
                <a:gd name="connsiteY4" fmla="*/ 88964 h 143018"/>
                <a:gd name="connsiteX5" fmla="*/ 22955 w 67722"/>
                <a:gd name="connsiteY5" fmla="*/ 93869 h 143018"/>
                <a:gd name="connsiteX6" fmla="*/ 34575 w 67722"/>
                <a:gd name="connsiteY6" fmla="*/ 135970 h 143018"/>
                <a:gd name="connsiteX7" fmla="*/ 67723 w 67722"/>
                <a:gd name="connsiteY7" fmla="*/ 143018 h 143018"/>
                <a:gd name="connsiteX8" fmla="*/ 28956 w 67722"/>
                <a:gd name="connsiteY8" fmla="*/ 6144 h 143018"/>
                <a:gd name="connsiteX9" fmla="*/ 0 w 67722"/>
                <a:gd name="connsiteY9" fmla="*/ 0 h 143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722" h="143018">
                  <a:moveTo>
                    <a:pt x="0" y="0"/>
                  </a:moveTo>
                  <a:lnTo>
                    <a:pt x="0" y="11097"/>
                  </a:lnTo>
                  <a:lnTo>
                    <a:pt x="14478" y="63389"/>
                  </a:lnTo>
                  <a:lnTo>
                    <a:pt x="0" y="60341"/>
                  </a:lnTo>
                  <a:lnTo>
                    <a:pt x="0" y="88964"/>
                  </a:lnTo>
                  <a:lnTo>
                    <a:pt x="22955" y="93869"/>
                  </a:lnTo>
                  <a:lnTo>
                    <a:pt x="34575" y="135970"/>
                  </a:lnTo>
                  <a:lnTo>
                    <a:pt x="67723" y="143018"/>
                  </a:lnTo>
                  <a:lnTo>
                    <a:pt x="28956" y="6144"/>
                  </a:lnTo>
                  <a:lnTo>
                    <a:pt x="0" y="0"/>
                  </a:lnTo>
                  <a:close/>
                </a:path>
              </a:pathLst>
            </a:custGeom>
            <a:solidFill>
              <a:srgbClr val="808080"/>
            </a:solidFill>
            <a:ln w="4763" cap="flat">
              <a:noFill/>
              <a:prstDash val="solid"/>
              <a:miter/>
            </a:ln>
          </p:spPr>
          <p:txBody>
            <a:bodyPr rtlCol="0" anchor="ctr"/>
            <a:lstStyle/>
            <a:p>
              <a:endParaRPr lang="en-AU" sz="2399"/>
            </a:p>
          </p:txBody>
        </p:sp>
      </p:grpSp>
      <p:sp>
        <p:nvSpPr>
          <p:cNvPr id="8" name="Slide Number Placeholder 18">
            <a:extLst>
              <a:ext uri="{FF2B5EF4-FFF2-40B4-BE49-F238E27FC236}">
                <a16:creationId xmlns:a16="http://schemas.microsoft.com/office/drawing/2014/main" id="{56348CC3-4D9E-3009-191A-52A4BBC22FD7}"/>
              </a:ext>
            </a:extLst>
          </p:cNvPr>
          <p:cNvSpPr txBox="1">
            <a:spLocks/>
          </p:cNvSpPr>
          <p:nvPr userDrawn="1"/>
        </p:nvSpPr>
        <p:spPr>
          <a:xfrm>
            <a:off x="1788162" y="6362699"/>
            <a:ext cx="469557" cy="235898"/>
          </a:xfrm>
          <a:prstGeom prst="rect">
            <a:avLst/>
          </a:prstGeom>
          <a:noFill/>
        </p:spPr>
        <p:txBody>
          <a:bodyPr wrap="square">
            <a:sp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ptos" panose="020B0004020202020204" pitchFamily="34" charset="0"/>
              <a:defRPr lang="en-AU" sz="800" b="0" i="0" u="none" strike="noStrike" cap="none" smtClean="0">
                <a:solidFill>
                  <a:srgbClr val="000000"/>
                </a:solidFill>
                <a:latin typeface="+mj-lt"/>
                <a:ea typeface="Aptos" panose="020B0004020202020204" pitchFamily="34" charset="0"/>
                <a:cs typeface="Aptos" panose="020B0004020202020204" pitchFamily="34" charset="0"/>
                <a:sym typeface="Aptos" panose="020B0004020202020204" pitchFamily="34" charset="0"/>
              </a:defRPr>
            </a:lvl1pPr>
            <a:lvl2pPr marR="0" lvl="1"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2pPr>
            <a:lvl3pPr marR="0" lvl="2"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3pPr>
            <a:lvl4pPr marR="0" lvl="3"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4pPr>
            <a:lvl5pPr marR="0" lvl="4"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5pPr>
            <a:lvl6pPr marR="0" lvl="5"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6pPr>
            <a:lvl7pPr marR="0" lvl="6"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7pPr>
            <a:lvl8pPr marR="0" lvl="7"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8pPr>
            <a:lvl9pPr marR="0" lvl="8" algn="l" rtl="0">
              <a:lnSpc>
                <a:spcPct val="100000"/>
              </a:lnSpc>
              <a:spcBef>
                <a:spcPts val="0"/>
              </a:spcBef>
              <a:spcAft>
                <a:spcPts val="0"/>
              </a:spcAft>
              <a:buClr>
                <a:srgbClr val="000000"/>
              </a:buClr>
              <a:buFont typeface="Aptos" panose="020B0004020202020204" pitchFamily="34" charset="0"/>
              <a:defRPr sz="1400" b="0" i="0" u="none" strike="noStrike" cap="none">
                <a:solidFill>
                  <a:srgbClr val="000000"/>
                </a:solidFill>
                <a:latin typeface="Aptos" panose="020B0004020202020204" pitchFamily="34" charset="0"/>
                <a:ea typeface="Aptos" panose="020B0004020202020204" pitchFamily="34" charset="0"/>
                <a:cs typeface="Aptos" panose="020B0004020202020204" pitchFamily="34" charset="0"/>
                <a:sym typeface="Aptos" panose="020B0004020202020204" pitchFamily="34" charset="0"/>
              </a:defRPr>
            </a:lvl9pPr>
          </a:lstStyle>
          <a:p>
            <a:fld id="{A2294E5B-DE56-4C0C-83A2-06393784158A}" type="slidenum">
              <a:rPr lang="en-AU" sz="933" smtClean="0">
                <a:solidFill>
                  <a:schemeClr val="tx1"/>
                </a:solidFill>
                <a:latin typeface="Verdana" panose="020B0604030504040204" pitchFamily="34" charset="0"/>
                <a:ea typeface="Verdana" panose="020B0604030504040204" pitchFamily="34" charset="0"/>
              </a:rPr>
              <a:pPr/>
              <a:t>‹#›</a:t>
            </a:fld>
            <a:endParaRPr lang="en-AU" sz="933">
              <a:solidFill>
                <a:schemeClr val="tx1"/>
              </a:solidFill>
              <a:latin typeface="Verdana" panose="020B0604030504040204" pitchFamily="34" charset="0"/>
              <a:ea typeface="Verdana" panose="020B0604030504040204" pitchFamily="34" charset="0"/>
            </a:endParaRPr>
          </a:p>
        </p:txBody>
      </p:sp>
      <p:sp>
        <p:nvSpPr>
          <p:cNvPr id="9" name="TextBox 8">
            <a:extLst>
              <a:ext uri="{FF2B5EF4-FFF2-40B4-BE49-F238E27FC236}">
                <a16:creationId xmlns:a16="http://schemas.microsoft.com/office/drawing/2014/main" id="{BDB4E33F-C9AE-AD75-BA0B-87F4D61986B6}"/>
              </a:ext>
            </a:extLst>
          </p:cNvPr>
          <p:cNvSpPr txBox="1"/>
          <p:nvPr userDrawn="1"/>
        </p:nvSpPr>
        <p:spPr>
          <a:xfrm>
            <a:off x="274789" y="6362694"/>
            <a:ext cx="1663700" cy="235898"/>
          </a:xfrm>
          <a:prstGeom prst="rect">
            <a:avLst/>
          </a:prstGeom>
          <a:noFill/>
        </p:spPr>
        <p:txBody>
          <a:bodyPr wrap="square">
            <a:spAutoFit/>
          </a:bodyPr>
          <a:lstStyle/>
          <a:p>
            <a:pPr algn="l"/>
            <a:r>
              <a:rPr lang="en-US" sz="933" b="0" i="0" baseline="0">
                <a:solidFill>
                  <a:schemeClr val="tx1"/>
                </a:solidFill>
                <a:latin typeface="Verdana" panose="020B0604030504040204" pitchFamily="34" charset="0"/>
                <a:ea typeface="Verdana" panose="020B0604030504040204" pitchFamily="34" charset="0"/>
              </a:rPr>
              <a:t>Ascendion Confidential</a:t>
            </a:r>
          </a:p>
        </p:txBody>
      </p:sp>
      <p:grpSp>
        <p:nvGrpSpPr>
          <p:cNvPr id="10" name="Group 9">
            <a:extLst>
              <a:ext uri="{FF2B5EF4-FFF2-40B4-BE49-F238E27FC236}">
                <a16:creationId xmlns:a16="http://schemas.microsoft.com/office/drawing/2014/main" id="{F89F6D20-3D67-87E7-261D-1DCB206478C6}"/>
              </a:ext>
            </a:extLst>
          </p:cNvPr>
          <p:cNvGrpSpPr/>
          <p:nvPr userDrawn="1"/>
        </p:nvGrpSpPr>
        <p:grpSpPr>
          <a:xfrm>
            <a:off x="2235201" y="6330950"/>
            <a:ext cx="9956800" cy="190500"/>
            <a:chOff x="1676400" y="4748212"/>
            <a:chExt cx="7467600" cy="142875"/>
          </a:xfrm>
        </p:grpSpPr>
        <p:pic>
          <p:nvPicPr>
            <p:cNvPr id="11" name="Graphic 10">
              <a:extLst>
                <a:ext uri="{FF2B5EF4-FFF2-40B4-BE49-F238E27FC236}">
                  <a16:creationId xmlns:a16="http://schemas.microsoft.com/office/drawing/2014/main" id="{34A157B6-58AF-33D6-96CC-D1BE31D6A076}"/>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3314700" y="4748212"/>
              <a:ext cx="5829300" cy="142875"/>
            </a:xfrm>
            <a:prstGeom prst="rect">
              <a:avLst/>
            </a:prstGeom>
          </p:spPr>
        </p:pic>
        <p:cxnSp>
          <p:nvCxnSpPr>
            <p:cNvPr id="12" name="Straight Connector 11">
              <a:extLst>
                <a:ext uri="{FF2B5EF4-FFF2-40B4-BE49-F238E27FC236}">
                  <a16:creationId xmlns:a16="http://schemas.microsoft.com/office/drawing/2014/main" id="{4CE8D9D0-0569-DD45-6782-7D118915BD01}"/>
                </a:ext>
              </a:extLst>
            </p:cNvPr>
            <p:cNvCxnSpPr>
              <a:cxnSpLocks/>
            </p:cNvCxnSpPr>
            <p:nvPr userDrawn="1"/>
          </p:nvCxnSpPr>
          <p:spPr>
            <a:xfrm>
              <a:off x="1676400" y="4886325"/>
              <a:ext cx="1676400" cy="0"/>
            </a:xfrm>
            <a:prstGeom prst="line">
              <a:avLst/>
            </a:prstGeom>
            <a:noFill/>
            <a:ln w="9525" cap="flat">
              <a:solidFill>
                <a:schemeClr val="tx1"/>
              </a:solidFill>
              <a:prstDash val="solid"/>
              <a:miter/>
            </a:ln>
          </p:spPr>
          <p:style>
            <a:lnRef idx="1">
              <a:schemeClr val="accent1"/>
            </a:lnRef>
            <a:fillRef idx="0">
              <a:schemeClr val="accent1"/>
            </a:fillRef>
            <a:effectRef idx="0">
              <a:schemeClr val="accent1"/>
            </a:effectRef>
            <a:fontRef idx="minor">
              <a:schemeClr val="tx1"/>
            </a:fontRef>
          </p:style>
        </p:cxnSp>
      </p:grpSp>
      <p:cxnSp>
        <p:nvCxnSpPr>
          <p:cNvPr id="13" name="Straight Connector 12">
            <a:extLst>
              <a:ext uri="{FF2B5EF4-FFF2-40B4-BE49-F238E27FC236}">
                <a16:creationId xmlns:a16="http://schemas.microsoft.com/office/drawing/2014/main" id="{8A8BB966-C387-C92B-FA58-18AA05DC5645}"/>
              </a:ext>
            </a:extLst>
          </p:cNvPr>
          <p:cNvCxnSpPr>
            <a:cxnSpLocks/>
          </p:cNvCxnSpPr>
          <p:nvPr userDrawn="1"/>
        </p:nvCxnSpPr>
        <p:spPr>
          <a:xfrm>
            <a:off x="1" y="6515100"/>
            <a:ext cx="304800" cy="0"/>
          </a:xfrm>
          <a:prstGeom prst="line">
            <a:avLst/>
          </a:prstGeom>
          <a:noFill/>
          <a:ln w="9525" cap="flat">
            <a:solidFill>
              <a:schemeClr val="tx1"/>
            </a:solidFill>
            <a:prstDash val="solid"/>
            <a:miter/>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98754554"/>
      </p:ext>
    </p:extLst>
  </p:cSld>
  <p:clrMap bg1="lt1" tx1="dk1" bg2="lt2" tx2="dk2" accent1="accent1" accent2="accent2" accent3="accent3" accent4="accent4" accent5="accent5" accent6="accent6" hlink="hlink" folHlink="folHlink"/>
  <p:sldLayoutIdLst>
    <p:sldLayoutId id="2147483725" r:id="rId1"/>
    <p:sldLayoutId id="2147483726" r:id="rId2"/>
    <p:sldLayoutId id="2147483727" r:id="rId3"/>
    <p:sldLayoutId id="2147483728" r:id="rId4"/>
    <p:sldLayoutId id="2147483729" r:id="rId5"/>
    <p:sldLayoutId id="2147483730" r:id="rId6"/>
    <p:sldLayoutId id="2147483731" r:id="rId7"/>
    <p:sldLayoutId id="2147483732" r:id="rId8"/>
    <p:sldLayoutId id="2147483733" r:id="rId9"/>
    <p:sldLayoutId id="2147483734" r:id="rId10"/>
    <p:sldLayoutId id="2147483735" r:id="rId11"/>
    <p:sldLayoutId id="2147483736" r:id="rId12"/>
  </p:sldLayoutIdLst>
  <p:hf hdr="0" dt="0"/>
  <p:txStyles>
    <p:titleStyle>
      <a:lvl1pPr algn="l" defTabSz="914171" rtl="0" eaLnBrk="1" latinLnBrk="0" hangingPunct="1">
        <a:lnSpc>
          <a:spcPct val="100000"/>
        </a:lnSpc>
        <a:spcBef>
          <a:spcPct val="0"/>
        </a:spcBef>
        <a:spcAft>
          <a:spcPts val="600"/>
        </a:spcAft>
        <a:buNone/>
        <a:defRPr sz="2933" b="1" i="0" kern="1200">
          <a:solidFill>
            <a:schemeClr val="tx1"/>
          </a:solidFill>
          <a:latin typeface="PP Neue Machina Plain Ultrabold" pitchFamily="50" charset="0"/>
          <a:ea typeface="+mj-ea"/>
          <a:cs typeface="+mj-cs"/>
        </a:defRPr>
      </a:lvl1pPr>
    </p:titleStyle>
    <p:bodyStyle>
      <a:lvl1pPr marL="228543" indent="-228543" algn="l" defTabSz="914171" rtl="0" eaLnBrk="1" latinLnBrk="0" hangingPunct="1">
        <a:lnSpc>
          <a:spcPct val="100000"/>
        </a:lnSpc>
        <a:spcBef>
          <a:spcPts val="1000"/>
        </a:spcBef>
        <a:spcAft>
          <a:spcPts val="600"/>
        </a:spcAft>
        <a:buFont typeface="Aptos" panose="020B0004020202020204" pitchFamily="34" charset="0"/>
        <a:buChar char="•"/>
        <a:defRPr sz="16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685629" indent="-228543" algn="l" defTabSz="914171" rtl="0" eaLnBrk="1" latinLnBrk="0" hangingPunct="1">
        <a:lnSpc>
          <a:spcPct val="100000"/>
        </a:lnSpc>
        <a:spcBef>
          <a:spcPts val="500"/>
        </a:spcBef>
        <a:spcAft>
          <a:spcPts val="600"/>
        </a:spcAft>
        <a:buFont typeface="Aptos" panose="020B0004020202020204" pitchFamily="34" charset="0"/>
        <a:buChar char="•"/>
        <a:defRPr sz="1466"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2714" indent="-228543" algn="l" defTabSz="914171" rtl="0" eaLnBrk="1" latinLnBrk="0" hangingPunct="1">
        <a:lnSpc>
          <a:spcPct val="100000"/>
        </a:lnSpc>
        <a:spcBef>
          <a:spcPts val="500"/>
        </a:spcBef>
        <a:spcAft>
          <a:spcPts val="600"/>
        </a:spcAft>
        <a:buFont typeface="Aptos" panose="020B0004020202020204" pitchFamily="34" charset="0"/>
        <a:buChar char="•"/>
        <a:defRPr sz="1200" b="0" i="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599800" indent="-228543" algn="l" defTabSz="914171" rtl="0" eaLnBrk="1" latinLnBrk="0" hangingPunct="1">
        <a:lnSpc>
          <a:spcPct val="90000"/>
        </a:lnSpc>
        <a:spcBef>
          <a:spcPts val="500"/>
        </a:spcBef>
        <a:buFont typeface="Aptos" panose="020B0004020202020204" pitchFamily="34" charset="0"/>
        <a:buChar char="•"/>
        <a:defRPr sz="1200" b="0" i="0" kern="1200">
          <a:solidFill>
            <a:schemeClr val="tx1"/>
          </a:solidFill>
          <a:latin typeface="Aptos" panose="020B0004020202020204" pitchFamily="34" charset="0"/>
          <a:ea typeface="+mn-ea"/>
          <a:cs typeface="Aptos" panose="020B0004020202020204" pitchFamily="34" charset="0"/>
        </a:defRPr>
      </a:lvl4pPr>
      <a:lvl5pPr marL="2056886" indent="-228543" algn="l" defTabSz="914171" rtl="0" eaLnBrk="1" latinLnBrk="0" hangingPunct="1">
        <a:lnSpc>
          <a:spcPct val="90000"/>
        </a:lnSpc>
        <a:spcBef>
          <a:spcPts val="500"/>
        </a:spcBef>
        <a:buFont typeface="Aptos" panose="020B0004020202020204" pitchFamily="34" charset="0"/>
        <a:buChar char="•"/>
        <a:defRPr sz="1200" b="0" i="0" kern="1200">
          <a:solidFill>
            <a:schemeClr val="tx1"/>
          </a:solidFill>
          <a:latin typeface="Aptos" panose="020B0004020202020204" pitchFamily="34" charset="0"/>
          <a:ea typeface="+mn-ea"/>
          <a:cs typeface="Aptos" panose="020B0004020202020204" pitchFamily="34" charset="0"/>
        </a:defRPr>
      </a:lvl5pPr>
      <a:lvl6pPr marL="2513971" indent="-228543" algn="l" defTabSz="914171" rtl="0" eaLnBrk="1" latinLnBrk="0" hangingPunct="1">
        <a:lnSpc>
          <a:spcPct val="90000"/>
        </a:lnSpc>
        <a:spcBef>
          <a:spcPts val="500"/>
        </a:spcBef>
        <a:buFont typeface="Aptos" panose="020B0004020202020204" pitchFamily="34" charset="0"/>
        <a:buChar char="•"/>
        <a:defRPr sz="1800" kern="1200">
          <a:solidFill>
            <a:schemeClr val="tx1"/>
          </a:solidFill>
          <a:latin typeface="+mn-lt"/>
          <a:ea typeface="+mn-ea"/>
          <a:cs typeface="+mn-cs"/>
        </a:defRPr>
      </a:lvl6pPr>
      <a:lvl7pPr marL="2971057" indent="-228543" algn="l" defTabSz="914171" rtl="0" eaLnBrk="1" latinLnBrk="0" hangingPunct="1">
        <a:lnSpc>
          <a:spcPct val="90000"/>
        </a:lnSpc>
        <a:spcBef>
          <a:spcPts val="500"/>
        </a:spcBef>
        <a:buFont typeface="Aptos" panose="020B0004020202020204" pitchFamily="34" charset="0"/>
        <a:buChar char="•"/>
        <a:defRPr sz="1800" kern="1200">
          <a:solidFill>
            <a:schemeClr val="tx1"/>
          </a:solidFill>
          <a:latin typeface="+mn-lt"/>
          <a:ea typeface="+mn-ea"/>
          <a:cs typeface="+mn-cs"/>
        </a:defRPr>
      </a:lvl7pPr>
      <a:lvl8pPr marL="3428143" indent="-228543" algn="l" defTabSz="914171" rtl="0" eaLnBrk="1" latinLnBrk="0" hangingPunct="1">
        <a:lnSpc>
          <a:spcPct val="90000"/>
        </a:lnSpc>
        <a:spcBef>
          <a:spcPts val="500"/>
        </a:spcBef>
        <a:buFont typeface="Aptos" panose="020B0004020202020204" pitchFamily="34" charset="0"/>
        <a:buChar char="•"/>
        <a:defRPr sz="1800" kern="1200">
          <a:solidFill>
            <a:schemeClr val="tx1"/>
          </a:solidFill>
          <a:latin typeface="+mn-lt"/>
          <a:ea typeface="+mn-ea"/>
          <a:cs typeface="+mn-cs"/>
        </a:defRPr>
      </a:lvl8pPr>
      <a:lvl9pPr marL="3885228" indent="-228543" algn="l" defTabSz="914171" rtl="0" eaLnBrk="1" latinLnBrk="0" hangingPunct="1">
        <a:lnSpc>
          <a:spcPct val="90000"/>
        </a:lnSpc>
        <a:spcBef>
          <a:spcPts val="500"/>
        </a:spcBef>
        <a:buFont typeface="Aptos" panose="020B0004020202020204" pitchFamily="34" charset="0"/>
        <a:buChar char="•"/>
        <a:defRPr sz="1800" kern="1200">
          <a:solidFill>
            <a:schemeClr val="tx1"/>
          </a:solidFill>
          <a:latin typeface="+mn-lt"/>
          <a:ea typeface="+mn-ea"/>
          <a:cs typeface="+mn-cs"/>
        </a:defRPr>
      </a:lvl9pPr>
    </p:bodyStyle>
    <p:otherStyle>
      <a:defPPr>
        <a:defRPr lang="en-US"/>
      </a:defPPr>
      <a:lvl1pPr marL="0" algn="l" defTabSz="914171" rtl="0" eaLnBrk="1" latinLnBrk="0" hangingPunct="1">
        <a:defRPr sz="1800" kern="1200">
          <a:solidFill>
            <a:schemeClr val="tx1"/>
          </a:solidFill>
          <a:latin typeface="+mn-lt"/>
          <a:ea typeface="+mn-ea"/>
          <a:cs typeface="+mn-cs"/>
        </a:defRPr>
      </a:lvl1pPr>
      <a:lvl2pPr marL="457086" algn="l" defTabSz="914171" rtl="0" eaLnBrk="1" latinLnBrk="0" hangingPunct="1">
        <a:defRPr sz="1800" kern="1200">
          <a:solidFill>
            <a:schemeClr val="tx1"/>
          </a:solidFill>
          <a:latin typeface="+mn-lt"/>
          <a:ea typeface="+mn-ea"/>
          <a:cs typeface="+mn-cs"/>
        </a:defRPr>
      </a:lvl2pPr>
      <a:lvl3pPr marL="914171" algn="l" defTabSz="914171" rtl="0" eaLnBrk="1" latinLnBrk="0" hangingPunct="1">
        <a:defRPr sz="1800" kern="1200">
          <a:solidFill>
            <a:schemeClr val="tx1"/>
          </a:solidFill>
          <a:latin typeface="+mn-lt"/>
          <a:ea typeface="+mn-ea"/>
          <a:cs typeface="+mn-cs"/>
        </a:defRPr>
      </a:lvl3pPr>
      <a:lvl4pPr marL="1371257" algn="l" defTabSz="914171" rtl="0" eaLnBrk="1" latinLnBrk="0" hangingPunct="1">
        <a:defRPr sz="1800" kern="1200">
          <a:solidFill>
            <a:schemeClr val="tx1"/>
          </a:solidFill>
          <a:latin typeface="+mn-lt"/>
          <a:ea typeface="+mn-ea"/>
          <a:cs typeface="+mn-cs"/>
        </a:defRPr>
      </a:lvl4pPr>
      <a:lvl5pPr marL="1828343" algn="l" defTabSz="914171" rtl="0" eaLnBrk="1" latinLnBrk="0" hangingPunct="1">
        <a:defRPr sz="1800" kern="1200">
          <a:solidFill>
            <a:schemeClr val="tx1"/>
          </a:solidFill>
          <a:latin typeface="+mn-lt"/>
          <a:ea typeface="+mn-ea"/>
          <a:cs typeface="+mn-cs"/>
        </a:defRPr>
      </a:lvl5pPr>
      <a:lvl6pPr marL="2285429" algn="l" defTabSz="914171" rtl="0" eaLnBrk="1" latinLnBrk="0" hangingPunct="1">
        <a:defRPr sz="1800" kern="1200">
          <a:solidFill>
            <a:schemeClr val="tx1"/>
          </a:solidFill>
          <a:latin typeface="+mn-lt"/>
          <a:ea typeface="+mn-ea"/>
          <a:cs typeface="+mn-cs"/>
        </a:defRPr>
      </a:lvl6pPr>
      <a:lvl7pPr marL="2742514" algn="l" defTabSz="914171" rtl="0" eaLnBrk="1" latinLnBrk="0" hangingPunct="1">
        <a:defRPr sz="1800" kern="1200">
          <a:solidFill>
            <a:schemeClr val="tx1"/>
          </a:solidFill>
          <a:latin typeface="+mn-lt"/>
          <a:ea typeface="+mn-ea"/>
          <a:cs typeface="+mn-cs"/>
        </a:defRPr>
      </a:lvl7pPr>
      <a:lvl8pPr marL="3199600" algn="l" defTabSz="914171" rtl="0" eaLnBrk="1" latinLnBrk="0" hangingPunct="1">
        <a:defRPr sz="1800" kern="1200">
          <a:solidFill>
            <a:schemeClr val="tx1"/>
          </a:solidFill>
          <a:latin typeface="+mn-lt"/>
          <a:ea typeface="+mn-ea"/>
          <a:cs typeface="+mn-cs"/>
        </a:defRPr>
      </a:lvl8pPr>
      <a:lvl9pPr marL="3656686" algn="l" defTabSz="91417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233">
          <p15:clr>
            <a:srgbClr val="F26B43"/>
          </p15:clr>
        </p15:guide>
        <p15:guide id="2" pos="9809">
          <p15:clr>
            <a:srgbClr val="F26B43"/>
          </p15:clr>
        </p15:guide>
        <p15:guide id="3" pos="425">
          <p15:clr>
            <a:srgbClr val="F26B43"/>
          </p15:clr>
        </p15:guide>
        <p15:guide id="4" pos="13067">
          <p15:clr>
            <a:srgbClr val="F26B43"/>
          </p15:clr>
        </p15:guide>
        <p15:guide id="5" orient="horz" pos="6929">
          <p15:clr>
            <a:srgbClr val="F26B43"/>
          </p15:clr>
        </p15:guide>
        <p15:guide id="6" orient="horz" pos="1348">
          <p15:clr>
            <a:srgbClr val="F26B43"/>
          </p15:clr>
        </p15:guide>
        <p15:guide id="7" pos="5117">
          <p15:clr>
            <a:srgbClr val="F26B43"/>
          </p15:clr>
        </p15:guide>
        <p15:guide id="8" orient="horz" pos="1147">
          <p15:clr>
            <a:srgbClr val="F26B43"/>
          </p15:clr>
        </p15:guide>
        <p15:guide id="9" orient="horz" pos="655">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diagramQuickStyle" Target="../diagrams/quickStyle1.xml"/><Relationship Id="rId13" Type="http://schemas.openxmlformats.org/officeDocument/2006/relationships/image" Target="../media/image12.png"/><Relationship Id="rId3" Type="http://schemas.microsoft.com/office/2007/relationships/hdphoto" Target="../media/hdphoto1.wdp"/><Relationship Id="rId7" Type="http://schemas.openxmlformats.org/officeDocument/2006/relationships/diagramLayout" Target="../diagrams/layout1.xml"/><Relationship Id="rId12" Type="http://schemas.microsoft.com/office/2007/relationships/hdphoto" Target="../media/hdphoto3.wdp"/><Relationship Id="rId2" Type="http://schemas.openxmlformats.org/officeDocument/2006/relationships/image" Target="../media/image9.png"/><Relationship Id="rId16" Type="http://schemas.microsoft.com/office/2007/relationships/hdphoto" Target="../media/hdphoto5.wdp"/><Relationship Id="rId1" Type="http://schemas.openxmlformats.org/officeDocument/2006/relationships/slideLayout" Target="../slideLayouts/slideLayout4.xml"/><Relationship Id="rId6" Type="http://schemas.openxmlformats.org/officeDocument/2006/relationships/diagramData" Target="../diagrams/data1.xml"/><Relationship Id="rId11" Type="http://schemas.openxmlformats.org/officeDocument/2006/relationships/image" Target="../media/image11.png"/><Relationship Id="rId5" Type="http://schemas.microsoft.com/office/2007/relationships/hdphoto" Target="../media/hdphoto2.wdp"/><Relationship Id="rId15" Type="http://schemas.openxmlformats.org/officeDocument/2006/relationships/image" Target="../media/image13.png"/><Relationship Id="rId10" Type="http://schemas.microsoft.com/office/2007/relationships/diagramDrawing" Target="../diagrams/drawing1.xml"/><Relationship Id="rId4" Type="http://schemas.openxmlformats.org/officeDocument/2006/relationships/image" Target="../media/image10.png"/><Relationship Id="rId9" Type="http://schemas.openxmlformats.org/officeDocument/2006/relationships/diagramColors" Target="../diagrams/colors1.xml"/><Relationship Id="rId14" Type="http://schemas.microsoft.com/office/2007/relationships/hdphoto" Target="../media/hdphoto4.wdp"/></Relationships>
</file>

<file path=ppt/slides/_rels/slide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15.png"/><Relationship Id="rId1" Type="http://schemas.openxmlformats.org/officeDocument/2006/relationships/slideLayout" Target="../slideLayouts/slideLayout4.xml"/><Relationship Id="rId5" Type="http://schemas.microsoft.com/office/2007/relationships/hdphoto" Target="../media/hdphoto7.wdp"/><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hyperlink" Target="https://ava-prod.avateam.io/oneview-dashboard/#/executive-dashboard" TargetMode="External"/><Relationship Id="rId2" Type="http://schemas.openxmlformats.org/officeDocument/2006/relationships/hyperlink" Target="https://ascendionhub-my.sharepoint.com/:x:/r/personal/athish_ganesh_ascendion_com/Documents/06%20Agentic%20Agile%20Playbook/Process_Set.xlsx?d=w148b706667c84016bdf089015ebd9311&amp;csf=1&amp;web=1&amp;e=GwEhsT" TargetMode="Externa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8" Type="http://schemas.openxmlformats.org/officeDocument/2006/relationships/image" Target="../media/image23.png"/><Relationship Id="rId3" Type="http://schemas.microsoft.com/office/2007/relationships/hdphoto" Target="../media/hdphoto8.wdp"/><Relationship Id="rId7" Type="http://schemas.openxmlformats.org/officeDocument/2006/relationships/image" Target="../media/image22.svg"/><Relationship Id="rId2" Type="http://schemas.openxmlformats.org/officeDocument/2006/relationships/image" Target="../media/image18.png"/><Relationship Id="rId1" Type="http://schemas.openxmlformats.org/officeDocument/2006/relationships/slideLayout" Target="../slideLayouts/slideLayout4.xml"/><Relationship Id="rId6" Type="http://schemas.openxmlformats.org/officeDocument/2006/relationships/image" Target="../media/image21.png"/><Relationship Id="rId5" Type="http://schemas.openxmlformats.org/officeDocument/2006/relationships/image" Target="../media/image20.svg"/><Relationship Id="rId4" Type="http://schemas.openxmlformats.org/officeDocument/2006/relationships/image" Target="../media/image19.png"/><Relationship Id="rId9" Type="http://schemas.openxmlformats.org/officeDocument/2006/relationships/hyperlink" Target="https://ascendionhub.sharepoint.com/:x:/r/sites/EngineeringSolutionsPre-Sales/Shared%20Documents/Proactive%20Proposals/Software%20%26%20Technology/ShiftKey/08%20Working%20Folder_DEV/Archive/Estimates_Shiftkey_OnetoX-Migration.xlsx?d=w0c666b2c6a6a4b8b914319d0b110eb87&amp;csf=1&amp;web=1&amp;e=gnjxfJ" TargetMode="Externa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24.png"/><Relationship Id="rId7" Type="http://schemas.openxmlformats.org/officeDocument/2006/relationships/image" Target="../media/image28.png"/><Relationship Id="rId12" Type="http://schemas.openxmlformats.org/officeDocument/2006/relationships/image" Target="../media/image33.svg"/><Relationship Id="rId2" Type="http://schemas.openxmlformats.org/officeDocument/2006/relationships/notesSlide" Target="../notesSlides/notesSlide4.xml"/><Relationship Id="rId1" Type="http://schemas.openxmlformats.org/officeDocument/2006/relationships/slideLayout" Target="../slideLayouts/slideLayout16.xml"/><Relationship Id="rId6" Type="http://schemas.openxmlformats.org/officeDocument/2006/relationships/image" Target="../media/image27.svg"/><Relationship Id="rId11" Type="http://schemas.openxmlformats.org/officeDocument/2006/relationships/image" Target="../media/image32.png"/><Relationship Id="rId5" Type="http://schemas.openxmlformats.org/officeDocument/2006/relationships/image" Target="../media/image26.png"/><Relationship Id="rId10" Type="http://schemas.openxmlformats.org/officeDocument/2006/relationships/image" Target="../media/image31.svg"/><Relationship Id="rId4" Type="http://schemas.openxmlformats.org/officeDocument/2006/relationships/image" Target="../media/image25.svg"/><Relationship Id="rId9" Type="http://schemas.openxmlformats.org/officeDocument/2006/relationships/image" Target="../media/image30.png"/></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microsoft.com/office/2007/relationships/hdphoto" Target="../media/hdphoto6.wdp"/><Relationship Id="rId5" Type="http://schemas.openxmlformats.org/officeDocument/2006/relationships/image" Target="../media/image15.png"/><Relationship Id="rId4" Type="http://schemas.microsoft.com/office/2007/relationships/hdphoto" Target="../media/hdphoto7.wdp"/></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8" Type="http://schemas.openxmlformats.org/officeDocument/2006/relationships/hyperlink" Target="https://ascendionhub-my.sharepoint.com/:x:/r/personal/athish_ganesh_ascendion_com/Documents/06%20Agentic%20Agile%20Playbook/Artefacts/Agent%20List%20-%20Internal%20Environment%20as%20of%2023rd%20April%205%2030%20PM.xlsx?d=w7a807e532d1e46bdaf685e6d4fdef735&amp;csf=1&amp;web=1&amp;e=bexnsA" TargetMode="External"/><Relationship Id="rId13" Type="http://schemas.openxmlformats.org/officeDocument/2006/relationships/hyperlink" Target="https://ascendionhub.sharepoint.com/:p:/r/sites/AscendionContentRepository/Shared%20Documents/General/Agentic%20Agile/Agentic%20Agile%20Playbook-WIP.pptx?d=w85e2bc2dd06441ecb9af5daa899f5866&amp;csf=1&amp;web=1&amp;e=yRcKx0&amp;nav=eyJzSWQiOjI3NSwiY0lkIjozMjYxODc1MzEwfQ" TargetMode="External"/><Relationship Id="rId18" Type="http://schemas.openxmlformats.org/officeDocument/2006/relationships/hyperlink" Target="https://ascendionhub-my.sharepoint.com/:p:/r/personal/athish_ganesh_ascendion_com/Documents/06%20Agentic%20Agile%20Playbook/Artefacts/Experience_Fireside_Chat.pptx?d=w34f62a5b0a714c99ace9a050ffd54a9f&amp;csf=1&amp;web=1&amp;e=1ReDG6" TargetMode="External"/><Relationship Id="rId26" Type="http://schemas.microsoft.com/office/2007/relationships/hdphoto" Target="../media/hdphoto10.wdp"/><Relationship Id="rId3" Type="http://schemas.openxmlformats.org/officeDocument/2006/relationships/image" Target="../media/image23.png"/><Relationship Id="rId21" Type="http://schemas.openxmlformats.org/officeDocument/2006/relationships/image" Target="../media/image35.png"/><Relationship Id="rId7" Type="http://schemas.openxmlformats.org/officeDocument/2006/relationships/hyperlink" Target="https://ascendionhub.sharepoint.com/:p:/r/sites/AscendionContentRepository/Shared%20Documents/General/Agentic%20Agile/Agentic%20Agile%20Playbook-WIP.pptx?d=w85e2bc2dd06441ecb9af5daa899f5866&amp;csf=1&amp;web=1&amp;e=aRSQpI&amp;nav=eyJzSWQiOjIxNDc0ODM2MjcsImNJZCI6MzMzNzMxNTQ2MH0" TargetMode="External"/><Relationship Id="rId12" Type="http://schemas.openxmlformats.org/officeDocument/2006/relationships/hyperlink" Target="https://ascendionhub-my.sharepoint.com/:p:/r/personal/athish_ganesh_ascendion_com/Documents/06%20Agentic%20Agile%20Playbook/Artefacts/Legacy%20Modernization%20-%20Sales-level%20demo%20(2).pptx?d=w57aa234ffd4c4c91845383ab2ab5be74&amp;csf=1&amp;web=1&amp;e=1XocuH" TargetMode="External"/><Relationship Id="rId17" Type="http://schemas.openxmlformats.org/officeDocument/2006/relationships/hyperlink" Target="https://ascendionhub-my.sharepoint.com/:p:/r/personal/athish_ganesh_ascendion_com/Documents/06%20Agentic%20Agile%20Playbook/Artefacts/MAVCA_Agentic%20Maturity%20Fitment%20Exercise_AVA+%202.pptx?d=w91ab024ae2c1409f8a880c4fd2e594e4&amp;csf=1&amp;web=1&amp;e=pXXI16" TargetMode="External"/><Relationship Id="rId25" Type="http://schemas.openxmlformats.org/officeDocument/2006/relationships/image" Target="../media/image38.png"/><Relationship Id="rId2" Type="http://schemas.openxmlformats.org/officeDocument/2006/relationships/notesSlide" Target="../notesSlides/notesSlide7.xml"/><Relationship Id="rId16" Type="http://schemas.openxmlformats.org/officeDocument/2006/relationships/hyperlink" Target="https://ascendionhub.sharepoint.com/:p:/r/sites/AscendionContentRepository/Shared%20Documents/General/Agentic%20Agile/Agentic%20Agile%20Playbook-WIP.pptx?d=w85e2bc2dd06441ecb9af5daa899f5866&amp;csf=1&amp;web=1&amp;e=0Heum4&amp;nav=eyJzSWQiOjIxNDc0ODM1NTgsImNJZCI6MzA2MjI3NTQ3MX0" TargetMode="External"/><Relationship Id="rId20" Type="http://schemas.openxmlformats.org/officeDocument/2006/relationships/image" Target="../media/image34.jpeg"/><Relationship Id="rId29" Type="http://schemas.openxmlformats.org/officeDocument/2006/relationships/image" Target="../media/image40.png"/><Relationship Id="rId1" Type="http://schemas.openxmlformats.org/officeDocument/2006/relationships/slideLayout" Target="../slideLayouts/slideLayout4.xml"/><Relationship Id="rId6" Type="http://schemas.openxmlformats.org/officeDocument/2006/relationships/hyperlink" Target="https://ascendionhub-my.sharepoint.com/:p:/r/personal/athish_ganesh_ascendion_com/Documents/06%20Agentic%20Agile%20Playbook/Artefacts/01%20Agile%20Delivery%20Model/Ascendion%20-%20Agentic%20QE.pptx?d=wb55cf7bb37b548cfae24d1c4b402c8d0&amp;csf=1&amp;web=1&amp;e=mCLyRN" TargetMode="External"/><Relationship Id="rId11" Type="http://schemas.openxmlformats.org/officeDocument/2006/relationships/hyperlink" Target="https://ascendionhub.sharepoint.com/:p:/r/sites/AscendionContentRepository/Shared%20Documents/General/Agentic%20Agile/Agentic%20Agile%20Playbook-WIP.pptx?d=w85e2bc2dd06441ecb9af5daa899f5866&amp;csf=1&amp;web=1&amp;e=V5Q5TJ&amp;nav=eyJzSWQiOjI3MCwiY0lkIjo3MDUxMDIzNzB9" TargetMode="External"/><Relationship Id="rId24" Type="http://schemas.openxmlformats.org/officeDocument/2006/relationships/image" Target="../media/image37.png"/><Relationship Id="rId5" Type="http://schemas.openxmlformats.org/officeDocument/2006/relationships/hyperlink" Target="https://ascendionhub-my.sharepoint.com/:x:/r/personal/athish_ganesh_ascendion_com/Documents/06%20Agentic%20Agile%20Playbook/Artefacts/Assessment%20Questionnaire%201.xlsx?d=w8d307d2729d04762b1bc0a9bc777ddfe&amp;csf=1&amp;web=1&amp;e=ktPHBA" TargetMode="External"/><Relationship Id="rId15" Type="http://schemas.openxmlformats.org/officeDocument/2006/relationships/hyperlink" Target="https://ascendionhub-my.sharepoint.com/:p:/r/personal/athish_ganesh_ascendion_com/Documents/06%20Agentic%20Agile%20Playbook/Artefacts/01%20Agile%20Delivery%20Model/Platform%20Operations%20-%20GTM%20Deck%202025.pptx?d=w1e750a974a474274b12f563adfe8ae15&amp;csf=1&amp;web=1&amp;e=ng82QX" TargetMode="External"/><Relationship Id="rId23" Type="http://schemas.microsoft.com/office/2007/relationships/hdphoto" Target="../media/hdphoto9.wdp"/><Relationship Id="rId28" Type="http://schemas.microsoft.com/office/2007/relationships/hdphoto" Target="../media/hdphoto11.wdp"/><Relationship Id="rId10" Type="http://schemas.openxmlformats.org/officeDocument/2006/relationships/hyperlink" Target="https://ascendionhub.sharepoint.com/:p:/r/sites/AscendionContentRepository/Shared%20Documents/General/Agentic%20Agile/Agentic%20Agile%20Playbook-WIP.pptx?d=w85e2bc2dd06441ecb9af5daa899f5866&amp;csf=1&amp;web=1&amp;e=ZsTnDT&amp;nav=eyJzSWQiOjIxNDc0ODM1OTAsImNJZCI6Njc2ODQxMjExfQ" TargetMode="External"/><Relationship Id="rId19" Type="http://schemas.openxmlformats.org/officeDocument/2006/relationships/hyperlink" Target="https://ascendionhub.sharepoint.com/:p:/r/sites/AscendionContentRepository/Shared%20Documents/General/Agentic%20Agile/Agentic%20Agile%20Playbook-WIP.pptx?d=w85e2bc2dd06441ecb9af5daa899f5866&amp;csf=1&amp;web=1&amp;e=GlTcIl&amp;nav=eyJzSWQiOjMyNywiY0lkIjoyMjgwOTQ3NDE1fQ" TargetMode="External"/><Relationship Id="rId4" Type="http://schemas.openxmlformats.org/officeDocument/2006/relationships/hyperlink" Target="https://ascendionhub-my.sharepoint.com/:x:/r/personal/athish_ganesh_ascendion_com/Documents/06%20Agentic%20Agile%20Playbook/Artefacts/QE%20-%20Agentic%20Estimation%20Template%20%202.xlsx?d=w2ff2bcfabe4d40e6833cb759ee60724d&amp;csf=1&amp;web=1&amp;e=WxKNAx" TargetMode="External"/><Relationship Id="rId9" Type="http://schemas.openxmlformats.org/officeDocument/2006/relationships/hyperlink" Target="https://ascendionhub.sharepoint.com/:p:/r/sites/AscendionContentRepository/Shared%20Documents/General/Agentic%20Agile/Agentic%20Agile%20Playbook-WIP.pptx?d=w85e2bc2dd06441ecb9af5daa899f5866&amp;csf=1&amp;web=1&amp;e=8fwkge&amp;nav=eyJzSWQiOjIxNDc0ODM2NDYsImNJZCI6MjM4MzY3MzEyNn0" TargetMode="External"/><Relationship Id="rId14" Type="http://schemas.openxmlformats.org/officeDocument/2006/relationships/hyperlink" Target="https://ascendionhub.sharepoint.com/:f:/r/sites/AscendionContentRepository/Shared%20Documents/General/Practice%20and%20Capability%20Decks/Platform%20Engineering/Agntic%20AI%20Catalog?csf=1&amp;web=1&amp;e=bAVLYt" TargetMode="External"/><Relationship Id="rId22" Type="http://schemas.openxmlformats.org/officeDocument/2006/relationships/image" Target="../media/image36.png"/><Relationship Id="rId27" Type="http://schemas.openxmlformats.org/officeDocument/2006/relationships/image" Target="../media/image39.png"/><Relationship Id="rId30" Type="http://schemas.microsoft.com/office/2007/relationships/hdphoto" Target="../media/hdphoto12.wdp"/></Relationships>
</file>

<file path=ppt/slides/_rels/slide31.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hyperlink" Target="https://www.youtube.com/@ascendioninc" TargetMode="External"/><Relationship Id="rId5" Type="http://schemas.openxmlformats.org/officeDocument/2006/relationships/hyperlink" Target="https://www.instagram.com/ascendioninc" TargetMode="External"/><Relationship Id="rId4" Type="http://schemas.openxmlformats.org/officeDocument/2006/relationships/hyperlink" Target="https://www.linkedin.com/company/ascendion"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2FAE5465-16F0-AD68-DDD0-F0A59FFE593F}"/>
              </a:ext>
            </a:extLst>
          </p:cNvPr>
          <p:cNvPicPr>
            <a:picLocks noGrp="1" noChangeAspect="1"/>
          </p:cNvPicPr>
          <p:nvPr>
            <p:ph type="pic" sz="quarter" idx="13"/>
          </p:nvPr>
        </p:nvPicPr>
        <p:blipFill>
          <a:blip r:embed="rId2"/>
          <a:srcRect t="7059" b="7059"/>
          <a:stretch/>
        </p:blipFill>
        <p:spPr/>
      </p:pic>
      <p:sp>
        <p:nvSpPr>
          <p:cNvPr id="7" name="Rectangle 18">
            <a:extLst>
              <a:ext uri="{FF2B5EF4-FFF2-40B4-BE49-F238E27FC236}">
                <a16:creationId xmlns:a16="http://schemas.microsoft.com/office/drawing/2014/main" id="{1A87563B-3E9E-C185-5A2A-44DD890FCFAA}"/>
              </a:ext>
            </a:extLst>
          </p:cNvPr>
          <p:cNvSpPr/>
          <p:nvPr/>
        </p:nvSpPr>
        <p:spPr>
          <a:xfrm>
            <a:off x="0" y="1095177"/>
            <a:ext cx="5680389" cy="5743679"/>
          </a:xfrm>
          <a:custGeom>
            <a:avLst/>
            <a:gdLst>
              <a:gd name="connsiteX0" fmla="*/ 0 w 5319252"/>
              <a:gd name="connsiteY0" fmla="*/ 0 h 4278261"/>
              <a:gd name="connsiteX1" fmla="*/ 5319252 w 5319252"/>
              <a:gd name="connsiteY1" fmla="*/ 0 h 4278261"/>
              <a:gd name="connsiteX2" fmla="*/ 5319252 w 5319252"/>
              <a:gd name="connsiteY2" fmla="*/ 4278261 h 4278261"/>
              <a:gd name="connsiteX3" fmla="*/ 0 w 5319252"/>
              <a:gd name="connsiteY3" fmla="*/ 4278261 h 4278261"/>
              <a:gd name="connsiteX4" fmla="*/ 0 w 5319252"/>
              <a:gd name="connsiteY4" fmla="*/ 0 h 4278261"/>
              <a:gd name="connsiteX0" fmla="*/ 0 w 5329084"/>
              <a:gd name="connsiteY0" fmla="*/ 9833 h 4288094"/>
              <a:gd name="connsiteX1" fmla="*/ 5329084 w 5329084"/>
              <a:gd name="connsiteY1" fmla="*/ 0 h 4288094"/>
              <a:gd name="connsiteX2" fmla="*/ 5319252 w 5329084"/>
              <a:gd name="connsiteY2" fmla="*/ 4288094 h 4288094"/>
              <a:gd name="connsiteX3" fmla="*/ 0 w 5329084"/>
              <a:gd name="connsiteY3" fmla="*/ 4288094 h 4288094"/>
              <a:gd name="connsiteX4" fmla="*/ 0 w 5329084"/>
              <a:gd name="connsiteY4" fmla="*/ 9833 h 4288094"/>
              <a:gd name="connsiteX0" fmla="*/ 0 w 5368413"/>
              <a:gd name="connsiteY0" fmla="*/ 29498 h 4307759"/>
              <a:gd name="connsiteX1" fmla="*/ 5368413 w 5368413"/>
              <a:gd name="connsiteY1" fmla="*/ 0 h 4307759"/>
              <a:gd name="connsiteX2" fmla="*/ 5319252 w 5368413"/>
              <a:gd name="connsiteY2" fmla="*/ 4307759 h 4307759"/>
              <a:gd name="connsiteX3" fmla="*/ 0 w 5368413"/>
              <a:gd name="connsiteY3" fmla="*/ 4307759 h 4307759"/>
              <a:gd name="connsiteX4" fmla="*/ 0 w 5368413"/>
              <a:gd name="connsiteY4" fmla="*/ 29498 h 4307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8413" h="4307759">
                <a:moveTo>
                  <a:pt x="0" y="29498"/>
                </a:moveTo>
                <a:lnTo>
                  <a:pt x="5368413" y="0"/>
                </a:lnTo>
                <a:cubicBezTo>
                  <a:pt x="5365136" y="1429365"/>
                  <a:pt x="5322529" y="2878394"/>
                  <a:pt x="5319252" y="4307759"/>
                </a:cubicBezTo>
                <a:lnTo>
                  <a:pt x="0" y="4307759"/>
                </a:lnTo>
                <a:lnTo>
                  <a:pt x="0" y="29498"/>
                </a:lnTo>
                <a:close/>
              </a:path>
            </a:pathLst>
          </a:custGeom>
          <a:gradFill flip="none" rotWithShape="1">
            <a:gsLst>
              <a:gs pos="0">
                <a:schemeClr val="tx1">
                  <a:alpha val="0"/>
                </a:schemeClr>
              </a:gs>
              <a:gs pos="33000">
                <a:schemeClr val="tx1">
                  <a:alpha val="46000"/>
                </a:schemeClr>
              </a:gs>
              <a:gs pos="100000">
                <a:schemeClr val="tx1"/>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sz="2400"/>
          </a:p>
        </p:txBody>
      </p:sp>
      <p:sp>
        <p:nvSpPr>
          <p:cNvPr id="3" name="Title 2">
            <a:extLst>
              <a:ext uri="{FF2B5EF4-FFF2-40B4-BE49-F238E27FC236}">
                <a16:creationId xmlns:a16="http://schemas.microsoft.com/office/drawing/2014/main" id="{30D70F17-8E0E-04BF-4BB6-38739E0E0E22}"/>
              </a:ext>
            </a:extLst>
          </p:cNvPr>
          <p:cNvSpPr>
            <a:spLocks noGrp="1"/>
          </p:cNvSpPr>
          <p:nvPr>
            <p:ph type="ctrTitle"/>
          </p:nvPr>
        </p:nvSpPr>
        <p:spPr>
          <a:xfrm>
            <a:off x="415611" y="2624634"/>
            <a:ext cx="5680389" cy="1396999"/>
          </a:xfrm>
        </p:spPr>
        <p:txBody>
          <a:bodyPr/>
          <a:lstStyle/>
          <a:p>
            <a:pPr>
              <a:lnSpc>
                <a:spcPct val="100000"/>
              </a:lnSpc>
            </a:pPr>
            <a:r>
              <a:rPr lang="en-IN" sz="4800">
                <a:solidFill>
                  <a:schemeClr val="bg1"/>
                </a:solidFill>
              </a:rPr>
              <a:t>Agentic Agile Playbook</a:t>
            </a:r>
            <a:endParaRPr lang="en-AU" sz="4800" baseline="30000">
              <a:solidFill>
                <a:schemeClr val="bg1"/>
              </a:solidFill>
            </a:endParaRPr>
          </a:p>
        </p:txBody>
      </p:sp>
      <p:sp>
        <p:nvSpPr>
          <p:cNvPr id="2" name="Subtitle 7">
            <a:extLst>
              <a:ext uri="{FF2B5EF4-FFF2-40B4-BE49-F238E27FC236}">
                <a16:creationId xmlns:a16="http://schemas.microsoft.com/office/drawing/2014/main" id="{F94B9B29-64DA-0DC6-3363-D65FD427098F}"/>
              </a:ext>
            </a:extLst>
          </p:cNvPr>
          <p:cNvSpPr>
            <a:spLocks noGrp="1"/>
          </p:cNvSpPr>
          <p:nvPr>
            <p:ph type="subTitle" idx="1"/>
          </p:nvPr>
        </p:nvSpPr>
        <p:spPr>
          <a:xfrm>
            <a:off x="415611" y="4000455"/>
            <a:ext cx="4356086" cy="718690"/>
          </a:xfrm>
        </p:spPr>
        <p:txBody>
          <a:bodyPr/>
          <a:lstStyle/>
          <a:p>
            <a:r>
              <a:rPr lang="en-US" sz="2000"/>
              <a:t>Reimagining Agile Delivery with Agentic AI</a:t>
            </a:r>
          </a:p>
          <a:p>
            <a:endParaRPr lang="en-US" sz="2800"/>
          </a:p>
        </p:txBody>
      </p:sp>
    </p:spTree>
    <p:extLst>
      <p:ext uri="{BB962C8B-B14F-4D97-AF65-F5344CB8AC3E}">
        <p14:creationId xmlns:p14="http://schemas.microsoft.com/office/powerpoint/2010/main" val="7572973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27FF18-0791-CA02-8D5B-CC830980003B}"/>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5D5A9611-C6D5-6193-43B0-7B02B47A5424}"/>
              </a:ext>
            </a:extLst>
          </p:cNvPr>
          <p:cNvSpPr/>
          <p:nvPr/>
        </p:nvSpPr>
        <p:spPr>
          <a:xfrm>
            <a:off x="624982" y="1817987"/>
            <a:ext cx="7198545" cy="4481205"/>
          </a:xfrm>
          <a:prstGeom prst="rect">
            <a:avLst/>
          </a:prstGeom>
          <a:solidFill>
            <a:schemeClr val="bg1"/>
          </a:solidFill>
          <a:ln w="6350">
            <a:solidFill>
              <a:schemeClr val="accent2"/>
            </a:solidFill>
          </a:ln>
          <a:effectLst>
            <a:outerShdw blurRad="635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40" name="Straight Connector 39">
            <a:extLst>
              <a:ext uri="{FF2B5EF4-FFF2-40B4-BE49-F238E27FC236}">
                <a16:creationId xmlns:a16="http://schemas.microsoft.com/office/drawing/2014/main" id="{C5362D8C-7D28-FBE9-B4C0-36DE19C6B587}"/>
              </a:ext>
            </a:extLst>
          </p:cNvPr>
          <p:cNvCxnSpPr>
            <a:cxnSpLocks/>
          </p:cNvCxnSpPr>
          <p:nvPr/>
        </p:nvCxnSpPr>
        <p:spPr>
          <a:xfrm>
            <a:off x="5362545" y="4789981"/>
            <a:ext cx="1525111" cy="0"/>
          </a:xfrm>
          <a:prstGeom prst="line">
            <a:avLst/>
          </a:prstGeom>
          <a:ln w="190500" cap="rnd">
            <a:solidFill>
              <a:schemeClr val="accent5"/>
            </a:solidFill>
          </a:ln>
        </p:spPr>
        <p:style>
          <a:lnRef idx="1">
            <a:schemeClr val="accent1"/>
          </a:lnRef>
          <a:fillRef idx="0">
            <a:schemeClr val="accent1"/>
          </a:fillRef>
          <a:effectRef idx="0">
            <a:schemeClr val="accent1"/>
          </a:effectRef>
          <a:fontRef idx="minor">
            <a:schemeClr val="tx1"/>
          </a:fontRef>
        </p:style>
      </p:cxnSp>
      <p:grpSp>
        <p:nvGrpSpPr>
          <p:cNvPr id="22" name="Group 21">
            <a:extLst>
              <a:ext uri="{FF2B5EF4-FFF2-40B4-BE49-F238E27FC236}">
                <a16:creationId xmlns:a16="http://schemas.microsoft.com/office/drawing/2014/main" id="{7DCD7AD6-C0EB-73C9-341D-4CECC62C2E7D}"/>
              </a:ext>
            </a:extLst>
          </p:cNvPr>
          <p:cNvGrpSpPr/>
          <p:nvPr/>
        </p:nvGrpSpPr>
        <p:grpSpPr>
          <a:xfrm>
            <a:off x="5323245" y="2219949"/>
            <a:ext cx="1296000" cy="1296000"/>
            <a:chOff x="4936223" y="2135020"/>
            <a:chExt cx="1296000" cy="1296000"/>
          </a:xfrm>
        </p:grpSpPr>
        <p:sp>
          <p:nvSpPr>
            <p:cNvPr id="19" name="Arc 18">
              <a:extLst>
                <a:ext uri="{FF2B5EF4-FFF2-40B4-BE49-F238E27FC236}">
                  <a16:creationId xmlns:a16="http://schemas.microsoft.com/office/drawing/2014/main" id="{9C95A89A-3143-F798-49B8-7D4AEDB4DE50}"/>
                </a:ext>
              </a:extLst>
            </p:cNvPr>
            <p:cNvSpPr/>
            <p:nvPr/>
          </p:nvSpPr>
          <p:spPr>
            <a:xfrm rot="19917945" flipH="1">
              <a:off x="5134223" y="2333020"/>
              <a:ext cx="900000" cy="900000"/>
            </a:xfrm>
            <a:prstGeom prst="arc">
              <a:avLst>
                <a:gd name="adj1" fmla="val 6861227"/>
                <a:gd name="adj2" fmla="val 5294680"/>
              </a:avLst>
            </a:prstGeom>
            <a:ln w="127000" cap="rnd">
              <a:solidFill>
                <a:schemeClr val="accent2"/>
              </a:solidFill>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21" name="Arc 20">
              <a:extLst>
                <a:ext uri="{FF2B5EF4-FFF2-40B4-BE49-F238E27FC236}">
                  <a16:creationId xmlns:a16="http://schemas.microsoft.com/office/drawing/2014/main" id="{3C3EFB28-853A-96E3-C356-D3A7CAA5A413}"/>
                </a:ext>
              </a:extLst>
            </p:cNvPr>
            <p:cNvSpPr/>
            <p:nvPr/>
          </p:nvSpPr>
          <p:spPr>
            <a:xfrm rot="18900000" flipH="1">
              <a:off x="4936223" y="2135020"/>
              <a:ext cx="1296000" cy="1296000"/>
            </a:xfrm>
            <a:prstGeom prst="arc">
              <a:avLst>
                <a:gd name="adj1" fmla="val 7570691"/>
                <a:gd name="adj2" fmla="val 3881488"/>
              </a:avLst>
            </a:prstGeom>
            <a:ln w="127000" cap="rnd">
              <a:solidFill>
                <a:schemeClr val="accent5"/>
              </a:solidFill>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grpSp>
      <p:sp>
        <p:nvSpPr>
          <p:cNvPr id="2" name="Title 1">
            <a:extLst>
              <a:ext uri="{FF2B5EF4-FFF2-40B4-BE49-F238E27FC236}">
                <a16:creationId xmlns:a16="http://schemas.microsoft.com/office/drawing/2014/main" id="{FB8070EB-7303-D414-B060-7132A51E8A4D}"/>
              </a:ext>
            </a:extLst>
          </p:cNvPr>
          <p:cNvSpPr>
            <a:spLocks noGrp="1"/>
          </p:cNvSpPr>
          <p:nvPr>
            <p:ph type="title"/>
          </p:nvPr>
        </p:nvSpPr>
        <p:spPr/>
        <p:txBody>
          <a:bodyPr/>
          <a:lstStyle/>
          <a:p>
            <a:r>
              <a:rPr lang="en-US" dirty="0"/>
              <a:t> Reimagining Agility: The Agentic Agile Way</a:t>
            </a:r>
            <a:endParaRPr lang="en-IN" dirty="0"/>
          </a:p>
        </p:txBody>
      </p:sp>
      <p:sp>
        <p:nvSpPr>
          <p:cNvPr id="3" name="Arrow: Right 2">
            <a:extLst>
              <a:ext uri="{FF2B5EF4-FFF2-40B4-BE49-F238E27FC236}">
                <a16:creationId xmlns:a16="http://schemas.microsoft.com/office/drawing/2014/main" id="{E836A44C-CDF2-AE8C-6540-93B8CD2C08C8}"/>
              </a:ext>
            </a:extLst>
          </p:cNvPr>
          <p:cNvSpPr/>
          <p:nvPr/>
        </p:nvSpPr>
        <p:spPr>
          <a:xfrm>
            <a:off x="860932" y="5056262"/>
            <a:ext cx="6245582" cy="564235"/>
          </a:xfrm>
          <a:prstGeom prst="rightArrow">
            <a:avLst/>
          </a:prstGeom>
          <a:solidFill>
            <a:schemeClr val="accent2">
              <a:alpha val="10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Arc 10">
            <a:extLst>
              <a:ext uri="{FF2B5EF4-FFF2-40B4-BE49-F238E27FC236}">
                <a16:creationId xmlns:a16="http://schemas.microsoft.com/office/drawing/2014/main" id="{7A320842-86AA-F5EA-9FC6-3B99239C7540}"/>
              </a:ext>
            </a:extLst>
          </p:cNvPr>
          <p:cNvSpPr/>
          <p:nvPr/>
        </p:nvSpPr>
        <p:spPr>
          <a:xfrm>
            <a:off x="3811245" y="3159556"/>
            <a:ext cx="1620000" cy="1620000"/>
          </a:xfrm>
          <a:prstGeom prst="arc">
            <a:avLst>
              <a:gd name="adj1" fmla="val 6861227"/>
              <a:gd name="adj2" fmla="val 5294680"/>
            </a:avLst>
          </a:prstGeom>
          <a:ln w="190500" cap="rnd">
            <a:solidFill>
              <a:schemeClr val="accent2"/>
            </a:solidFill>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2" name="Arc 11">
            <a:extLst>
              <a:ext uri="{FF2B5EF4-FFF2-40B4-BE49-F238E27FC236}">
                <a16:creationId xmlns:a16="http://schemas.microsoft.com/office/drawing/2014/main" id="{84E89CB2-3FD9-229A-CD45-118769697402}"/>
              </a:ext>
            </a:extLst>
          </p:cNvPr>
          <p:cNvSpPr/>
          <p:nvPr/>
        </p:nvSpPr>
        <p:spPr>
          <a:xfrm>
            <a:off x="3541244" y="2867949"/>
            <a:ext cx="2176483" cy="2160000"/>
          </a:xfrm>
          <a:prstGeom prst="arc">
            <a:avLst>
              <a:gd name="adj1" fmla="val 7570691"/>
              <a:gd name="adj2" fmla="val 3881488"/>
            </a:avLst>
          </a:prstGeom>
          <a:ln w="190500" cap="rnd">
            <a:solidFill>
              <a:schemeClr val="accent5"/>
            </a:solidFill>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pic>
        <p:nvPicPr>
          <p:cNvPr id="1026" name="Picture 2" descr="Backlog, project backlog, scrum, agile ...">
            <a:extLst>
              <a:ext uri="{FF2B5EF4-FFF2-40B4-BE49-F238E27FC236}">
                <a16:creationId xmlns:a16="http://schemas.microsoft.com/office/drawing/2014/main" id="{B814CF37-B9B1-82E6-EBD5-8F5D5A497E96}"/>
              </a:ext>
            </a:extLst>
          </p:cNvPr>
          <p:cNvPicPr>
            <a:picLocks noChangeAspect="1" noChangeArrowheads="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backgroundRemoval t="9778" b="92000" l="9778" r="89778">
                        <a14:foregroundMark x1="33333" y1="44000" x2="69333" y2="44889"/>
                        <a14:foregroundMark x1="19556" y1="40889" x2="30667" y2="45333"/>
                        <a14:foregroundMark x1="25778" y1="41333" x2="75111" y2="39556"/>
                        <a14:foregroundMark x1="20000" y1="48444" x2="78667" y2="52444"/>
                        <a14:foregroundMark x1="78667" y1="52444" x2="79556" y2="53333"/>
                        <a14:foregroundMark x1="16889" y1="52889" x2="65778" y2="56889"/>
                        <a14:foregroundMark x1="19111" y1="58222" x2="79111" y2="59556"/>
                        <a14:foregroundMark x1="30667" y1="62667" x2="72444" y2="64444"/>
                        <a14:foregroundMark x1="29333" y1="90222" x2="77333" y2="88444"/>
                        <a14:foregroundMark x1="20000" y1="11556" x2="28000" y2="14667"/>
                        <a14:foregroundMark x1="18222" y1="10222" x2="41778" y2="10222"/>
                        <a14:foregroundMark x1="28000" y1="91556" x2="59111" y2="92000"/>
                      </a14:backgroundRemoval>
                    </a14:imgEffect>
                  </a14:imgLayer>
                </a14:imgProps>
              </a:ext>
              <a:ext uri="{28A0092B-C50C-407E-A947-70E740481C1C}">
                <a14:useLocalDpi xmlns:a14="http://schemas.microsoft.com/office/drawing/2010/main" val="0"/>
              </a:ext>
            </a:extLst>
          </a:blip>
          <a:srcRect/>
          <a:stretch>
            <a:fillRect/>
          </a:stretch>
        </p:blipFill>
        <p:spPr bwMode="auto">
          <a:xfrm>
            <a:off x="1011271" y="4013213"/>
            <a:ext cx="402242" cy="640202"/>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87061664-99D7-578B-BD83-5689907293D3}"/>
              </a:ext>
            </a:extLst>
          </p:cNvPr>
          <p:cNvSpPr txBox="1"/>
          <p:nvPr/>
        </p:nvSpPr>
        <p:spPr>
          <a:xfrm>
            <a:off x="834317" y="3712608"/>
            <a:ext cx="680971" cy="276999"/>
          </a:xfrm>
          <a:prstGeom prst="rect">
            <a:avLst/>
          </a:prstGeom>
          <a:noFill/>
        </p:spPr>
        <p:txBody>
          <a:bodyPr wrap="square">
            <a:spAutoFit/>
          </a:bodyPr>
          <a:lstStyle/>
          <a:p>
            <a:pPr algn="ctr"/>
            <a:r>
              <a:rPr lang="en-IN" sz="600">
                <a:solidFill>
                  <a:schemeClr val="tx1"/>
                </a:solidFill>
                <a:latin typeface="Verdana" panose="020B0604030504040204" pitchFamily="34" charset="0"/>
                <a:ea typeface="Verdana" panose="020B0604030504040204" pitchFamily="34" charset="0"/>
              </a:rPr>
              <a:t>Project Backlog</a:t>
            </a:r>
          </a:p>
        </p:txBody>
      </p:sp>
      <p:sp>
        <p:nvSpPr>
          <p:cNvPr id="16" name="TextBox 15">
            <a:extLst>
              <a:ext uri="{FF2B5EF4-FFF2-40B4-BE49-F238E27FC236}">
                <a16:creationId xmlns:a16="http://schemas.microsoft.com/office/drawing/2014/main" id="{4A838B2C-3E37-5AE2-3C22-C600B4DCF5C4}"/>
              </a:ext>
            </a:extLst>
          </p:cNvPr>
          <p:cNvSpPr txBox="1"/>
          <p:nvPr/>
        </p:nvSpPr>
        <p:spPr>
          <a:xfrm>
            <a:off x="2201429" y="3909482"/>
            <a:ext cx="648504" cy="276999"/>
          </a:xfrm>
          <a:prstGeom prst="rect">
            <a:avLst/>
          </a:prstGeom>
          <a:noFill/>
        </p:spPr>
        <p:txBody>
          <a:bodyPr wrap="square">
            <a:spAutoFit/>
          </a:bodyPr>
          <a:lstStyle/>
          <a:p>
            <a:pPr algn="ctr"/>
            <a:r>
              <a:rPr lang="en-IN" sz="600">
                <a:solidFill>
                  <a:schemeClr val="tx1"/>
                </a:solidFill>
                <a:latin typeface="Verdana" panose="020B0604030504040204" pitchFamily="34" charset="0"/>
                <a:ea typeface="Verdana" panose="020B0604030504040204" pitchFamily="34" charset="0"/>
              </a:rPr>
              <a:t>Sprint Backlog</a:t>
            </a:r>
          </a:p>
        </p:txBody>
      </p:sp>
      <p:pic>
        <p:nvPicPr>
          <p:cNvPr id="1028" name="Picture 4" descr="Robot 3 Icon">
            <a:extLst>
              <a:ext uri="{FF2B5EF4-FFF2-40B4-BE49-F238E27FC236}">
                <a16:creationId xmlns:a16="http://schemas.microsoft.com/office/drawing/2014/main" id="{E388307F-C942-0617-475E-6F2F763DDCF4}"/>
              </a:ext>
            </a:extLst>
          </p:cNvPr>
          <p:cNvPicPr>
            <a:picLocks noChangeAspect="1" noChangeArrowheads="1"/>
          </p:cNvPicPr>
          <p:nvPr/>
        </p:nvPicPr>
        <p:blipFill>
          <a:blip r:embed="rId4">
            <a:duotone>
              <a:srgbClr val="8C0059">
                <a:shade val="45000"/>
                <a:satMod val="135000"/>
              </a:srgbClr>
              <a:prstClr val="white"/>
            </a:duotone>
            <a:extLst>
              <a:ext uri="{BEBA8EAE-BF5A-486C-A8C5-ECC9F3942E4B}">
                <a14:imgProps xmlns:a14="http://schemas.microsoft.com/office/drawing/2010/main">
                  <a14:imgLayer r:embed="rId5">
                    <a14:imgEffect>
                      <a14:backgroundRemoval t="8889" b="89778" l="9778" r="89778">
                        <a14:foregroundMark x1="45333" y1="8889" x2="58222" y2="8889"/>
                        <a14:foregroundMark x1="47556" y1="80000" x2="53778" y2="88889"/>
                      </a14:backgroundRemoval>
                    </a14:imgEffect>
                  </a14:imgLayer>
                </a14:imgProps>
              </a:ext>
              <a:ext uri="{28A0092B-C50C-407E-A947-70E740481C1C}">
                <a14:useLocalDpi xmlns:a14="http://schemas.microsoft.com/office/drawing/2010/main" val="0"/>
              </a:ext>
            </a:extLst>
          </a:blip>
          <a:srcRect/>
          <a:stretch>
            <a:fillRect/>
          </a:stretch>
        </p:blipFill>
        <p:spPr bwMode="auto">
          <a:xfrm>
            <a:off x="1546668" y="4056681"/>
            <a:ext cx="596734" cy="596734"/>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F146DF8D-7186-5A7B-9879-A81C2F0BFB70}"/>
              </a:ext>
            </a:extLst>
          </p:cNvPr>
          <p:cNvSpPr txBox="1"/>
          <p:nvPr/>
        </p:nvSpPr>
        <p:spPr>
          <a:xfrm>
            <a:off x="1423315" y="3792628"/>
            <a:ext cx="850408" cy="276999"/>
          </a:xfrm>
          <a:prstGeom prst="rect">
            <a:avLst/>
          </a:prstGeom>
          <a:noFill/>
        </p:spPr>
        <p:txBody>
          <a:bodyPr wrap="square">
            <a:spAutoFit/>
          </a:bodyPr>
          <a:lstStyle/>
          <a:p>
            <a:pPr algn="ctr"/>
            <a:r>
              <a:rPr lang="en-IN" sz="600">
                <a:solidFill>
                  <a:schemeClr val="tx1"/>
                </a:solidFill>
                <a:latin typeface="Verdana" panose="020B0604030504040204" pitchFamily="34" charset="0"/>
                <a:ea typeface="Verdana" panose="020B0604030504040204" pitchFamily="34" charset="0"/>
              </a:rPr>
              <a:t>Agent Configuration</a:t>
            </a:r>
          </a:p>
        </p:txBody>
      </p:sp>
      <p:sp>
        <p:nvSpPr>
          <p:cNvPr id="24" name="TextBox 23">
            <a:extLst>
              <a:ext uri="{FF2B5EF4-FFF2-40B4-BE49-F238E27FC236}">
                <a16:creationId xmlns:a16="http://schemas.microsoft.com/office/drawing/2014/main" id="{792A9AFA-CB3E-D527-8A9C-CCEBD896FDAE}"/>
              </a:ext>
            </a:extLst>
          </p:cNvPr>
          <p:cNvSpPr txBox="1"/>
          <p:nvPr/>
        </p:nvSpPr>
        <p:spPr>
          <a:xfrm>
            <a:off x="2694560" y="4069152"/>
            <a:ext cx="944409" cy="276999"/>
          </a:xfrm>
          <a:prstGeom prst="rect">
            <a:avLst/>
          </a:prstGeom>
          <a:noFill/>
        </p:spPr>
        <p:txBody>
          <a:bodyPr wrap="square">
            <a:spAutoFit/>
          </a:bodyPr>
          <a:lstStyle/>
          <a:p>
            <a:pPr algn="ctr"/>
            <a:r>
              <a:rPr lang="en-IN" sz="600">
                <a:latin typeface="Verdana" panose="020B0604030504040204" pitchFamily="34" charset="0"/>
                <a:ea typeface="Verdana" panose="020B0604030504040204" pitchFamily="34" charset="0"/>
              </a:rPr>
              <a:t>Agen</a:t>
            </a:r>
            <a:r>
              <a:rPr lang="en-IN" sz="600">
                <a:solidFill>
                  <a:schemeClr val="tx1"/>
                </a:solidFill>
                <a:latin typeface="Verdana" panose="020B0604030504040204" pitchFamily="34" charset="0"/>
                <a:ea typeface="Verdana" panose="020B0604030504040204" pitchFamily="34" charset="0"/>
              </a:rPr>
              <a:t>t + Human Backlog</a:t>
            </a:r>
          </a:p>
        </p:txBody>
      </p:sp>
      <p:sp>
        <p:nvSpPr>
          <p:cNvPr id="27" name="Circle: Hollow 26">
            <a:extLst>
              <a:ext uri="{FF2B5EF4-FFF2-40B4-BE49-F238E27FC236}">
                <a16:creationId xmlns:a16="http://schemas.microsoft.com/office/drawing/2014/main" id="{3625607D-CBE3-41DC-91FA-1D220C8B091C}"/>
              </a:ext>
            </a:extLst>
          </p:cNvPr>
          <p:cNvSpPr/>
          <p:nvPr/>
        </p:nvSpPr>
        <p:spPr>
          <a:xfrm>
            <a:off x="1155312" y="5227770"/>
            <a:ext cx="216000" cy="216000"/>
          </a:xfrm>
          <a:prstGeom prst="donu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8" name="Circle: Hollow 27">
            <a:extLst>
              <a:ext uri="{FF2B5EF4-FFF2-40B4-BE49-F238E27FC236}">
                <a16:creationId xmlns:a16="http://schemas.microsoft.com/office/drawing/2014/main" id="{5BC91F1B-F4FA-1E8B-98CF-2A6372F65669}"/>
              </a:ext>
            </a:extLst>
          </p:cNvPr>
          <p:cNvSpPr/>
          <p:nvPr/>
        </p:nvSpPr>
        <p:spPr>
          <a:xfrm>
            <a:off x="2488882" y="5227770"/>
            <a:ext cx="216000" cy="216000"/>
          </a:xfrm>
          <a:prstGeom prst="donu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9" name="Circle: Hollow 28">
            <a:extLst>
              <a:ext uri="{FF2B5EF4-FFF2-40B4-BE49-F238E27FC236}">
                <a16:creationId xmlns:a16="http://schemas.microsoft.com/office/drawing/2014/main" id="{D94A5A57-478B-C38E-9C63-C901DC0B1A12}"/>
              </a:ext>
            </a:extLst>
          </p:cNvPr>
          <p:cNvSpPr/>
          <p:nvPr/>
        </p:nvSpPr>
        <p:spPr>
          <a:xfrm>
            <a:off x="4446814" y="5227770"/>
            <a:ext cx="216000" cy="216000"/>
          </a:xfrm>
          <a:prstGeom prst="donu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cxnSp>
        <p:nvCxnSpPr>
          <p:cNvPr id="31" name="Straight Connector 30">
            <a:extLst>
              <a:ext uri="{FF2B5EF4-FFF2-40B4-BE49-F238E27FC236}">
                <a16:creationId xmlns:a16="http://schemas.microsoft.com/office/drawing/2014/main" id="{B38ECB74-C2E1-6819-9B0A-7CF63C69463C}"/>
              </a:ext>
            </a:extLst>
          </p:cNvPr>
          <p:cNvCxnSpPr>
            <a:cxnSpLocks/>
            <a:endCxn id="12" idx="0"/>
          </p:cNvCxnSpPr>
          <p:nvPr/>
        </p:nvCxnSpPr>
        <p:spPr>
          <a:xfrm>
            <a:off x="973137" y="4813514"/>
            <a:ext cx="3017144" cy="8496"/>
          </a:xfrm>
          <a:prstGeom prst="line">
            <a:avLst/>
          </a:prstGeom>
          <a:ln w="190500" cap="rnd">
            <a:solidFill>
              <a:schemeClr val="accent5"/>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67D72EFF-D6A5-F6DA-38C6-1663AE89CF64}"/>
              </a:ext>
            </a:extLst>
          </p:cNvPr>
          <p:cNvSpPr txBox="1"/>
          <p:nvPr/>
        </p:nvSpPr>
        <p:spPr>
          <a:xfrm>
            <a:off x="2570638" y="3055307"/>
            <a:ext cx="1386923" cy="215444"/>
          </a:xfrm>
          <a:prstGeom prst="rect">
            <a:avLst/>
          </a:prstGeom>
          <a:noFill/>
        </p:spPr>
        <p:txBody>
          <a:bodyPr wrap="square">
            <a:spAutoFit/>
          </a:bodyPr>
          <a:lstStyle/>
          <a:p>
            <a:pPr algn="ctr"/>
            <a:r>
              <a:rPr lang="en-IN" sz="800">
                <a:solidFill>
                  <a:schemeClr val="tx1"/>
                </a:solidFill>
                <a:latin typeface="Verdana" panose="020B0604030504040204" pitchFamily="34" charset="0"/>
                <a:ea typeface="Verdana" panose="020B0604030504040204" pitchFamily="34" charset="0"/>
              </a:rPr>
              <a:t>Sprint Goal</a:t>
            </a:r>
          </a:p>
        </p:txBody>
      </p:sp>
      <p:sp>
        <p:nvSpPr>
          <p:cNvPr id="39" name="TextBox 38">
            <a:extLst>
              <a:ext uri="{FF2B5EF4-FFF2-40B4-BE49-F238E27FC236}">
                <a16:creationId xmlns:a16="http://schemas.microsoft.com/office/drawing/2014/main" id="{BA17F348-85F8-6647-6144-0066781A5EBB}"/>
              </a:ext>
            </a:extLst>
          </p:cNvPr>
          <p:cNvSpPr txBox="1"/>
          <p:nvPr/>
        </p:nvSpPr>
        <p:spPr>
          <a:xfrm>
            <a:off x="5298082" y="2703229"/>
            <a:ext cx="1386923" cy="215444"/>
          </a:xfrm>
          <a:prstGeom prst="rect">
            <a:avLst/>
          </a:prstGeom>
          <a:noFill/>
        </p:spPr>
        <p:txBody>
          <a:bodyPr wrap="square">
            <a:spAutoFit/>
          </a:bodyPr>
          <a:lstStyle/>
          <a:p>
            <a:pPr algn="ctr"/>
            <a:r>
              <a:rPr lang="en-IN" sz="800" b="1">
                <a:solidFill>
                  <a:schemeClr val="tx1"/>
                </a:solidFill>
                <a:latin typeface="Verdana" panose="020B0604030504040204" pitchFamily="34" charset="0"/>
                <a:ea typeface="Verdana" panose="020B0604030504040204" pitchFamily="34" charset="0"/>
              </a:rPr>
              <a:t>24 hrs</a:t>
            </a:r>
          </a:p>
        </p:txBody>
      </p:sp>
      <p:sp>
        <p:nvSpPr>
          <p:cNvPr id="44" name="TextBox 43">
            <a:extLst>
              <a:ext uri="{FF2B5EF4-FFF2-40B4-BE49-F238E27FC236}">
                <a16:creationId xmlns:a16="http://schemas.microsoft.com/office/drawing/2014/main" id="{B910EF2C-087B-9B6E-C910-3B67F77D354A}"/>
              </a:ext>
            </a:extLst>
          </p:cNvPr>
          <p:cNvSpPr txBox="1"/>
          <p:nvPr/>
        </p:nvSpPr>
        <p:spPr>
          <a:xfrm>
            <a:off x="5471808" y="3840381"/>
            <a:ext cx="2176484" cy="246221"/>
          </a:xfrm>
          <a:prstGeom prst="rect">
            <a:avLst/>
          </a:prstGeom>
          <a:noFill/>
        </p:spPr>
        <p:txBody>
          <a:bodyPr wrap="square">
            <a:spAutoFit/>
          </a:bodyPr>
          <a:lstStyle/>
          <a:p>
            <a:pPr algn="ctr"/>
            <a:r>
              <a:rPr lang="en-IN" sz="1000">
                <a:solidFill>
                  <a:schemeClr val="tx1"/>
                </a:solidFill>
                <a:latin typeface="Verdana" panose="020B0604030504040204" pitchFamily="34" charset="0"/>
                <a:ea typeface="Verdana" panose="020B0604030504040204" pitchFamily="34" charset="0"/>
              </a:rPr>
              <a:t>Project Delivery</a:t>
            </a:r>
          </a:p>
        </p:txBody>
      </p:sp>
      <p:sp>
        <p:nvSpPr>
          <p:cNvPr id="45" name="Circle: Hollow 44">
            <a:extLst>
              <a:ext uri="{FF2B5EF4-FFF2-40B4-BE49-F238E27FC236}">
                <a16:creationId xmlns:a16="http://schemas.microsoft.com/office/drawing/2014/main" id="{DE111779-53C4-7C11-7931-8B3E956971F0}"/>
              </a:ext>
            </a:extLst>
          </p:cNvPr>
          <p:cNvSpPr/>
          <p:nvPr/>
        </p:nvSpPr>
        <p:spPr>
          <a:xfrm>
            <a:off x="5641780" y="5227770"/>
            <a:ext cx="216000" cy="216000"/>
          </a:xfrm>
          <a:prstGeom prst="donu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46" name="TextBox 45">
            <a:extLst>
              <a:ext uri="{FF2B5EF4-FFF2-40B4-BE49-F238E27FC236}">
                <a16:creationId xmlns:a16="http://schemas.microsoft.com/office/drawing/2014/main" id="{10CFAFA5-4AF3-5289-AC37-CE8940809C0F}"/>
              </a:ext>
            </a:extLst>
          </p:cNvPr>
          <p:cNvSpPr txBox="1"/>
          <p:nvPr/>
        </p:nvSpPr>
        <p:spPr>
          <a:xfrm>
            <a:off x="749429" y="5576843"/>
            <a:ext cx="976626" cy="338554"/>
          </a:xfrm>
          <a:prstGeom prst="rect">
            <a:avLst/>
          </a:prstGeom>
          <a:noFill/>
        </p:spPr>
        <p:txBody>
          <a:bodyPr wrap="square">
            <a:spAutoFit/>
          </a:bodyPr>
          <a:lstStyle/>
          <a:p>
            <a:pPr algn="ctr"/>
            <a:r>
              <a:rPr lang="en-IN" sz="800">
                <a:solidFill>
                  <a:schemeClr val="tx1"/>
                </a:solidFill>
                <a:latin typeface="Verdana" panose="020B0604030504040204" pitchFamily="34" charset="0"/>
                <a:ea typeface="Verdana" panose="020B0604030504040204" pitchFamily="34" charset="0"/>
              </a:rPr>
              <a:t>Project Planning</a:t>
            </a:r>
          </a:p>
        </p:txBody>
      </p:sp>
      <p:sp>
        <p:nvSpPr>
          <p:cNvPr id="47" name="TextBox 46">
            <a:extLst>
              <a:ext uri="{FF2B5EF4-FFF2-40B4-BE49-F238E27FC236}">
                <a16:creationId xmlns:a16="http://schemas.microsoft.com/office/drawing/2014/main" id="{5D2FD928-B6B8-D138-C098-F37E8B466436}"/>
              </a:ext>
            </a:extLst>
          </p:cNvPr>
          <p:cNvSpPr txBox="1"/>
          <p:nvPr/>
        </p:nvSpPr>
        <p:spPr>
          <a:xfrm>
            <a:off x="2082325" y="5566208"/>
            <a:ext cx="976626" cy="338554"/>
          </a:xfrm>
          <a:prstGeom prst="rect">
            <a:avLst/>
          </a:prstGeom>
          <a:noFill/>
        </p:spPr>
        <p:txBody>
          <a:bodyPr wrap="square">
            <a:spAutoFit/>
          </a:bodyPr>
          <a:lstStyle/>
          <a:p>
            <a:pPr algn="ctr"/>
            <a:r>
              <a:rPr lang="en-IN" sz="800">
                <a:solidFill>
                  <a:schemeClr val="tx1"/>
                </a:solidFill>
                <a:latin typeface="Verdana" panose="020B0604030504040204" pitchFamily="34" charset="0"/>
                <a:ea typeface="Verdana" panose="020B0604030504040204" pitchFamily="34" charset="0"/>
              </a:rPr>
              <a:t>Sprint  Planning</a:t>
            </a:r>
          </a:p>
        </p:txBody>
      </p:sp>
      <p:sp>
        <p:nvSpPr>
          <p:cNvPr id="48" name="TextBox 47">
            <a:extLst>
              <a:ext uri="{FF2B5EF4-FFF2-40B4-BE49-F238E27FC236}">
                <a16:creationId xmlns:a16="http://schemas.microsoft.com/office/drawing/2014/main" id="{6E1843D6-31AA-4F1B-1598-FAEF8EF491AA}"/>
              </a:ext>
            </a:extLst>
          </p:cNvPr>
          <p:cNvSpPr txBox="1"/>
          <p:nvPr/>
        </p:nvSpPr>
        <p:spPr>
          <a:xfrm>
            <a:off x="4133746" y="5566208"/>
            <a:ext cx="842135" cy="338554"/>
          </a:xfrm>
          <a:prstGeom prst="rect">
            <a:avLst/>
          </a:prstGeom>
          <a:noFill/>
        </p:spPr>
        <p:txBody>
          <a:bodyPr wrap="square">
            <a:spAutoFit/>
          </a:bodyPr>
          <a:lstStyle/>
          <a:p>
            <a:pPr algn="ctr"/>
            <a:r>
              <a:rPr lang="en-IN" sz="800">
                <a:solidFill>
                  <a:schemeClr val="tx1"/>
                </a:solidFill>
                <a:latin typeface="Verdana" panose="020B0604030504040204" pitchFamily="34" charset="0"/>
                <a:ea typeface="Verdana" panose="020B0604030504040204" pitchFamily="34" charset="0"/>
              </a:rPr>
              <a:t>Sprint  Review</a:t>
            </a:r>
          </a:p>
        </p:txBody>
      </p:sp>
      <p:sp>
        <p:nvSpPr>
          <p:cNvPr id="49" name="TextBox 48">
            <a:extLst>
              <a:ext uri="{FF2B5EF4-FFF2-40B4-BE49-F238E27FC236}">
                <a16:creationId xmlns:a16="http://schemas.microsoft.com/office/drawing/2014/main" id="{176CE50C-1AE8-C7D5-3683-6D2559C70530}"/>
              </a:ext>
            </a:extLst>
          </p:cNvPr>
          <p:cNvSpPr txBox="1"/>
          <p:nvPr/>
        </p:nvSpPr>
        <p:spPr>
          <a:xfrm>
            <a:off x="5328712" y="5576843"/>
            <a:ext cx="976626" cy="338554"/>
          </a:xfrm>
          <a:prstGeom prst="rect">
            <a:avLst/>
          </a:prstGeom>
          <a:noFill/>
        </p:spPr>
        <p:txBody>
          <a:bodyPr wrap="square">
            <a:spAutoFit/>
          </a:bodyPr>
          <a:lstStyle/>
          <a:p>
            <a:pPr algn="ctr"/>
            <a:r>
              <a:rPr lang="en-IN" sz="800">
                <a:solidFill>
                  <a:schemeClr val="tx1"/>
                </a:solidFill>
                <a:latin typeface="Verdana" panose="020B0604030504040204" pitchFamily="34" charset="0"/>
                <a:ea typeface="Verdana" panose="020B0604030504040204" pitchFamily="34" charset="0"/>
              </a:rPr>
              <a:t>Sprint  Retrospective</a:t>
            </a:r>
          </a:p>
        </p:txBody>
      </p:sp>
      <p:sp>
        <p:nvSpPr>
          <p:cNvPr id="50" name="TextBox 49">
            <a:extLst>
              <a:ext uri="{FF2B5EF4-FFF2-40B4-BE49-F238E27FC236}">
                <a16:creationId xmlns:a16="http://schemas.microsoft.com/office/drawing/2014/main" id="{44E8608A-9A4C-F7D1-9552-7965F7DDB92E}"/>
              </a:ext>
            </a:extLst>
          </p:cNvPr>
          <p:cNvSpPr txBox="1"/>
          <p:nvPr/>
        </p:nvSpPr>
        <p:spPr>
          <a:xfrm>
            <a:off x="3922885" y="3474311"/>
            <a:ext cx="1373346" cy="461665"/>
          </a:xfrm>
          <a:prstGeom prst="rect">
            <a:avLst/>
          </a:prstGeom>
          <a:noFill/>
        </p:spPr>
        <p:txBody>
          <a:bodyPr wrap="square">
            <a:spAutoFit/>
          </a:bodyPr>
          <a:lstStyle/>
          <a:p>
            <a:pPr algn="ctr"/>
            <a:r>
              <a:rPr lang="en-IN" sz="1200">
                <a:latin typeface="Verdana" panose="020B0604030504040204" pitchFamily="34" charset="0"/>
                <a:ea typeface="Verdana" panose="020B0604030504040204" pitchFamily="34" charset="0"/>
              </a:rPr>
              <a:t>Traditional </a:t>
            </a:r>
            <a:r>
              <a:rPr lang="en-IN" sz="1200">
                <a:solidFill>
                  <a:schemeClr val="tx1"/>
                </a:solidFill>
                <a:latin typeface="Verdana" panose="020B0604030504040204" pitchFamily="34" charset="0"/>
                <a:ea typeface="Verdana" panose="020B0604030504040204" pitchFamily="34" charset="0"/>
              </a:rPr>
              <a:t>Scrum</a:t>
            </a:r>
          </a:p>
        </p:txBody>
      </p:sp>
      <p:sp>
        <p:nvSpPr>
          <p:cNvPr id="51" name="TextBox 50">
            <a:extLst>
              <a:ext uri="{FF2B5EF4-FFF2-40B4-BE49-F238E27FC236}">
                <a16:creationId xmlns:a16="http://schemas.microsoft.com/office/drawing/2014/main" id="{46BE5A18-05C1-3317-C3FD-8267867D0A48}"/>
              </a:ext>
            </a:extLst>
          </p:cNvPr>
          <p:cNvSpPr txBox="1"/>
          <p:nvPr/>
        </p:nvSpPr>
        <p:spPr>
          <a:xfrm>
            <a:off x="4021634" y="2250335"/>
            <a:ext cx="1199221" cy="461665"/>
          </a:xfrm>
          <a:prstGeom prst="rect">
            <a:avLst/>
          </a:prstGeom>
          <a:noFill/>
        </p:spPr>
        <p:txBody>
          <a:bodyPr wrap="square">
            <a:spAutoFit/>
          </a:bodyPr>
          <a:lstStyle/>
          <a:p>
            <a:pPr algn="ctr"/>
            <a:r>
              <a:rPr lang="en-IN" sz="1200">
                <a:latin typeface="Verdana" panose="020B0604030504040204" pitchFamily="34" charset="0"/>
                <a:ea typeface="Verdana" panose="020B0604030504040204" pitchFamily="34" charset="0"/>
              </a:rPr>
              <a:t>Agentic </a:t>
            </a:r>
            <a:r>
              <a:rPr lang="en-IN" sz="1200">
                <a:solidFill>
                  <a:schemeClr val="tx1"/>
                </a:solidFill>
                <a:latin typeface="Verdana" panose="020B0604030504040204" pitchFamily="34" charset="0"/>
                <a:ea typeface="Verdana" panose="020B0604030504040204" pitchFamily="34" charset="0"/>
              </a:rPr>
              <a:t>Scrum</a:t>
            </a:r>
          </a:p>
        </p:txBody>
      </p:sp>
      <p:sp>
        <p:nvSpPr>
          <p:cNvPr id="52" name="TextBox 51">
            <a:extLst>
              <a:ext uri="{FF2B5EF4-FFF2-40B4-BE49-F238E27FC236}">
                <a16:creationId xmlns:a16="http://schemas.microsoft.com/office/drawing/2014/main" id="{74AB8D5D-186D-8254-0D1F-FFE03E9A373D}"/>
              </a:ext>
            </a:extLst>
          </p:cNvPr>
          <p:cNvSpPr txBox="1"/>
          <p:nvPr/>
        </p:nvSpPr>
        <p:spPr>
          <a:xfrm>
            <a:off x="5991543" y="2407950"/>
            <a:ext cx="2176484" cy="246221"/>
          </a:xfrm>
          <a:prstGeom prst="rect">
            <a:avLst/>
          </a:prstGeom>
          <a:noFill/>
        </p:spPr>
        <p:txBody>
          <a:bodyPr wrap="square">
            <a:spAutoFit/>
          </a:bodyPr>
          <a:lstStyle/>
          <a:p>
            <a:pPr algn="ctr"/>
            <a:r>
              <a:rPr lang="en-IN" sz="1000">
                <a:solidFill>
                  <a:schemeClr val="tx1"/>
                </a:solidFill>
                <a:latin typeface="Verdana" panose="020B0604030504040204" pitchFamily="34" charset="0"/>
                <a:ea typeface="Verdana" panose="020B0604030504040204" pitchFamily="34" charset="0"/>
              </a:rPr>
              <a:t>Daily Scrum</a:t>
            </a:r>
          </a:p>
        </p:txBody>
      </p:sp>
      <p:sp>
        <p:nvSpPr>
          <p:cNvPr id="4" name="TextBox 3">
            <a:extLst>
              <a:ext uri="{FF2B5EF4-FFF2-40B4-BE49-F238E27FC236}">
                <a16:creationId xmlns:a16="http://schemas.microsoft.com/office/drawing/2014/main" id="{128AB3F1-0211-6A83-E59A-649D23E51E73}"/>
              </a:ext>
            </a:extLst>
          </p:cNvPr>
          <p:cNvSpPr txBox="1"/>
          <p:nvPr/>
        </p:nvSpPr>
        <p:spPr>
          <a:xfrm>
            <a:off x="2180697" y="1300008"/>
            <a:ext cx="3425072" cy="338554"/>
          </a:xfrm>
          <a:prstGeom prst="rect">
            <a:avLst/>
          </a:prstGeom>
          <a:noFill/>
        </p:spPr>
        <p:txBody>
          <a:bodyPr wrap="square" rtlCol="0">
            <a:spAutoFit/>
          </a:bodyPr>
          <a:lstStyle/>
          <a:p>
            <a:pPr algn="ctr"/>
            <a:r>
              <a:rPr lang="en-IN" sz="1600" b="1" dirty="0">
                <a:latin typeface="Verdana" panose="020B0604030504040204" pitchFamily="34" charset="0"/>
                <a:ea typeface="Verdana" panose="020B0604030504040204" pitchFamily="34" charset="0"/>
              </a:rPr>
              <a:t>Agentic Agile Framework</a:t>
            </a:r>
            <a:endParaRPr lang="en-IN" sz="1600" b="1">
              <a:latin typeface="Verdana" panose="020B0604030504040204" pitchFamily="34" charset="0"/>
              <a:ea typeface="Verdana" panose="020B0604030504040204" pitchFamily="34" charset="0"/>
            </a:endParaRPr>
          </a:p>
        </p:txBody>
      </p:sp>
      <p:sp>
        <p:nvSpPr>
          <p:cNvPr id="5" name="TextBox 4">
            <a:extLst>
              <a:ext uri="{FF2B5EF4-FFF2-40B4-BE49-F238E27FC236}">
                <a16:creationId xmlns:a16="http://schemas.microsoft.com/office/drawing/2014/main" id="{0A74BDA0-F26C-C4B2-7674-EA261840746A}"/>
              </a:ext>
            </a:extLst>
          </p:cNvPr>
          <p:cNvSpPr txBox="1"/>
          <p:nvPr/>
        </p:nvSpPr>
        <p:spPr>
          <a:xfrm>
            <a:off x="8169576" y="1300008"/>
            <a:ext cx="3697041" cy="338554"/>
          </a:xfrm>
          <a:prstGeom prst="rect">
            <a:avLst/>
          </a:prstGeom>
          <a:noFill/>
        </p:spPr>
        <p:txBody>
          <a:bodyPr wrap="square" rtlCol="0">
            <a:spAutoFit/>
          </a:bodyPr>
          <a:lstStyle/>
          <a:p>
            <a:pPr algn="ctr"/>
            <a:r>
              <a:rPr lang="en-IN" sz="1600" b="1">
                <a:latin typeface="Verdana" panose="020B0604030504040204" pitchFamily="34" charset="0"/>
                <a:ea typeface="Verdana" panose="020B0604030504040204" pitchFamily="34" charset="0"/>
              </a:rPr>
              <a:t>Agent Lifecycle Management</a:t>
            </a:r>
          </a:p>
        </p:txBody>
      </p:sp>
      <p:graphicFrame>
        <p:nvGraphicFramePr>
          <p:cNvPr id="6" name="Diagram 5">
            <a:extLst>
              <a:ext uri="{FF2B5EF4-FFF2-40B4-BE49-F238E27FC236}">
                <a16:creationId xmlns:a16="http://schemas.microsoft.com/office/drawing/2014/main" id="{6F1DF64E-E75F-C77D-FE6A-669759854625}"/>
              </a:ext>
            </a:extLst>
          </p:cNvPr>
          <p:cNvGraphicFramePr/>
          <p:nvPr>
            <p:extLst>
              <p:ext uri="{D42A27DB-BD31-4B8C-83A1-F6EECF244321}">
                <p14:modId xmlns:p14="http://schemas.microsoft.com/office/powerpoint/2010/main" val="4139590220"/>
              </p:ext>
            </p:extLst>
          </p:nvPr>
        </p:nvGraphicFramePr>
        <p:xfrm>
          <a:off x="8421621" y="1817988"/>
          <a:ext cx="3145397" cy="4339308"/>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8" name="Rectangle 7">
            <a:extLst>
              <a:ext uri="{FF2B5EF4-FFF2-40B4-BE49-F238E27FC236}">
                <a16:creationId xmlns:a16="http://schemas.microsoft.com/office/drawing/2014/main" id="{45D4922F-7B3D-E3B0-9A15-E36BC6879099}"/>
              </a:ext>
            </a:extLst>
          </p:cNvPr>
          <p:cNvSpPr/>
          <p:nvPr/>
        </p:nvSpPr>
        <p:spPr>
          <a:xfrm>
            <a:off x="8268164" y="1817988"/>
            <a:ext cx="3475632" cy="4481205"/>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4" name="TextBox 53">
            <a:extLst>
              <a:ext uri="{FF2B5EF4-FFF2-40B4-BE49-F238E27FC236}">
                <a16:creationId xmlns:a16="http://schemas.microsoft.com/office/drawing/2014/main" id="{86BA6477-923D-DF7C-CC2B-7FD7811421BB}"/>
              </a:ext>
            </a:extLst>
          </p:cNvPr>
          <p:cNvSpPr txBox="1"/>
          <p:nvPr/>
        </p:nvSpPr>
        <p:spPr>
          <a:xfrm>
            <a:off x="4023078" y="3931888"/>
            <a:ext cx="541022" cy="184666"/>
          </a:xfrm>
          <a:prstGeom prst="rect">
            <a:avLst/>
          </a:prstGeom>
          <a:solidFill>
            <a:schemeClr val="accent6">
              <a:lumMod val="40000"/>
              <a:lumOff val="60000"/>
            </a:schemeClr>
          </a:solidFill>
          <a:ln>
            <a:solidFill>
              <a:schemeClr val="tx1">
                <a:lumMod val="75000"/>
                <a:lumOff val="25000"/>
              </a:schemeClr>
            </a:solidFill>
            <a:prstDash val="dash"/>
          </a:ln>
        </p:spPr>
        <p:txBody>
          <a:bodyPr wrap="square">
            <a:spAutoFit/>
          </a:bodyPr>
          <a:lstStyle/>
          <a:p>
            <a:pPr algn="ctr"/>
            <a:r>
              <a:rPr lang="en-IN" sz="600">
                <a:solidFill>
                  <a:schemeClr val="tx1"/>
                </a:solidFill>
                <a:latin typeface="Verdana" panose="020B0604030504040204" pitchFamily="34" charset="0"/>
                <a:ea typeface="Verdana" panose="020B0604030504040204" pitchFamily="34" charset="0"/>
              </a:rPr>
              <a:t>Code</a:t>
            </a:r>
          </a:p>
        </p:txBody>
      </p:sp>
      <p:sp>
        <p:nvSpPr>
          <p:cNvPr id="9" name="TextBox 8">
            <a:extLst>
              <a:ext uri="{FF2B5EF4-FFF2-40B4-BE49-F238E27FC236}">
                <a16:creationId xmlns:a16="http://schemas.microsoft.com/office/drawing/2014/main" id="{23F1CA31-90B7-6F8B-AA01-EB57839E2EAF}"/>
              </a:ext>
            </a:extLst>
          </p:cNvPr>
          <p:cNvSpPr txBox="1"/>
          <p:nvPr/>
        </p:nvSpPr>
        <p:spPr>
          <a:xfrm>
            <a:off x="4610846" y="3931888"/>
            <a:ext cx="541022" cy="184666"/>
          </a:xfrm>
          <a:prstGeom prst="rect">
            <a:avLst/>
          </a:prstGeom>
          <a:solidFill>
            <a:schemeClr val="accent6">
              <a:lumMod val="40000"/>
              <a:lumOff val="60000"/>
            </a:schemeClr>
          </a:solidFill>
          <a:ln>
            <a:solidFill>
              <a:schemeClr val="tx1">
                <a:lumMod val="75000"/>
                <a:lumOff val="25000"/>
              </a:schemeClr>
            </a:solidFill>
            <a:prstDash val="dash"/>
          </a:ln>
        </p:spPr>
        <p:txBody>
          <a:bodyPr wrap="square">
            <a:spAutoFit/>
          </a:bodyPr>
          <a:lstStyle/>
          <a:p>
            <a:pPr algn="ctr"/>
            <a:r>
              <a:rPr lang="en-IN" sz="600">
                <a:solidFill>
                  <a:schemeClr val="tx1"/>
                </a:solidFill>
                <a:latin typeface="Verdana" panose="020B0604030504040204" pitchFamily="34" charset="0"/>
                <a:ea typeface="Verdana" panose="020B0604030504040204" pitchFamily="34" charset="0"/>
              </a:rPr>
              <a:t>Test</a:t>
            </a:r>
          </a:p>
        </p:txBody>
      </p:sp>
      <p:sp>
        <p:nvSpPr>
          <p:cNvPr id="10" name="TextBox 9">
            <a:extLst>
              <a:ext uri="{FF2B5EF4-FFF2-40B4-BE49-F238E27FC236}">
                <a16:creationId xmlns:a16="http://schemas.microsoft.com/office/drawing/2014/main" id="{C534E5F5-51C8-41EA-60F2-888C9D32AA92}"/>
              </a:ext>
            </a:extLst>
          </p:cNvPr>
          <p:cNvSpPr txBox="1"/>
          <p:nvPr/>
        </p:nvSpPr>
        <p:spPr>
          <a:xfrm>
            <a:off x="4143882" y="4197546"/>
            <a:ext cx="851208" cy="184666"/>
          </a:xfrm>
          <a:prstGeom prst="rect">
            <a:avLst/>
          </a:prstGeom>
          <a:solidFill>
            <a:schemeClr val="accent6">
              <a:lumMod val="40000"/>
              <a:lumOff val="60000"/>
            </a:schemeClr>
          </a:solidFill>
          <a:ln>
            <a:solidFill>
              <a:schemeClr val="tx1">
                <a:lumMod val="75000"/>
                <a:lumOff val="25000"/>
              </a:schemeClr>
            </a:solidFill>
            <a:prstDash val="dash"/>
          </a:ln>
        </p:spPr>
        <p:txBody>
          <a:bodyPr wrap="square">
            <a:spAutoFit/>
          </a:bodyPr>
          <a:lstStyle/>
          <a:p>
            <a:pPr algn="ctr"/>
            <a:r>
              <a:rPr lang="en-IN" sz="600">
                <a:latin typeface="Verdana" panose="020B0604030504040204" pitchFamily="34" charset="0"/>
                <a:ea typeface="Verdana" panose="020B0604030504040204" pitchFamily="34" charset="0"/>
              </a:rPr>
              <a:t>Refactor</a:t>
            </a:r>
            <a:endParaRPr lang="en-IN" sz="600">
              <a:solidFill>
                <a:schemeClr val="tx1"/>
              </a:solidFill>
              <a:latin typeface="Verdana" panose="020B0604030504040204" pitchFamily="34" charset="0"/>
              <a:ea typeface="Verdana" panose="020B0604030504040204" pitchFamily="34" charset="0"/>
            </a:endParaRPr>
          </a:p>
        </p:txBody>
      </p:sp>
      <p:grpSp>
        <p:nvGrpSpPr>
          <p:cNvPr id="36" name="Group 35">
            <a:extLst>
              <a:ext uri="{FF2B5EF4-FFF2-40B4-BE49-F238E27FC236}">
                <a16:creationId xmlns:a16="http://schemas.microsoft.com/office/drawing/2014/main" id="{3AEA02B5-A250-1E4E-A286-5811106EC123}"/>
              </a:ext>
            </a:extLst>
          </p:cNvPr>
          <p:cNvGrpSpPr/>
          <p:nvPr/>
        </p:nvGrpSpPr>
        <p:grpSpPr>
          <a:xfrm>
            <a:off x="839215" y="2654171"/>
            <a:ext cx="1386923" cy="958956"/>
            <a:chOff x="696888" y="2407950"/>
            <a:chExt cx="1386923" cy="958956"/>
          </a:xfrm>
        </p:grpSpPr>
        <p:sp>
          <p:nvSpPr>
            <p:cNvPr id="34" name="Rectangle: Rounded Corners 33">
              <a:extLst>
                <a:ext uri="{FF2B5EF4-FFF2-40B4-BE49-F238E27FC236}">
                  <a16:creationId xmlns:a16="http://schemas.microsoft.com/office/drawing/2014/main" id="{E47CF605-FFBE-0A5F-0D22-78564A6A80FD}"/>
                </a:ext>
              </a:extLst>
            </p:cNvPr>
            <p:cNvSpPr/>
            <p:nvPr/>
          </p:nvSpPr>
          <p:spPr>
            <a:xfrm>
              <a:off x="714589" y="2407950"/>
              <a:ext cx="1351521" cy="958956"/>
            </a:xfrm>
            <a:prstGeom prst="roundRect">
              <a:avLst/>
            </a:prstGeom>
            <a:solidFill>
              <a:schemeClr val="accent2">
                <a:alpha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TextBox 25">
              <a:extLst>
                <a:ext uri="{FF2B5EF4-FFF2-40B4-BE49-F238E27FC236}">
                  <a16:creationId xmlns:a16="http://schemas.microsoft.com/office/drawing/2014/main" id="{98863AF0-E39B-EE44-FE5C-AA717F1FD2B3}"/>
                </a:ext>
              </a:extLst>
            </p:cNvPr>
            <p:cNvSpPr txBox="1"/>
            <p:nvPr/>
          </p:nvSpPr>
          <p:spPr>
            <a:xfrm>
              <a:off x="696888" y="3016015"/>
              <a:ext cx="1386923" cy="276999"/>
            </a:xfrm>
            <a:prstGeom prst="rect">
              <a:avLst/>
            </a:prstGeom>
            <a:noFill/>
          </p:spPr>
          <p:txBody>
            <a:bodyPr wrap="square">
              <a:spAutoFit/>
            </a:bodyPr>
            <a:lstStyle/>
            <a:p>
              <a:pPr algn="ctr"/>
              <a:r>
                <a:rPr lang="en-IN" sz="1200">
                  <a:solidFill>
                    <a:schemeClr val="tx1"/>
                  </a:solidFill>
                  <a:latin typeface="Verdana" panose="020B0604030504040204" pitchFamily="34" charset="0"/>
                  <a:ea typeface="Verdana" panose="020B0604030504040204" pitchFamily="34" charset="0"/>
                </a:rPr>
                <a:t>Project Vision</a:t>
              </a:r>
            </a:p>
          </p:txBody>
        </p:sp>
        <p:pic>
          <p:nvPicPr>
            <p:cNvPr id="13" name="Picture 2" descr="Vision - Free technology icons">
              <a:extLst>
                <a:ext uri="{FF2B5EF4-FFF2-40B4-BE49-F238E27FC236}">
                  <a16:creationId xmlns:a16="http://schemas.microsoft.com/office/drawing/2014/main" id="{A44C941D-A435-21C6-5D66-AB395A81349B}"/>
                </a:ext>
              </a:extLst>
            </p:cNvPr>
            <p:cNvPicPr>
              <a:picLocks noChangeAspect="1" noChangeArrowheads="1"/>
            </p:cNvPicPr>
            <p:nvPr/>
          </p:nvPicPr>
          <p:blipFill>
            <a:blip r:embed="rId11">
              <a:extLst>
                <a:ext uri="{BEBA8EAE-BF5A-486C-A8C5-ECC9F3942E4B}">
                  <a14:imgProps xmlns:a14="http://schemas.microsoft.com/office/drawing/2010/main">
                    <a14:imgLayer r:embed="rId12">
                      <a14:imgEffect>
                        <a14:backgroundRemoval t="4000" b="94667" l="4444" r="96889">
                          <a14:foregroundMark x1="9778" y1="28444" x2="5333" y2="26667"/>
                          <a14:foregroundMark x1="18222" y1="19556" x2="15111" y2="16889"/>
                          <a14:foregroundMark x1="30222" y1="15111" x2="26667" y2="9333"/>
                          <a14:foregroundMark x1="41333" y1="13778" x2="39111" y2="7556"/>
                          <a14:foregroundMark x1="49778" y1="11111" x2="49333" y2="4444"/>
                          <a14:foregroundMark x1="59111" y1="14222" x2="61333" y2="6667"/>
                          <a14:foregroundMark x1="70222" y1="14667" x2="73778" y2="11111"/>
                          <a14:foregroundMark x1="81778" y1="18667" x2="84889" y2="15111"/>
                          <a14:foregroundMark x1="89778" y1="27556" x2="94667" y2="24000"/>
                          <a14:foregroundMark x1="42222" y1="70222" x2="51111" y2="68889"/>
                          <a14:foregroundMark x1="35556" y1="70222" x2="60444" y2="68444"/>
                          <a14:foregroundMark x1="60444" y1="68444" x2="65333" y2="69778"/>
                          <a14:foregroundMark x1="34222" y1="77778" x2="59111" y2="76444"/>
                          <a14:foregroundMark x1="59111" y1="76444" x2="64889" y2="76444"/>
                          <a14:foregroundMark x1="53778" y1="90667" x2="43556" y2="92000"/>
                          <a14:foregroundMark x1="46222" y1="95111" x2="53778" y2="94667"/>
                          <a14:foregroundMark x1="82222" y1="67111" x2="85778" y2="73778"/>
                          <a14:foregroundMark x1="89778" y1="58222" x2="96889" y2="63556"/>
                          <a14:foregroundMark x1="14222" y1="71556" x2="18222" y2="66222"/>
                          <a14:foregroundMark x1="4444" y1="61778" x2="10222" y2="58222"/>
                        </a14:backgroundRemoval>
                      </a14:imgEffect>
                    </a14:imgLayer>
                  </a14:imgProps>
                </a:ext>
                <a:ext uri="{28A0092B-C50C-407E-A947-70E740481C1C}">
                  <a14:useLocalDpi xmlns:a14="http://schemas.microsoft.com/office/drawing/2010/main" val="0"/>
                </a:ext>
              </a:extLst>
            </a:blip>
            <a:srcRect/>
            <a:stretch>
              <a:fillRect/>
            </a:stretch>
          </p:blipFill>
          <p:spPr bwMode="auto">
            <a:xfrm>
              <a:off x="1199456" y="2566880"/>
              <a:ext cx="381786" cy="381786"/>
            </a:xfrm>
            <a:prstGeom prst="rect">
              <a:avLst/>
            </a:prstGeom>
            <a:noFill/>
            <a:extLst>
              <a:ext uri="{909E8E84-426E-40DD-AFC4-6F175D3DCCD1}">
                <a14:hiddenFill xmlns:a14="http://schemas.microsoft.com/office/drawing/2010/main">
                  <a:solidFill>
                    <a:srgbClr val="FFFFFF"/>
                  </a:solidFill>
                </a14:hiddenFill>
              </a:ext>
            </a:extLst>
          </p:spPr>
        </p:pic>
      </p:grpSp>
      <p:pic>
        <p:nvPicPr>
          <p:cNvPr id="20" name="Picture 4" descr="Goal Icon. Target Symbo and Infographic ...">
            <a:extLst>
              <a:ext uri="{FF2B5EF4-FFF2-40B4-BE49-F238E27FC236}">
                <a16:creationId xmlns:a16="http://schemas.microsoft.com/office/drawing/2014/main" id="{9FF4208B-585C-90EC-48B1-431DCB9DD5F9}"/>
              </a:ext>
            </a:extLst>
          </p:cNvPr>
          <p:cNvPicPr>
            <a:picLocks noChangeAspect="1" noChangeArrowheads="1"/>
          </p:cNvPicPr>
          <p:nvPr/>
        </p:nvPicPr>
        <p:blipFill>
          <a:blip r:embed="rId13">
            <a:extLst>
              <a:ext uri="{BEBA8EAE-BF5A-486C-A8C5-ECC9F3942E4B}">
                <a14:imgProps xmlns:a14="http://schemas.microsoft.com/office/drawing/2010/main">
                  <a14:imgLayer r:embed="rId14">
                    <a14:imgEffect>
                      <a14:backgroundRemoval t="10000" b="90000" l="10000" r="90000">
                        <a14:foregroundMark x1="37778" y1="38222" x2="34667" y2="42222"/>
                        <a14:foregroundMark x1="44889" y1="49333" x2="47111" y2="56444"/>
                        <a14:foregroundMark x1="55111" y1="47556" x2="60444" y2="41778"/>
                      </a14:backgroundRemoval>
                    </a14:imgEffect>
                  </a14:imgLayer>
                </a14:imgProps>
              </a:ext>
              <a:ext uri="{28A0092B-C50C-407E-A947-70E740481C1C}">
                <a14:useLocalDpi xmlns:a14="http://schemas.microsoft.com/office/drawing/2010/main" val="0"/>
              </a:ext>
            </a:extLst>
          </a:blip>
          <a:srcRect/>
          <a:stretch>
            <a:fillRect/>
          </a:stretch>
        </p:blipFill>
        <p:spPr bwMode="auto">
          <a:xfrm>
            <a:off x="2967158" y="2451388"/>
            <a:ext cx="658356" cy="658356"/>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4" descr="Robot 3 Icon">
            <a:extLst>
              <a:ext uri="{FF2B5EF4-FFF2-40B4-BE49-F238E27FC236}">
                <a16:creationId xmlns:a16="http://schemas.microsoft.com/office/drawing/2014/main" id="{10813C2C-6455-02D0-143F-2E3936C43A6D}"/>
              </a:ext>
            </a:extLst>
          </p:cNvPr>
          <p:cNvPicPr>
            <a:picLocks noChangeAspect="1" noChangeArrowheads="1"/>
          </p:cNvPicPr>
          <p:nvPr/>
        </p:nvPicPr>
        <p:blipFill>
          <a:blip r:embed="rId4">
            <a:duotone>
              <a:srgbClr val="8C0059">
                <a:shade val="45000"/>
                <a:satMod val="135000"/>
              </a:srgbClr>
              <a:prstClr val="white"/>
            </a:duotone>
            <a:extLst>
              <a:ext uri="{BEBA8EAE-BF5A-486C-A8C5-ECC9F3942E4B}">
                <a14:imgProps xmlns:a14="http://schemas.microsoft.com/office/drawing/2010/main">
                  <a14:imgLayer r:embed="rId5">
                    <a14:imgEffect>
                      <a14:backgroundRemoval t="8889" b="89778" l="9778" r="89778">
                        <a14:foregroundMark x1="45333" y1="8889" x2="58222" y2="8889"/>
                        <a14:foregroundMark x1="47556" y1="80000" x2="53778" y2="88889"/>
                      </a14:backgroundRemoval>
                    </a14:imgEffect>
                  </a14:imgLayer>
                </a14:imgProps>
              </a:ext>
              <a:ext uri="{28A0092B-C50C-407E-A947-70E740481C1C}">
                <a14:useLocalDpi xmlns:a14="http://schemas.microsoft.com/office/drawing/2010/main" val="0"/>
              </a:ext>
            </a:extLst>
          </a:blip>
          <a:srcRect/>
          <a:stretch>
            <a:fillRect/>
          </a:stretch>
        </p:blipFill>
        <p:spPr bwMode="auto">
          <a:xfrm>
            <a:off x="2971520" y="4335648"/>
            <a:ext cx="317767" cy="317767"/>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2" descr="Backlog, project backlog, scrum, agile ...">
            <a:extLst>
              <a:ext uri="{FF2B5EF4-FFF2-40B4-BE49-F238E27FC236}">
                <a16:creationId xmlns:a16="http://schemas.microsoft.com/office/drawing/2014/main" id="{1436F729-8A1F-3245-1774-D1509A63ADEA}"/>
              </a:ext>
            </a:extLst>
          </p:cNvPr>
          <p:cNvPicPr>
            <a:picLocks noChangeAspect="1" noChangeArrowheads="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backgroundRemoval t="9778" b="92000" l="9778" r="89778">
                        <a14:foregroundMark x1="33333" y1="44000" x2="69333" y2="44889"/>
                        <a14:foregroundMark x1="19556" y1="40889" x2="30667" y2="45333"/>
                        <a14:foregroundMark x1="25778" y1="41333" x2="75111" y2="39556"/>
                        <a14:foregroundMark x1="20000" y1="48444" x2="78667" y2="52444"/>
                        <a14:foregroundMark x1="78667" y1="52444" x2="79556" y2="53333"/>
                        <a14:foregroundMark x1="16889" y1="52889" x2="65778" y2="56889"/>
                        <a14:foregroundMark x1="19111" y1="58222" x2="79111" y2="59556"/>
                        <a14:foregroundMark x1="30667" y1="62667" x2="72444" y2="64444"/>
                        <a14:foregroundMark x1="29333" y1="90222" x2="77333" y2="88444"/>
                        <a14:foregroundMark x1="20000" y1="11556" x2="28000" y2="14667"/>
                        <a14:foregroundMark x1="18222" y1="10222" x2="41778" y2="10222"/>
                        <a14:foregroundMark x1="28000" y1="91556" x2="59111" y2="92000"/>
                      </a14:backgroundRemoval>
                    </a14:imgEffect>
                  </a14:imgLayer>
                </a14:imgProps>
              </a:ext>
              <a:ext uri="{28A0092B-C50C-407E-A947-70E740481C1C}">
                <a14:useLocalDpi xmlns:a14="http://schemas.microsoft.com/office/drawing/2010/main" val="0"/>
              </a:ext>
            </a:extLst>
          </a:blip>
          <a:srcRect/>
          <a:stretch>
            <a:fillRect/>
          </a:stretch>
        </p:blipFill>
        <p:spPr bwMode="auto">
          <a:xfrm>
            <a:off x="2379802" y="4193570"/>
            <a:ext cx="288923" cy="459845"/>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 descr="Backlog, project backlog, scrum, agile ...">
            <a:extLst>
              <a:ext uri="{FF2B5EF4-FFF2-40B4-BE49-F238E27FC236}">
                <a16:creationId xmlns:a16="http://schemas.microsoft.com/office/drawing/2014/main" id="{16648229-BCC3-B5A7-7F50-C705A0F55922}"/>
              </a:ext>
            </a:extLst>
          </p:cNvPr>
          <p:cNvPicPr>
            <a:picLocks noChangeAspect="1" noChangeArrowheads="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backgroundRemoval t="9778" b="92000" l="9778" r="89778">
                        <a14:foregroundMark x1="33333" y1="44000" x2="69333" y2="44889"/>
                        <a14:foregroundMark x1="19556" y1="40889" x2="30667" y2="45333"/>
                        <a14:foregroundMark x1="25778" y1="41333" x2="75111" y2="39556"/>
                        <a14:foregroundMark x1="20000" y1="48444" x2="78667" y2="52444"/>
                        <a14:foregroundMark x1="78667" y1="52444" x2="79556" y2="53333"/>
                        <a14:foregroundMark x1="16889" y1="52889" x2="65778" y2="56889"/>
                        <a14:foregroundMark x1="19111" y1="58222" x2="79111" y2="59556"/>
                        <a14:foregroundMark x1="30667" y1="62667" x2="72444" y2="64444"/>
                        <a14:foregroundMark x1="29333" y1="90222" x2="77333" y2="88444"/>
                        <a14:foregroundMark x1="20000" y1="11556" x2="28000" y2="14667"/>
                        <a14:foregroundMark x1="18222" y1="10222" x2="41778" y2="10222"/>
                        <a14:foregroundMark x1="28000" y1="91556" x2="59111" y2="92000"/>
                      </a14:backgroundRemoval>
                    </a14:imgEffect>
                  </a14:imgLayer>
                </a14:imgProps>
              </a:ext>
              <a:ext uri="{28A0092B-C50C-407E-A947-70E740481C1C}">
                <a14:useLocalDpi xmlns:a14="http://schemas.microsoft.com/office/drawing/2010/main" val="0"/>
              </a:ext>
            </a:extLst>
          </a:blip>
          <a:srcRect/>
          <a:stretch>
            <a:fillRect/>
          </a:stretch>
        </p:blipFill>
        <p:spPr bwMode="auto">
          <a:xfrm>
            <a:off x="3226965" y="4369906"/>
            <a:ext cx="178130" cy="283509"/>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6" descr="Project Delivery Vector Hd Images ...">
            <a:extLst>
              <a:ext uri="{FF2B5EF4-FFF2-40B4-BE49-F238E27FC236}">
                <a16:creationId xmlns:a16="http://schemas.microsoft.com/office/drawing/2014/main" id="{A0519B7C-EB3B-9D9D-81D1-3B78B242DCD3}"/>
              </a:ext>
            </a:extLst>
          </p:cNvPr>
          <p:cNvPicPr>
            <a:picLocks noChangeAspect="1" noChangeArrowheads="1"/>
          </p:cNvPicPr>
          <p:nvPr/>
        </p:nvPicPr>
        <p:blipFill>
          <a:blip r:embed="rId15">
            <a:duotone>
              <a:schemeClr val="accent5">
                <a:shade val="45000"/>
                <a:satMod val="135000"/>
              </a:schemeClr>
              <a:prstClr val="white"/>
            </a:duotone>
            <a:extLst>
              <a:ext uri="{BEBA8EAE-BF5A-486C-A8C5-ECC9F3942E4B}">
                <a14:imgProps xmlns:a14="http://schemas.microsoft.com/office/drawing/2010/main">
                  <a14:imgLayer r:embed="rId16">
                    <a14:imgEffect>
                      <a14:backgroundRemoval t="10000" b="90000" l="10000" r="90000">
                        <a14:foregroundMark x1="28444" y1="40889" x2="33778" y2="31556"/>
                        <a14:foregroundMark x1="55111" y1="34667" x2="37333" y2="33333"/>
                        <a14:foregroundMark x1="18222" y1="32444" x2="32889" y2="52444"/>
                        <a14:foregroundMark x1="32889" y1="52444" x2="35556" y2="34667"/>
                        <a14:foregroundMark x1="23111" y1="35111" x2="24000" y2="54222"/>
                        <a14:foregroundMark x1="24444" y1="32444" x2="37333" y2="24444"/>
                        <a14:foregroundMark x1="40444" y1="32889" x2="52444" y2="25778"/>
                        <a14:foregroundMark x1="44000" y1="36444" x2="55556" y2="60000"/>
                        <a14:foregroundMark x1="55556" y1="60000" x2="56444" y2="75556"/>
                        <a14:foregroundMark x1="61333" y1="59556" x2="63111" y2="40444"/>
                        <a14:foregroundMark x1="55111" y1="37333" x2="56444" y2="61333"/>
                        <a14:foregroundMark x1="56444" y1="61333" x2="56444" y2="60889"/>
                        <a14:foregroundMark x1="66667" y1="68889" x2="77778" y2="65778"/>
                        <a14:foregroundMark x1="68444" y1="60000" x2="64444" y2="69778"/>
                        <a14:foregroundMark x1="68889" y1="59556" x2="76444" y2="59556"/>
                        <a14:foregroundMark x1="64889" y1="70667" x2="64444" y2="73333"/>
                        <a14:foregroundMark x1="70222" y1="58667" x2="76444" y2="58667"/>
                        <a14:foregroundMark x1="56889" y1="47556" x2="70667" y2="29333"/>
                        <a14:foregroundMark x1="70667" y1="29333" x2="71111" y2="28444"/>
                        <a14:foregroundMark x1="68444" y1="30222" x2="53778" y2="40889"/>
                        <a14:foregroundMark x1="52444" y1="25778" x2="55111" y2="24889"/>
                        <a14:foregroundMark x1="37333" y1="25333" x2="40889" y2="22667"/>
                        <a14:foregroundMark x1="17778" y1="32444" x2="15556" y2="30667"/>
                        <a14:foregroundMark x1="15556" y1="31111" x2="35556" y2="22222"/>
                        <a14:foregroundMark x1="35556" y1="21778" x2="72000" y2="25778"/>
                      </a14:backgroundRemoval>
                    </a14:imgEffect>
                  </a14:imgLayer>
                </a14:imgProps>
              </a:ext>
              <a:ext uri="{28A0092B-C50C-407E-A947-70E740481C1C}">
                <a14:useLocalDpi xmlns:a14="http://schemas.microsoft.com/office/drawing/2010/main" val="0"/>
              </a:ext>
            </a:extLst>
          </a:blip>
          <a:srcRect/>
          <a:stretch>
            <a:fillRect/>
          </a:stretch>
        </p:blipFill>
        <p:spPr bwMode="auto">
          <a:xfrm>
            <a:off x="6119091" y="3992153"/>
            <a:ext cx="741491" cy="741491"/>
          </a:xfrm>
          <a:prstGeom prst="rect">
            <a:avLst/>
          </a:prstGeom>
          <a:noFill/>
          <a:extLst>
            <a:ext uri="{909E8E84-426E-40DD-AFC4-6F175D3DCCD1}">
              <a14:hiddenFill xmlns:a14="http://schemas.microsoft.com/office/drawing/2010/main">
                <a:solidFill>
                  <a:srgbClr val="FFFFFF"/>
                </a:solidFill>
              </a14:hiddenFill>
            </a:ext>
          </a:extLst>
        </p:spPr>
      </p:pic>
      <p:sp>
        <p:nvSpPr>
          <p:cNvPr id="41" name="Rectangle: Rounded Corners 40">
            <a:extLst>
              <a:ext uri="{FF2B5EF4-FFF2-40B4-BE49-F238E27FC236}">
                <a16:creationId xmlns:a16="http://schemas.microsoft.com/office/drawing/2014/main" id="{82FE313C-B8D2-D5AF-3533-7B02AFBB41B4}"/>
              </a:ext>
            </a:extLst>
          </p:cNvPr>
          <p:cNvSpPr/>
          <p:nvPr/>
        </p:nvSpPr>
        <p:spPr>
          <a:xfrm>
            <a:off x="1011271" y="2079784"/>
            <a:ext cx="90654" cy="90000"/>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 name="Rectangle: Rounded Corners 41">
            <a:extLst>
              <a:ext uri="{FF2B5EF4-FFF2-40B4-BE49-F238E27FC236}">
                <a16:creationId xmlns:a16="http://schemas.microsoft.com/office/drawing/2014/main" id="{53ABA8AD-5B6E-28BD-0F56-3AB755FB73E3}"/>
              </a:ext>
            </a:extLst>
          </p:cNvPr>
          <p:cNvSpPr/>
          <p:nvPr/>
        </p:nvSpPr>
        <p:spPr>
          <a:xfrm>
            <a:off x="1015195" y="2263609"/>
            <a:ext cx="90654" cy="90000"/>
          </a:xfrm>
          <a:prstGeom prst="round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3" name="TextBox 42">
            <a:extLst>
              <a:ext uri="{FF2B5EF4-FFF2-40B4-BE49-F238E27FC236}">
                <a16:creationId xmlns:a16="http://schemas.microsoft.com/office/drawing/2014/main" id="{69FC8D4E-5FC2-73DC-B3AF-E97482D9D9AC}"/>
              </a:ext>
            </a:extLst>
          </p:cNvPr>
          <p:cNvSpPr txBox="1"/>
          <p:nvPr/>
        </p:nvSpPr>
        <p:spPr>
          <a:xfrm>
            <a:off x="1159324" y="2200887"/>
            <a:ext cx="1126189" cy="215444"/>
          </a:xfrm>
          <a:prstGeom prst="rect">
            <a:avLst/>
          </a:prstGeom>
          <a:noFill/>
        </p:spPr>
        <p:txBody>
          <a:bodyPr wrap="square">
            <a:spAutoFit/>
          </a:bodyPr>
          <a:lstStyle/>
          <a:p>
            <a:r>
              <a:rPr lang="en-IN" sz="800">
                <a:solidFill>
                  <a:schemeClr val="tx1"/>
                </a:solidFill>
                <a:latin typeface="Verdana" panose="020B0604030504040204" pitchFamily="34" charset="0"/>
                <a:ea typeface="Verdana" panose="020B0604030504040204" pitchFamily="34" charset="0"/>
              </a:rPr>
              <a:t>Agentic Sprint</a:t>
            </a:r>
          </a:p>
        </p:txBody>
      </p:sp>
      <p:sp>
        <p:nvSpPr>
          <p:cNvPr id="53" name="TextBox 52">
            <a:extLst>
              <a:ext uri="{FF2B5EF4-FFF2-40B4-BE49-F238E27FC236}">
                <a16:creationId xmlns:a16="http://schemas.microsoft.com/office/drawing/2014/main" id="{432621D5-7032-3CBD-D39F-DF4BF2E5B933}"/>
              </a:ext>
            </a:extLst>
          </p:cNvPr>
          <p:cNvSpPr txBox="1"/>
          <p:nvPr/>
        </p:nvSpPr>
        <p:spPr>
          <a:xfrm>
            <a:off x="1159324" y="2017062"/>
            <a:ext cx="1126189" cy="215444"/>
          </a:xfrm>
          <a:prstGeom prst="rect">
            <a:avLst/>
          </a:prstGeom>
          <a:noFill/>
        </p:spPr>
        <p:txBody>
          <a:bodyPr wrap="square">
            <a:spAutoFit/>
          </a:bodyPr>
          <a:lstStyle/>
          <a:p>
            <a:r>
              <a:rPr lang="en-IN" sz="800">
                <a:latin typeface="Verdana" panose="020B0604030504040204" pitchFamily="34" charset="0"/>
                <a:ea typeface="Verdana" panose="020B0604030504040204" pitchFamily="34" charset="0"/>
              </a:rPr>
              <a:t>Human</a:t>
            </a:r>
            <a:r>
              <a:rPr lang="en-IN" sz="800">
                <a:solidFill>
                  <a:schemeClr val="tx1"/>
                </a:solidFill>
                <a:latin typeface="Verdana" panose="020B0604030504040204" pitchFamily="34" charset="0"/>
                <a:ea typeface="Verdana" panose="020B0604030504040204" pitchFamily="34" charset="0"/>
              </a:rPr>
              <a:t> Sprint</a:t>
            </a:r>
          </a:p>
        </p:txBody>
      </p:sp>
      <p:cxnSp>
        <p:nvCxnSpPr>
          <p:cNvPr id="18" name="Straight Connector 17">
            <a:extLst>
              <a:ext uri="{FF2B5EF4-FFF2-40B4-BE49-F238E27FC236}">
                <a16:creationId xmlns:a16="http://schemas.microsoft.com/office/drawing/2014/main" id="{89A01F9E-6B64-B175-9DA4-37DDC3791D51}"/>
              </a:ext>
            </a:extLst>
          </p:cNvPr>
          <p:cNvCxnSpPr/>
          <p:nvPr/>
        </p:nvCxnSpPr>
        <p:spPr>
          <a:xfrm>
            <a:off x="8040414" y="1951538"/>
            <a:ext cx="0" cy="420575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28768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0A4AB8-BD71-7F61-393A-59F0816E8292}"/>
            </a:ext>
          </a:extLst>
        </p:cNvPr>
        <p:cNvGrpSpPr/>
        <p:nvPr/>
      </p:nvGrpSpPr>
      <p:grpSpPr>
        <a:xfrm>
          <a:off x="0" y="0"/>
          <a:ext cx="0" cy="0"/>
          <a:chOff x="0" y="0"/>
          <a:chExt cx="0" cy="0"/>
        </a:xfrm>
      </p:grpSpPr>
      <p:sp>
        <p:nvSpPr>
          <p:cNvPr id="4" name="Rectangle: Rounded Corners 5">
            <a:extLst>
              <a:ext uri="{FF2B5EF4-FFF2-40B4-BE49-F238E27FC236}">
                <a16:creationId xmlns:a16="http://schemas.microsoft.com/office/drawing/2014/main" id="{983F1B68-DAC4-3525-31EB-D9AEF4362DD8}"/>
              </a:ext>
            </a:extLst>
          </p:cNvPr>
          <p:cNvSpPr/>
          <p:nvPr/>
        </p:nvSpPr>
        <p:spPr>
          <a:xfrm>
            <a:off x="7938519" y="924235"/>
            <a:ext cx="3264226" cy="608165"/>
          </a:xfrm>
          <a:prstGeom prst="round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a:latin typeface="Verdana" panose="020B0604030504040204" pitchFamily="34" charset="0"/>
              <a:ea typeface="Verdana" panose="020B0604030504040204" pitchFamily="34" charset="0"/>
              <a:cs typeface="Verdana" panose="020B0604030504040204" pitchFamily="34" charset="0"/>
            </a:endParaRPr>
          </a:p>
        </p:txBody>
      </p:sp>
      <p:sp>
        <p:nvSpPr>
          <p:cNvPr id="6" name="Rectangle: Rounded Corners 5">
            <a:extLst>
              <a:ext uri="{FF2B5EF4-FFF2-40B4-BE49-F238E27FC236}">
                <a16:creationId xmlns:a16="http://schemas.microsoft.com/office/drawing/2014/main" id="{EC9AC3B4-E2C1-0D7F-5984-FF0E3800A555}"/>
              </a:ext>
            </a:extLst>
          </p:cNvPr>
          <p:cNvSpPr/>
          <p:nvPr/>
        </p:nvSpPr>
        <p:spPr>
          <a:xfrm>
            <a:off x="1033222" y="924235"/>
            <a:ext cx="3264226" cy="608165"/>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a:latin typeface="Verdana" panose="020B0604030504040204" pitchFamily="34" charset="0"/>
              <a:ea typeface="Verdana" panose="020B0604030504040204" pitchFamily="34" charset="0"/>
              <a:cs typeface="Verdana" panose="020B0604030504040204" pitchFamily="34" charset="0"/>
            </a:endParaRPr>
          </a:p>
        </p:txBody>
      </p:sp>
      <p:sp>
        <p:nvSpPr>
          <p:cNvPr id="8" name="Rounded Rectangle 30">
            <a:extLst>
              <a:ext uri="{FF2B5EF4-FFF2-40B4-BE49-F238E27FC236}">
                <a16:creationId xmlns:a16="http://schemas.microsoft.com/office/drawing/2014/main" id="{40A0F7FF-B779-BE57-4F86-7AE6C07A051A}"/>
              </a:ext>
            </a:extLst>
          </p:cNvPr>
          <p:cNvSpPr/>
          <p:nvPr/>
        </p:nvSpPr>
        <p:spPr>
          <a:xfrm>
            <a:off x="805258" y="2079475"/>
            <a:ext cx="10663170" cy="532252"/>
          </a:xfrm>
          <a:prstGeom prst="roundRect">
            <a:avLst>
              <a:gd name="adj" fmla="val 8277"/>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latin typeface="Verdana" panose="020B0604030504040204" pitchFamily="34" charset="0"/>
              <a:ea typeface="Verdana" panose="020B0604030504040204" pitchFamily="34" charset="0"/>
              <a:cs typeface="Verdana" panose="020B0604030504040204" pitchFamily="34" charset="0"/>
            </a:endParaRPr>
          </a:p>
        </p:txBody>
      </p:sp>
      <p:sp>
        <p:nvSpPr>
          <p:cNvPr id="9" name="Rounded Rectangle 30">
            <a:extLst>
              <a:ext uri="{FF2B5EF4-FFF2-40B4-BE49-F238E27FC236}">
                <a16:creationId xmlns:a16="http://schemas.microsoft.com/office/drawing/2014/main" id="{16F88FFD-C9D3-46A1-791C-A7CF61C47D26}"/>
              </a:ext>
            </a:extLst>
          </p:cNvPr>
          <p:cNvSpPr/>
          <p:nvPr/>
        </p:nvSpPr>
        <p:spPr>
          <a:xfrm>
            <a:off x="805258" y="2741151"/>
            <a:ext cx="10663170" cy="532252"/>
          </a:xfrm>
          <a:prstGeom prst="roundRect">
            <a:avLst>
              <a:gd name="adj" fmla="val 8277"/>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latin typeface="Verdana" panose="020B0604030504040204" pitchFamily="34" charset="0"/>
              <a:ea typeface="Verdana" panose="020B0604030504040204" pitchFamily="34" charset="0"/>
              <a:cs typeface="Verdana" panose="020B0604030504040204" pitchFamily="34" charset="0"/>
            </a:endParaRPr>
          </a:p>
        </p:txBody>
      </p:sp>
      <p:sp>
        <p:nvSpPr>
          <p:cNvPr id="11" name="Rounded Rectangle 30">
            <a:extLst>
              <a:ext uri="{FF2B5EF4-FFF2-40B4-BE49-F238E27FC236}">
                <a16:creationId xmlns:a16="http://schemas.microsoft.com/office/drawing/2014/main" id="{148500C1-EBF6-757D-091E-8E9DA041D85B}"/>
              </a:ext>
            </a:extLst>
          </p:cNvPr>
          <p:cNvSpPr/>
          <p:nvPr/>
        </p:nvSpPr>
        <p:spPr>
          <a:xfrm>
            <a:off x="805258" y="3363991"/>
            <a:ext cx="10663170" cy="532252"/>
          </a:xfrm>
          <a:prstGeom prst="roundRect">
            <a:avLst>
              <a:gd name="adj" fmla="val 8277"/>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latin typeface="Verdana" panose="020B0604030504040204" pitchFamily="34" charset="0"/>
              <a:ea typeface="Verdana" panose="020B0604030504040204" pitchFamily="34" charset="0"/>
              <a:cs typeface="Verdana" panose="020B0604030504040204" pitchFamily="34" charset="0"/>
            </a:endParaRPr>
          </a:p>
        </p:txBody>
      </p:sp>
      <p:sp>
        <p:nvSpPr>
          <p:cNvPr id="17" name="Rounded Rectangle 30">
            <a:extLst>
              <a:ext uri="{FF2B5EF4-FFF2-40B4-BE49-F238E27FC236}">
                <a16:creationId xmlns:a16="http://schemas.microsoft.com/office/drawing/2014/main" id="{001BA753-14E3-B691-17A8-4B5A05CC7CA2}"/>
              </a:ext>
            </a:extLst>
          </p:cNvPr>
          <p:cNvSpPr/>
          <p:nvPr/>
        </p:nvSpPr>
        <p:spPr>
          <a:xfrm>
            <a:off x="805258" y="3943150"/>
            <a:ext cx="10663170" cy="532252"/>
          </a:xfrm>
          <a:prstGeom prst="roundRect">
            <a:avLst>
              <a:gd name="adj" fmla="val 8277"/>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latin typeface="Verdana" panose="020B0604030504040204" pitchFamily="34" charset="0"/>
              <a:ea typeface="Verdana" panose="020B0604030504040204" pitchFamily="34" charset="0"/>
              <a:cs typeface="Verdana" panose="020B0604030504040204" pitchFamily="34" charset="0"/>
            </a:endParaRPr>
          </a:p>
        </p:txBody>
      </p:sp>
      <p:sp>
        <p:nvSpPr>
          <p:cNvPr id="20" name="Rounded Rectangle 30">
            <a:extLst>
              <a:ext uri="{FF2B5EF4-FFF2-40B4-BE49-F238E27FC236}">
                <a16:creationId xmlns:a16="http://schemas.microsoft.com/office/drawing/2014/main" id="{EC0AF899-E246-0EE8-D15F-5EDD9875653B}"/>
              </a:ext>
            </a:extLst>
          </p:cNvPr>
          <p:cNvSpPr/>
          <p:nvPr/>
        </p:nvSpPr>
        <p:spPr>
          <a:xfrm>
            <a:off x="805258" y="4561379"/>
            <a:ext cx="10663170" cy="532252"/>
          </a:xfrm>
          <a:prstGeom prst="roundRect">
            <a:avLst>
              <a:gd name="adj" fmla="val 8277"/>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latin typeface="Verdana" panose="020B0604030504040204" pitchFamily="34" charset="0"/>
              <a:ea typeface="Verdana" panose="020B0604030504040204" pitchFamily="34" charset="0"/>
              <a:cs typeface="Verdana" panose="020B0604030504040204" pitchFamily="34" charset="0"/>
            </a:endParaRPr>
          </a:p>
        </p:txBody>
      </p:sp>
      <p:sp>
        <p:nvSpPr>
          <p:cNvPr id="21" name="Rounded Rectangle 30">
            <a:extLst>
              <a:ext uri="{FF2B5EF4-FFF2-40B4-BE49-F238E27FC236}">
                <a16:creationId xmlns:a16="http://schemas.microsoft.com/office/drawing/2014/main" id="{2422BA67-FFD2-339E-7BAD-751F9208C759}"/>
              </a:ext>
            </a:extLst>
          </p:cNvPr>
          <p:cNvSpPr/>
          <p:nvPr/>
        </p:nvSpPr>
        <p:spPr>
          <a:xfrm>
            <a:off x="805258" y="5140811"/>
            <a:ext cx="10663170" cy="532252"/>
          </a:xfrm>
          <a:prstGeom prst="roundRect">
            <a:avLst>
              <a:gd name="adj" fmla="val 8277"/>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latin typeface="Verdana" panose="020B0604030504040204" pitchFamily="34" charset="0"/>
              <a:ea typeface="Verdana" panose="020B0604030504040204" pitchFamily="34" charset="0"/>
              <a:cs typeface="Verdana" panose="020B0604030504040204" pitchFamily="34" charset="0"/>
            </a:endParaRPr>
          </a:p>
        </p:txBody>
      </p:sp>
      <p:sp>
        <p:nvSpPr>
          <p:cNvPr id="25" name="Rounded Rectangle 30">
            <a:extLst>
              <a:ext uri="{FF2B5EF4-FFF2-40B4-BE49-F238E27FC236}">
                <a16:creationId xmlns:a16="http://schemas.microsoft.com/office/drawing/2014/main" id="{1DCA9F89-A38C-799F-1C9D-EC92F30064BB}"/>
              </a:ext>
            </a:extLst>
          </p:cNvPr>
          <p:cNvSpPr/>
          <p:nvPr/>
        </p:nvSpPr>
        <p:spPr>
          <a:xfrm>
            <a:off x="805258" y="5749132"/>
            <a:ext cx="10663170" cy="532252"/>
          </a:xfrm>
          <a:prstGeom prst="roundRect">
            <a:avLst>
              <a:gd name="adj" fmla="val 8277"/>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latin typeface="Verdana" panose="020B0604030504040204" pitchFamily="34" charset="0"/>
              <a:ea typeface="Verdana" panose="020B0604030504040204" pitchFamily="34" charset="0"/>
              <a:cs typeface="Verdana" panose="020B0604030504040204" pitchFamily="34" charset="0"/>
            </a:endParaRPr>
          </a:p>
        </p:txBody>
      </p:sp>
      <p:sp>
        <p:nvSpPr>
          <p:cNvPr id="39" name="Rounded Rectangle 30">
            <a:extLst>
              <a:ext uri="{FF2B5EF4-FFF2-40B4-BE49-F238E27FC236}">
                <a16:creationId xmlns:a16="http://schemas.microsoft.com/office/drawing/2014/main" id="{15AF0A57-D2D5-DAED-74B5-457006276D72}"/>
              </a:ext>
            </a:extLst>
          </p:cNvPr>
          <p:cNvSpPr/>
          <p:nvPr/>
        </p:nvSpPr>
        <p:spPr>
          <a:xfrm>
            <a:off x="805258" y="1502298"/>
            <a:ext cx="10663170" cy="532252"/>
          </a:xfrm>
          <a:prstGeom prst="roundRect">
            <a:avLst>
              <a:gd name="adj" fmla="val 8277"/>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latin typeface="Verdana" panose="020B0604030504040204" pitchFamily="34" charset="0"/>
              <a:ea typeface="Verdana" panose="020B0604030504040204" pitchFamily="34" charset="0"/>
              <a:cs typeface="Verdana" panose="020B0604030504040204" pitchFamily="34" charset="0"/>
            </a:endParaRPr>
          </a:p>
        </p:txBody>
      </p:sp>
      <p:sp>
        <p:nvSpPr>
          <p:cNvPr id="52" name="Rounded Rectangle 30">
            <a:extLst>
              <a:ext uri="{FF2B5EF4-FFF2-40B4-BE49-F238E27FC236}">
                <a16:creationId xmlns:a16="http://schemas.microsoft.com/office/drawing/2014/main" id="{3BCE3FB3-DE1A-7A84-0E48-3081D7919F17}"/>
              </a:ext>
            </a:extLst>
          </p:cNvPr>
          <p:cNvSpPr/>
          <p:nvPr/>
        </p:nvSpPr>
        <p:spPr>
          <a:xfrm>
            <a:off x="4863613" y="1504784"/>
            <a:ext cx="2169378" cy="4953768"/>
          </a:xfrm>
          <a:prstGeom prst="roundRect">
            <a:avLst>
              <a:gd name="adj" fmla="val 8277"/>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latin typeface="Verdana" panose="020B0604030504040204" pitchFamily="34" charset="0"/>
              <a:ea typeface="Verdana" panose="020B0604030504040204" pitchFamily="34" charset="0"/>
              <a:cs typeface="Verdana" panose="020B0604030504040204" pitchFamily="34" charset="0"/>
            </a:endParaRPr>
          </a:p>
        </p:txBody>
      </p:sp>
      <p:sp>
        <p:nvSpPr>
          <p:cNvPr id="2" name="Title 1">
            <a:extLst>
              <a:ext uri="{FF2B5EF4-FFF2-40B4-BE49-F238E27FC236}">
                <a16:creationId xmlns:a16="http://schemas.microsoft.com/office/drawing/2014/main" id="{9624F400-CF17-0F86-6111-617322E03D75}"/>
              </a:ext>
            </a:extLst>
          </p:cNvPr>
          <p:cNvSpPr>
            <a:spLocks noGrp="1"/>
          </p:cNvSpPr>
          <p:nvPr>
            <p:ph type="title"/>
          </p:nvPr>
        </p:nvSpPr>
        <p:spPr/>
        <p:txBody>
          <a:bodyPr/>
          <a:lstStyle/>
          <a:p>
            <a:r>
              <a:rPr lang="en-US" dirty="0">
                <a:latin typeface="PP Neue Machina Plain Ultrabold"/>
              </a:rPr>
              <a:t>Traditional vs Agentic Agile</a:t>
            </a:r>
            <a:endParaRPr lang="en-US" dirty="0"/>
          </a:p>
        </p:txBody>
      </p:sp>
      <p:pic>
        <p:nvPicPr>
          <p:cNvPr id="3" name="Picture 2">
            <a:extLst>
              <a:ext uri="{FF2B5EF4-FFF2-40B4-BE49-F238E27FC236}">
                <a16:creationId xmlns:a16="http://schemas.microsoft.com/office/drawing/2014/main" id="{76EBDBD1-1551-B0FA-FD3C-B95ACEEDB0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75579" y="1616358"/>
            <a:ext cx="2263592" cy="3625284"/>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29AB4945-1FE9-8EAC-3D18-6675CDECBD0A}"/>
              </a:ext>
            </a:extLst>
          </p:cNvPr>
          <p:cNvSpPr txBox="1"/>
          <p:nvPr/>
        </p:nvSpPr>
        <p:spPr>
          <a:xfrm>
            <a:off x="5082000" y="1657897"/>
            <a:ext cx="1800000" cy="272415"/>
          </a:xfrm>
          <a:prstGeom prst="roundRect">
            <a:avLst/>
          </a:prstGeom>
          <a:solidFill>
            <a:schemeClr val="bg2">
              <a:lumMod val="40000"/>
              <a:lumOff val="60000"/>
            </a:schemeClr>
          </a:solidFill>
          <a:ln>
            <a:solidFill>
              <a:schemeClr val="accent6"/>
            </a:solidFill>
          </a:ln>
          <a:effectLst>
            <a:outerShdw blurRad="63500" algn="ctr" rotWithShape="0">
              <a:prstClr val="black">
                <a:alpha val="40000"/>
              </a:prstClr>
            </a:outerShdw>
          </a:effectLst>
        </p:spPr>
        <p:txBody>
          <a:bodyPr wrap="square">
            <a:spAutoFit/>
          </a:bodyPr>
          <a:lstStyle/>
          <a:p>
            <a:pPr algn="ctr"/>
            <a:r>
              <a:rPr lang="en-US" sz="1000" b="1">
                <a:latin typeface="Verdana" panose="020B0604030504040204" pitchFamily="34" charset="0"/>
                <a:ea typeface="Verdana" panose="020B0604030504040204" pitchFamily="34" charset="0"/>
                <a:cs typeface="Verdana" panose="020B0604030504040204" pitchFamily="34" charset="0"/>
              </a:rPr>
              <a:t>Delivery Model</a:t>
            </a:r>
            <a:endParaRPr lang="en-US" sz="1000">
              <a:latin typeface="Verdana" panose="020B0604030504040204" pitchFamily="34" charset="0"/>
              <a:ea typeface="Verdana" panose="020B0604030504040204" pitchFamily="34" charset="0"/>
              <a:cs typeface="Verdana" panose="020B0604030504040204" pitchFamily="34" charset="0"/>
            </a:endParaRPr>
          </a:p>
        </p:txBody>
      </p:sp>
      <p:sp>
        <p:nvSpPr>
          <p:cNvPr id="42" name="Arrow: Chevron 41">
            <a:extLst>
              <a:ext uri="{FF2B5EF4-FFF2-40B4-BE49-F238E27FC236}">
                <a16:creationId xmlns:a16="http://schemas.microsoft.com/office/drawing/2014/main" id="{78C6772A-B489-D9F5-2FBE-4AC4650F099E}"/>
              </a:ext>
            </a:extLst>
          </p:cNvPr>
          <p:cNvSpPr/>
          <p:nvPr/>
        </p:nvSpPr>
        <p:spPr>
          <a:xfrm>
            <a:off x="7182886" y="1642424"/>
            <a:ext cx="252000" cy="252000"/>
          </a:xfrm>
          <a:prstGeom prst="chevron">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40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
        <p:nvSpPr>
          <p:cNvPr id="47" name="Arrow: Chevron 46">
            <a:extLst>
              <a:ext uri="{FF2B5EF4-FFF2-40B4-BE49-F238E27FC236}">
                <a16:creationId xmlns:a16="http://schemas.microsoft.com/office/drawing/2014/main" id="{5AB2312F-77F6-0EB9-C07E-CE30E6B69B1D}"/>
              </a:ext>
            </a:extLst>
          </p:cNvPr>
          <p:cNvSpPr/>
          <p:nvPr/>
        </p:nvSpPr>
        <p:spPr>
          <a:xfrm flipH="1">
            <a:off x="4480278" y="1642424"/>
            <a:ext cx="252000" cy="252000"/>
          </a:xfrm>
          <a:prstGeom prst="chevron">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40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
        <p:nvSpPr>
          <p:cNvPr id="5" name="TextBox 4">
            <a:extLst>
              <a:ext uri="{FF2B5EF4-FFF2-40B4-BE49-F238E27FC236}">
                <a16:creationId xmlns:a16="http://schemas.microsoft.com/office/drawing/2014/main" id="{939CA2A0-8B9B-DB32-5956-E08AD382075D}"/>
              </a:ext>
            </a:extLst>
          </p:cNvPr>
          <p:cNvSpPr txBox="1"/>
          <p:nvPr/>
        </p:nvSpPr>
        <p:spPr>
          <a:xfrm>
            <a:off x="933888" y="1583758"/>
            <a:ext cx="3363559" cy="400110"/>
          </a:xfrm>
          <a:prstGeom prst="rect">
            <a:avLst/>
          </a:prstGeom>
          <a:noFill/>
        </p:spPr>
        <p:txBody>
          <a:bodyPr wrap="square" rtlCol="0">
            <a:spAutoFit/>
          </a:bodyPr>
          <a:lstStyle/>
          <a:p>
            <a:pPr marL="171450" indent="-171450">
              <a:buFont typeface="Wingdings" panose="05000000000000000000" pitchFamily="2" charset="2"/>
              <a:buChar char="Ø"/>
            </a:pPr>
            <a:r>
              <a:rPr lang="en-IN" sz="1000" kern="100">
                <a:latin typeface="Verdana" panose="020B0604030504040204" pitchFamily="34" charset="0"/>
                <a:ea typeface="Verdana" panose="020B0604030504040204" pitchFamily="34" charset="0"/>
                <a:cs typeface="Verdana" panose="020B0604030504040204" pitchFamily="34" charset="0"/>
              </a:rPr>
              <a:t>Follows a single-stream Scrum or Kanban-based iterative cycle.</a:t>
            </a:r>
            <a:endParaRPr lang="en-IN" sz="1000">
              <a:latin typeface="Verdana" panose="020B0604030504040204" pitchFamily="34" charset="0"/>
              <a:ea typeface="Verdana" panose="020B0604030504040204" pitchFamily="34" charset="0"/>
              <a:cs typeface="Verdana" panose="020B0604030504040204" pitchFamily="34" charset="0"/>
            </a:endParaRPr>
          </a:p>
        </p:txBody>
      </p:sp>
      <p:sp>
        <p:nvSpPr>
          <p:cNvPr id="7" name="TextBox 6">
            <a:extLst>
              <a:ext uri="{FF2B5EF4-FFF2-40B4-BE49-F238E27FC236}">
                <a16:creationId xmlns:a16="http://schemas.microsoft.com/office/drawing/2014/main" id="{D956361C-648C-80A4-FAE6-A904F8D6D1A5}"/>
              </a:ext>
            </a:extLst>
          </p:cNvPr>
          <p:cNvSpPr txBox="1"/>
          <p:nvPr/>
        </p:nvSpPr>
        <p:spPr>
          <a:xfrm>
            <a:off x="7722844" y="1570934"/>
            <a:ext cx="3363559" cy="428643"/>
          </a:xfrm>
          <a:prstGeom prst="rect">
            <a:avLst/>
          </a:prstGeom>
          <a:noFill/>
        </p:spPr>
        <p:txBody>
          <a:bodyPr wrap="square" rtlCol="0">
            <a:spAutoFit/>
          </a:bodyPr>
          <a:lstStyle/>
          <a:p>
            <a:pPr marL="171450" indent="-171450">
              <a:lnSpc>
                <a:spcPct val="115000"/>
              </a:lnSpc>
              <a:spcAft>
                <a:spcPts val="800"/>
              </a:spcAft>
              <a:buFont typeface="Wingdings" panose="05000000000000000000" pitchFamily="2" charset="2"/>
              <a:buChar char="Ø"/>
            </a:pPr>
            <a:r>
              <a:rPr lang="en-IN" sz="1000" kern="100">
                <a:latin typeface="Verdana" panose="020B0604030504040204" pitchFamily="34" charset="0"/>
                <a:ea typeface="Verdana" panose="020B0604030504040204" pitchFamily="34" charset="0"/>
                <a:cs typeface="Verdana" panose="020B0604030504040204" pitchFamily="34" charset="0"/>
              </a:rPr>
              <a:t>Dual-stream delivery: one for human-led tasks and one for agent-driven execution.</a:t>
            </a:r>
          </a:p>
        </p:txBody>
      </p:sp>
      <p:sp>
        <p:nvSpPr>
          <p:cNvPr id="32" name="TextBox 31">
            <a:extLst>
              <a:ext uri="{FF2B5EF4-FFF2-40B4-BE49-F238E27FC236}">
                <a16:creationId xmlns:a16="http://schemas.microsoft.com/office/drawing/2014/main" id="{25BFD572-AF84-32A4-6029-041C1AFBF413}"/>
              </a:ext>
            </a:extLst>
          </p:cNvPr>
          <p:cNvSpPr txBox="1"/>
          <p:nvPr/>
        </p:nvSpPr>
        <p:spPr>
          <a:xfrm>
            <a:off x="5082000" y="2864224"/>
            <a:ext cx="1800000" cy="272415"/>
          </a:xfrm>
          <a:prstGeom prst="roundRect">
            <a:avLst/>
          </a:prstGeom>
          <a:solidFill>
            <a:schemeClr val="bg2">
              <a:lumMod val="40000"/>
              <a:lumOff val="60000"/>
            </a:schemeClr>
          </a:solidFill>
          <a:ln>
            <a:solidFill>
              <a:schemeClr val="accent6"/>
            </a:solidFill>
          </a:ln>
          <a:effectLst>
            <a:outerShdw blurRad="63500" algn="ctr" rotWithShape="0">
              <a:prstClr val="black">
                <a:alpha val="40000"/>
              </a:prstClr>
            </a:outerShdw>
          </a:effectLst>
        </p:spPr>
        <p:txBody>
          <a:bodyPr wrap="square">
            <a:spAutoFit/>
          </a:bodyPr>
          <a:lstStyle/>
          <a:p>
            <a:pPr algn="ctr"/>
            <a:r>
              <a:rPr lang="en-US" sz="1000" b="1">
                <a:latin typeface="Verdana" panose="020B0604030504040204" pitchFamily="34" charset="0"/>
                <a:ea typeface="Verdana" panose="020B0604030504040204" pitchFamily="34" charset="0"/>
                <a:cs typeface="Verdana" panose="020B0604030504040204" pitchFamily="34" charset="0"/>
              </a:rPr>
              <a:t>Scrum Composition</a:t>
            </a:r>
            <a:endParaRPr lang="en-US" sz="1000">
              <a:latin typeface="Verdana" panose="020B0604030504040204" pitchFamily="34" charset="0"/>
              <a:ea typeface="Verdana" panose="020B0604030504040204" pitchFamily="34" charset="0"/>
              <a:cs typeface="Verdana" panose="020B0604030504040204" pitchFamily="34" charset="0"/>
            </a:endParaRPr>
          </a:p>
        </p:txBody>
      </p:sp>
      <p:sp>
        <p:nvSpPr>
          <p:cNvPr id="33" name="TextBox 32">
            <a:extLst>
              <a:ext uri="{FF2B5EF4-FFF2-40B4-BE49-F238E27FC236}">
                <a16:creationId xmlns:a16="http://schemas.microsoft.com/office/drawing/2014/main" id="{A9F8CDA1-665D-B991-C178-2E7F3D16144F}"/>
              </a:ext>
            </a:extLst>
          </p:cNvPr>
          <p:cNvSpPr txBox="1"/>
          <p:nvPr/>
        </p:nvSpPr>
        <p:spPr>
          <a:xfrm>
            <a:off x="5082000" y="3535101"/>
            <a:ext cx="1800000" cy="272415"/>
          </a:xfrm>
          <a:prstGeom prst="roundRect">
            <a:avLst/>
          </a:prstGeom>
          <a:solidFill>
            <a:schemeClr val="bg2">
              <a:lumMod val="40000"/>
              <a:lumOff val="60000"/>
            </a:schemeClr>
          </a:solidFill>
          <a:ln>
            <a:solidFill>
              <a:schemeClr val="accent6"/>
            </a:solidFill>
          </a:ln>
          <a:effectLst>
            <a:outerShdw blurRad="63500" algn="ctr" rotWithShape="0">
              <a:prstClr val="black">
                <a:alpha val="40000"/>
              </a:prstClr>
            </a:outerShdw>
          </a:effectLst>
        </p:spPr>
        <p:txBody>
          <a:bodyPr wrap="square">
            <a:spAutoFit/>
          </a:bodyPr>
          <a:lstStyle/>
          <a:p>
            <a:pPr algn="ctr"/>
            <a:r>
              <a:rPr lang="en-IN" sz="1000" b="1">
                <a:latin typeface="Verdana" panose="020B0604030504040204" pitchFamily="34" charset="0"/>
                <a:ea typeface="Verdana" panose="020B0604030504040204" pitchFamily="34" charset="0"/>
                <a:cs typeface="Verdana" panose="020B0604030504040204" pitchFamily="34" charset="0"/>
              </a:rPr>
              <a:t>Project Phases</a:t>
            </a:r>
            <a:endParaRPr lang="en-US" sz="1000">
              <a:latin typeface="Verdana" panose="020B0604030504040204" pitchFamily="34" charset="0"/>
              <a:ea typeface="Verdana" panose="020B0604030504040204" pitchFamily="34" charset="0"/>
              <a:cs typeface="Verdana" panose="020B0604030504040204" pitchFamily="34" charset="0"/>
            </a:endParaRPr>
          </a:p>
        </p:txBody>
      </p:sp>
      <p:sp>
        <p:nvSpPr>
          <p:cNvPr id="34" name="TextBox 33">
            <a:extLst>
              <a:ext uri="{FF2B5EF4-FFF2-40B4-BE49-F238E27FC236}">
                <a16:creationId xmlns:a16="http://schemas.microsoft.com/office/drawing/2014/main" id="{B970F485-86C7-1397-E020-4236E93A2EAD}"/>
              </a:ext>
            </a:extLst>
          </p:cNvPr>
          <p:cNvSpPr txBox="1"/>
          <p:nvPr/>
        </p:nvSpPr>
        <p:spPr>
          <a:xfrm>
            <a:off x="5082000" y="2124264"/>
            <a:ext cx="1800000" cy="442674"/>
          </a:xfrm>
          <a:prstGeom prst="roundRect">
            <a:avLst/>
          </a:prstGeom>
          <a:solidFill>
            <a:schemeClr val="bg2">
              <a:lumMod val="40000"/>
              <a:lumOff val="60000"/>
            </a:schemeClr>
          </a:solidFill>
          <a:ln>
            <a:solidFill>
              <a:schemeClr val="accent6"/>
            </a:solidFill>
          </a:ln>
          <a:effectLst>
            <a:outerShdw blurRad="63500" algn="ctr" rotWithShape="0">
              <a:prstClr val="black">
                <a:alpha val="40000"/>
              </a:prstClr>
            </a:outerShdw>
          </a:effectLst>
        </p:spPr>
        <p:txBody>
          <a:bodyPr wrap="square">
            <a:spAutoFit/>
          </a:bodyPr>
          <a:lstStyle/>
          <a:p>
            <a:pPr algn="ctr"/>
            <a:r>
              <a:rPr lang="en-US" sz="1000" b="1">
                <a:latin typeface="Verdana" panose="020B0604030504040204" pitchFamily="34" charset="0"/>
                <a:ea typeface="Verdana" panose="020B0604030504040204" pitchFamily="34" charset="0"/>
                <a:cs typeface="Verdana" panose="020B0604030504040204" pitchFamily="34" charset="0"/>
              </a:rPr>
              <a:t>Development Life Cycle</a:t>
            </a:r>
            <a:endParaRPr lang="en-US" sz="1000">
              <a:latin typeface="Verdana" panose="020B0604030504040204" pitchFamily="34" charset="0"/>
              <a:ea typeface="Verdana" panose="020B0604030504040204" pitchFamily="34" charset="0"/>
              <a:cs typeface="Verdana" panose="020B0604030504040204" pitchFamily="34" charset="0"/>
            </a:endParaRPr>
          </a:p>
        </p:txBody>
      </p:sp>
      <p:sp>
        <p:nvSpPr>
          <p:cNvPr id="35" name="TextBox 34">
            <a:extLst>
              <a:ext uri="{FF2B5EF4-FFF2-40B4-BE49-F238E27FC236}">
                <a16:creationId xmlns:a16="http://schemas.microsoft.com/office/drawing/2014/main" id="{BEDBE3EB-B5E7-11E3-09D2-C3E560F04C8A}"/>
              </a:ext>
            </a:extLst>
          </p:cNvPr>
          <p:cNvSpPr txBox="1"/>
          <p:nvPr/>
        </p:nvSpPr>
        <p:spPr>
          <a:xfrm>
            <a:off x="5082000" y="4073069"/>
            <a:ext cx="1800000" cy="272415"/>
          </a:xfrm>
          <a:prstGeom prst="roundRect">
            <a:avLst/>
          </a:prstGeom>
          <a:solidFill>
            <a:schemeClr val="bg2">
              <a:lumMod val="40000"/>
              <a:lumOff val="60000"/>
            </a:schemeClr>
          </a:solidFill>
          <a:ln>
            <a:solidFill>
              <a:schemeClr val="accent6"/>
            </a:solidFill>
          </a:ln>
          <a:effectLst>
            <a:outerShdw blurRad="63500" algn="ctr" rotWithShape="0">
              <a:prstClr val="black">
                <a:alpha val="40000"/>
              </a:prstClr>
            </a:outerShdw>
          </a:effectLst>
        </p:spPr>
        <p:txBody>
          <a:bodyPr wrap="square">
            <a:spAutoFit/>
          </a:bodyPr>
          <a:lstStyle/>
          <a:p>
            <a:pPr algn="ctr"/>
            <a:r>
              <a:rPr lang="en-IN" sz="1000" b="1">
                <a:latin typeface="Verdana" panose="020B0604030504040204" pitchFamily="34" charset="0"/>
                <a:ea typeface="Verdana" panose="020B0604030504040204" pitchFamily="34" charset="0"/>
                <a:cs typeface="Verdana" panose="020B0604030504040204" pitchFamily="34" charset="0"/>
              </a:rPr>
              <a:t>Workflow Execution</a:t>
            </a:r>
            <a:endParaRPr lang="en-US" sz="1000">
              <a:latin typeface="Verdana" panose="020B0604030504040204" pitchFamily="34" charset="0"/>
              <a:ea typeface="Verdana" panose="020B0604030504040204" pitchFamily="34" charset="0"/>
              <a:cs typeface="Verdana" panose="020B0604030504040204" pitchFamily="34" charset="0"/>
            </a:endParaRPr>
          </a:p>
        </p:txBody>
      </p:sp>
      <p:sp>
        <p:nvSpPr>
          <p:cNvPr id="36" name="TextBox 35">
            <a:extLst>
              <a:ext uri="{FF2B5EF4-FFF2-40B4-BE49-F238E27FC236}">
                <a16:creationId xmlns:a16="http://schemas.microsoft.com/office/drawing/2014/main" id="{DFCCB7D1-7A2B-EBB4-12AA-0AF51B49A399}"/>
              </a:ext>
            </a:extLst>
          </p:cNvPr>
          <p:cNvSpPr txBox="1"/>
          <p:nvPr/>
        </p:nvSpPr>
        <p:spPr>
          <a:xfrm>
            <a:off x="5082000" y="4606168"/>
            <a:ext cx="1800000" cy="442674"/>
          </a:xfrm>
          <a:prstGeom prst="roundRect">
            <a:avLst/>
          </a:prstGeom>
          <a:solidFill>
            <a:schemeClr val="bg2">
              <a:lumMod val="40000"/>
              <a:lumOff val="60000"/>
            </a:schemeClr>
          </a:solidFill>
          <a:ln>
            <a:solidFill>
              <a:schemeClr val="accent6"/>
            </a:solidFill>
          </a:ln>
          <a:effectLst>
            <a:outerShdw blurRad="63500" algn="ctr" rotWithShape="0">
              <a:prstClr val="black">
                <a:alpha val="40000"/>
              </a:prstClr>
            </a:outerShdw>
          </a:effectLst>
        </p:spPr>
        <p:txBody>
          <a:bodyPr wrap="square">
            <a:spAutoFit/>
          </a:bodyPr>
          <a:lstStyle/>
          <a:p>
            <a:pPr algn="ctr"/>
            <a:r>
              <a:rPr lang="en-IN" sz="1000" b="1">
                <a:latin typeface="Verdana" panose="020B0604030504040204" pitchFamily="34" charset="0"/>
                <a:ea typeface="Verdana" panose="020B0604030504040204" pitchFamily="34" charset="0"/>
                <a:cs typeface="Verdana" panose="020B0604030504040204" pitchFamily="34" charset="0"/>
              </a:rPr>
              <a:t>Measurement &amp; Metrics</a:t>
            </a:r>
            <a:endParaRPr lang="en-US" sz="1000">
              <a:latin typeface="Verdana" panose="020B0604030504040204" pitchFamily="34" charset="0"/>
              <a:ea typeface="Verdana" panose="020B0604030504040204" pitchFamily="34" charset="0"/>
              <a:cs typeface="Verdana" panose="020B0604030504040204" pitchFamily="34" charset="0"/>
            </a:endParaRPr>
          </a:p>
        </p:txBody>
      </p:sp>
      <p:sp>
        <p:nvSpPr>
          <p:cNvPr id="37" name="TextBox 36">
            <a:extLst>
              <a:ext uri="{FF2B5EF4-FFF2-40B4-BE49-F238E27FC236}">
                <a16:creationId xmlns:a16="http://schemas.microsoft.com/office/drawing/2014/main" id="{C9533BDD-C088-BC59-30AD-84D08881378D}"/>
              </a:ext>
            </a:extLst>
          </p:cNvPr>
          <p:cNvSpPr txBox="1"/>
          <p:nvPr/>
        </p:nvSpPr>
        <p:spPr>
          <a:xfrm>
            <a:off x="5082000" y="5270730"/>
            <a:ext cx="1800000" cy="272415"/>
          </a:xfrm>
          <a:prstGeom prst="roundRect">
            <a:avLst/>
          </a:prstGeom>
          <a:solidFill>
            <a:schemeClr val="bg2">
              <a:lumMod val="40000"/>
              <a:lumOff val="60000"/>
            </a:schemeClr>
          </a:solidFill>
          <a:ln>
            <a:solidFill>
              <a:schemeClr val="accent6"/>
            </a:solidFill>
          </a:ln>
          <a:effectLst>
            <a:outerShdw blurRad="63500" algn="ctr" rotWithShape="0">
              <a:prstClr val="black">
                <a:alpha val="40000"/>
              </a:prstClr>
            </a:outerShdw>
          </a:effectLst>
        </p:spPr>
        <p:txBody>
          <a:bodyPr wrap="square">
            <a:spAutoFit/>
          </a:bodyPr>
          <a:lstStyle/>
          <a:p>
            <a:pPr algn="ctr"/>
            <a:r>
              <a:rPr lang="en-IN" sz="1000" b="1">
                <a:latin typeface="Verdana" panose="020B0604030504040204" pitchFamily="34" charset="0"/>
                <a:ea typeface="Verdana" panose="020B0604030504040204" pitchFamily="34" charset="0"/>
                <a:cs typeface="Verdana" panose="020B0604030504040204" pitchFamily="34" charset="0"/>
              </a:rPr>
              <a:t>Pricing Model</a:t>
            </a:r>
            <a:endParaRPr lang="en-US" sz="1000">
              <a:latin typeface="Verdana" panose="020B0604030504040204" pitchFamily="34" charset="0"/>
              <a:ea typeface="Verdana" panose="020B0604030504040204" pitchFamily="34" charset="0"/>
              <a:cs typeface="Verdana" panose="020B0604030504040204" pitchFamily="34" charset="0"/>
            </a:endParaRPr>
          </a:p>
        </p:txBody>
      </p:sp>
      <p:sp>
        <p:nvSpPr>
          <p:cNvPr id="38" name="TextBox 37">
            <a:extLst>
              <a:ext uri="{FF2B5EF4-FFF2-40B4-BE49-F238E27FC236}">
                <a16:creationId xmlns:a16="http://schemas.microsoft.com/office/drawing/2014/main" id="{9D481314-08A3-6B0C-65DB-BC72563B0836}"/>
              </a:ext>
            </a:extLst>
          </p:cNvPr>
          <p:cNvSpPr txBox="1"/>
          <p:nvPr/>
        </p:nvSpPr>
        <p:spPr>
          <a:xfrm>
            <a:off x="5082000" y="5879051"/>
            <a:ext cx="1800000" cy="272415"/>
          </a:xfrm>
          <a:prstGeom prst="roundRect">
            <a:avLst/>
          </a:prstGeom>
          <a:solidFill>
            <a:schemeClr val="bg2">
              <a:lumMod val="40000"/>
              <a:lumOff val="60000"/>
            </a:schemeClr>
          </a:solidFill>
          <a:ln>
            <a:solidFill>
              <a:schemeClr val="accent6"/>
            </a:solidFill>
          </a:ln>
          <a:effectLst>
            <a:outerShdw blurRad="63500" algn="ctr" rotWithShape="0">
              <a:prstClr val="black">
                <a:alpha val="40000"/>
              </a:prstClr>
            </a:outerShdw>
          </a:effectLst>
        </p:spPr>
        <p:txBody>
          <a:bodyPr wrap="square">
            <a:spAutoFit/>
          </a:bodyPr>
          <a:lstStyle/>
          <a:p>
            <a:pPr algn="ctr"/>
            <a:r>
              <a:rPr lang="en-IN" sz="1000" b="1">
                <a:latin typeface="Verdana" panose="020B0604030504040204" pitchFamily="34" charset="0"/>
                <a:ea typeface="Verdana" panose="020B0604030504040204" pitchFamily="34" charset="0"/>
                <a:cs typeface="Verdana" panose="020B0604030504040204" pitchFamily="34" charset="0"/>
              </a:rPr>
              <a:t>Repository Structure</a:t>
            </a:r>
            <a:endParaRPr lang="en-US" sz="1000">
              <a:latin typeface="Verdana" panose="020B0604030504040204" pitchFamily="34" charset="0"/>
              <a:ea typeface="Verdana" panose="020B0604030504040204" pitchFamily="34" charset="0"/>
              <a:cs typeface="Verdana" panose="020B0604030504040204" pitchFamily="34" charset="0"/>
            </a:endParaRPr>
          </a:p>
        </p:txBody>
      </p:sp>
      <p:sp>
        <p:nvSpPr>
          <p:cNvPr id="43" name="TextBox 42">
            <a:extLst>
              <a:ext uri="{FF2B5EF4-FFF2-40B4-BE49-F238E27FC236}">
                <a16:creationId xmlns:a16="http://schemas.microsoft.com/office/drawing/2014/main" id="{F6DF2B31-8FF6-F1D6-7FE4-3CAEE36EEBDA}"/>
              </a:ext>
            </a:extLst>
          </p:cNvPr>
          <p:cNvSpPr txBox="1"/>
          <p:nvPr/>
        </p:nvSpPr>
        <p:spPr>
          <a:xfrm>
            <a:off x="7722844" y="2708510"/>
            <a:ext cx="3579818" cy="605615"/>
          </a:xfrm>
          <a:prstGeom prst="rect">
            <a:avLst/>
          </a:prstGeom>
          <a:noFill/>
        </p:spPr>
        <p:txBody>
          <a:bodyPr wrap="square" rtlCol="0">
            <a:spAutoFit/>
          </a:bodyPr>
          <a:lstStyle/>
          <a:p>
            <a:pPr marL="171450" indent="-171450">
              <a:lnSpc>
                <a:spcPct val="115000"/>
              </a:lnSpc>
              <a:spcAft>
                <a:spcPts val="800"/>
              </a:spcAft>
              <a:buFont typeface="Wingdings" panose="05000000000000000000" pitchFamily="2" charset="2"/>
              <a:buChar char="Ø"/>
            </a:pPr>
            <a:r>
              <a:rPr lang="en-IN" sz="1000">
                <a:latin typeface="Verdana" panose="020B0604030504040204" pitchFamily="34" charset="0"/>
                <a:ea typeface="Verdana" panose="020B0604030504040204" pitchFamily="34" charset="0"/>
                <a:cs typeface="Verdana" panose="020B0604030504040204" pitchFamily="34" charset="0"/>
              </a:rPr>
              <a:t>Extended Scrum: Includes "AVA+ AI engineer" and "Agentic SME" roles to manage agent lifecycle, tuning, and optimization</a:t>
            </a:r>
            <a:endParaRPr lang="en-IN" sz="1000" kern="100">
              <a:latin typeface="Verdana" panose="020B0604030504040204" pitchFamily="34" charset="0"/>
              <a:ea typeface="Verdana" panose="020B0604030504040204" pitchFamily="34" charset="0"/>
              <a:cs typeface="Verdana" panose="020B0604030504040204" pitchFamily="34" charset="0"/>
            </a:endParaRPr>
          </a:p>
        </p:txBody>
      </p:sp>
      <p:sp>
        <p:nvSpPr>
          <p:cNvPr id="44" name="TextBox 43">
            <a:extLst>
              <a:ext uri="{FF2B5EF4-FFF2-40B4-BE49-F238E27FC236}">
                <a16:creationId xmlns:a16="http://schemas.microsoft.com/office/drawing/2014/main" id="{0FBB2D14-620D-C4B8-C70B-A3E42B0E4824}"/>
              </a:ext>
            </a:extLst>
          </p:cNvPr>
          <p:cNvSpPr txBox="1"/>
          <p:nvPr/>
        </p:nvSpPr>
        <p:spPr>
          <a:xfrm>
            <a:off x="7722844" y="3346729"/>
            <a:ext cx="3556568" cy="605615"/>
          </a:xfrm>
          <a:prstGeom prst="rect">
            <a:avLst/>
          </a:prstGeom>
          <a:noFill/>
        </p:spPr>
        <p:txBody>
          <a:bodyPr wrap="square" rtlCol="0">
            <a:spAutoFit/>
          </a:bodyPr>
          <a:lstStyle/>
          <a:p>
            <a:pPr marL="171450" indent="-171450">
              <a:lnSpc>
                <a:spcPct val="115000"/>
              </a:lnSpc>
              <a:spcAft>
                <a:spcPts val="800"/>
              </a:spcAft>
              <a:buClr>
                <a:schemeClr val="tx1"/>
              </a:buClr>
              <a:buFont typeface="Wingdings" panose="05000000000000000000" pitchFamily="2" charset="2"/>
              <a:buChar char="Ø"/>
            </a:pPr>
            <a:r>
              <a:rPr lang="en-IN" sz="1000" b="1">
                <a:solidFill>
                  <a:schemeClr val="accent5"/>
                </a:solidFill>
                <a:latin typeface="Verdana" panose="020B0604030504040204" pitchFamily="34" charset="0"/>
                <a:ea typeface="Verdana" panose="020B0604030504040204" pitchFamily="34" charset="0"/>
                <a:cs typeface="Verdana" panose="020B0604030504040204" pitchFamily="34" charset="0"/>
              </a:rPr>
              <a:t>Discovery &amp; design </a:t>
            </a:r>
            <a:r>
              <a:rPr lang="en-IN" sz="1000">
                <a:latin typeface="Verdana" panose="020B0604030504040204" pitchFamily="34" charset="0"/>
                <a:ea typeface="Verdana" panose="020B0604030504040204" pitchFamily="34" charset="0"/>
                <a:cs typeface="Verdana" panose="020B0604030504040204" pitchFamily="34" charset="0"/>
              </a:rPr>
              <a:t>phase + </a:t>
            </a:r>
            <a:r>
              <a:rPr lang="en-IN" sz="1000" b="1">
                <a:solidFill>
                  <a:schemeClr val="accent5"/>
                </a:solidFill>
                <a:latin typeface="Verdana" panose="020B0604030504040204" pitchFamily="34" charset="0"/>
                <a:ea typeface="Verdana" panose="020B0604030504040204" pitchFamily="34" charset="0"/>
                <a:cs typeface="Verdana" panose="020B0604030504040204" pitchFamily="34" charset="0"/>
              </a:rPr>
              <a:t>Configuration &amp; Tuning</a:t>
            </a:r>
            <a:r>
              <a:rPr lang="en-IN" sz="1000">
                <a:solidFill>
                  <a:schemeClr val="accent5"/>
                </a:solidFill>
                <a:latin typeface="Verdana" panose="020B0604030504040204" pitchFamily="34" charset="0"/>
                <a:ea typeface="Verdana" panose="020B0604030504040204" pitchFamily="34" charset="0"/>
                <a:cs typeface="Verdana" panose="020B0604030504040204" pitchFamily="34" charset="0"/>
              </a:rPr>
              <a:t> </a:t>
            </a:r>
            <a:r>
              <a:rPr lang="en-IN" sz="1000">
                <a:latin typeface="Verdana" panose="020B0604030504040204" pitchFamily="34" charset="0"/>
                <a:ea typeface="Verdana" panose="020B0604030504040204" pitchFamily="34" charset="0"/>
                <a:cs typeface="Verdana" panose="020B0604030504040204" pitchFamily="34" charset="0"/>
              </a:rPr>
              <a:t>phase to personalize and optimize agents before and during deployment.</a:t>
            </a:r>
            <a:endParaRPr lang="en-IN" sz="1000" kern="100">
              <a:latin typeface="Verdana" panose="020B0604030504040204" pitchFamily="34" charset="0"/>
              <a:ea typeface="Verdana" panose="020B0604030504040204" pitchFamily="34" charset="0"/>
              <a:cs typeface="Verdana" panose="020B0604030504040204" pitchFamily="34" charset="0"/>
            </a:endParaRPr>
          </a:p>
        </p:txBody>
      </p:sp>
      <p:sp>
        <p:nvSpPr>
          <p:cNvPr id="53" name="TextBox 52">
            <a:extLst>
              <a:ext uri="{FF2B5EF4-FFF2-40B4-BE49-F238E27FC236}">
                <a16:creationId xmlns:a16="http://schemas.microsoft.com/office/drawing/2014/main" id="{1D733D79-3320-D1FB-EEB0-04EC2F6AEEAC}"/>
              </a:ext>
            </a:extLst>
          </p:cNvPr>
          <p:cNvSpPr txBox="1"/>
          <p:nvPr/>
        </p:nvSpPr>
        <p:spPr>
          <a:xfrm>
            <a:off x="7722844" y="2042794"/>
            <a:ext cx="3579818" cy="605615"/>
          </a:xfrm>
          <a:prstGeom prst="rect">
            <a:avLst/>
          </a:prstGeom>
          <a:noFill/>
        </p:spPr>
        <p:txBody>
          <a:bodyPr wrap="square" rtlCol="0">
            <a:spAutoFit/>
          </a:bodyPr>
          <a:lstStyle/>
          <a:p>
            <a:pPr marL="171450" indent="-171450">
              <a:lnSpc>
                <a:spcPct val="115000"/>
              </a:lnSpc>
              <a:spcAft>
                <a:spcPts val="800"/>
              </a:spcAft>
              <a:buFont typeface="Wingdings" panose="05000000000000000000" pitchFamily="2" charset="2"/>
              <a:buChar char="Ø"/>
            </a:pPr>
            <a:r>
              <a:rPr lang="en-IN" sz="1000">
                <a:latin typeface="Verdana" panose="020B0604030504040204" pitchFamily="34" charset="0"/>
                <a:ea typeface="Verdana" panose="020B0604030504040204" pitchFamily="34" charset="0"/>
                <a:cs typeface="Verdana" panose="020B0604030504040204" pitchFamily="34" charset="0"/>
              </a:rPr>
              <a:t>Combination of </a:t>
            </a:r>
            <a:r>
              <a:rPr lang="en-IN" sz="1000" b="1">
                <a:solidFill>
                  <a:schemeClr val="accent5"/>
                </a:solidFill>
                <a:latin typeface="Verdana" panose="020B0604030504040204" pitchFamily="34" charset="0"/>
                <a:ea typeface="Verdana" panose="020B0604030504040204" pitchFamily="34" charset="0"/>
                <a:cs typeface="Verdana" panose="020B0604030504040204" pitchFamily="34" charset="0"/>
              </a:rPr>
              <a:t>Agent Development Lifecycle (ADLC)</a:t>
            </a:r>
            <a:r>
              <a:rPr lang="en-IN" sz="1000">
                <a:latin typeface="Verdana" panose="020B0604030504040204" pitchFamily="34" charset="0"/>
                <a:ea typeface="Verdana" panose="020B0604030504040204" pitchFamily="34" charset="0"/>
                <a:cs typeface="Verdana" panose="020B0604030504040204" pitchFamily="34" charset="0"/>
              </a:rPr>
              <a:t> and SDLC, supporting agent evolution, reusability, and autonomy.</a:t>
            </a:r>
            <a:endParaRPr lang="en-IN" sz="1000" kern="100">
              <a:latin typeface="Verdana" panose="020B0604030504040204" pitchFamily="34" charset="0"/>
              <a:ea typeface="Verdana" panose="020B0604030504040204" pitchFamily="34" charset="0"/>
              <a:cs typeface="Verdana" panose="020B0604030504040204" pitchFamily="34" charset="0"/>
            </a:endParaRPr>
          </a:p>
        </p:txBody>
      </p:sp>
      <p:sp>
        <p:nvSpPr>
          <p:cNvPr id="54" name="TextBox 53">
            <a:extLst>
              <a:ext uri="{FF2B5EF4-FFF2-40B4-BE49-F238E27FC236}">
                <a16:creationId xmlns:a16="http://schemas.microsoft.com/office/drawing/2014/main" id="{A9603528-0A67-52C6-9D9A-8E07B19178F9}"/>
              </a:ext>
            </a:extLst>
          </p:cNvPr>
          <p:cNvSpPr txBox="1"/>
          <p:nvPr/>
        </p:nvSpPr>
        <p:spPr>
          <a:xfrm>
            <a:off x="7722844" y="3906469"/>
            <a:ext cx="3140539" cy="605615"/>
          </a:xfrm>
          <a:prstGeom prst="rect">
            <a:avLst/>
          </a:prstGeom>
          <a:noFill/>
        </p:spPr>
        <p:txBody>
          <a:bodyPr wrap="square" rtlCol="0">
            <a:spAutoFit/>
          </a:bodyPr>
          <a:lstStyle/>
          <a:p>
            <a:pPr marL="171450" indent="-171450">
              <a:lnSpc>
                <a:spcPct val="115000"/>
              </a:lnSpc>
              <a:spcAft>
                <a:spcPts val="800"/>
              </a:spcAft>
              <a:buFont typeface="Wingdings" panose="05000000000000000000" pitchFamily="2" charset="2"/>
              <a:buChar char="Ø"/>
            </a:pPr>
            <a:r>
              <a:rPr lang="en-IN" sz="1000">
                <a:latin typeface="Verdana" panose="020B0604030504040204" pitchFamily="34" charset="0"/>
                <a:ea typeface="Verdana" panose="020B0604030504040204" pitchFamily="34" charset="0"/>
                <a:cs typeface="Verdana" panose="020B0604030504040204" pitchFamily="34" charset="0"/>
              </a:rPr>
              <a:t>Agentic Workflow: Includes autonomous agent triggers, decision loops, and human-agent collaboration checkpoints.</a:t>
            </a:r>
            <a:endParaRPr lang="en-IN" sz="1000" kern="100">
              <a:latin typeface="Verdana" panose="020B0604030504040204" pitchFamily="34" charset="0"/>
              <a:ea typeface="Verdana" panose="020B0604030504040204" pitchFamily="34" charset="0"/>
              <a:cs typeface="Verdana" panose="020B0604030504040204" pitchFamily="34" charset="0"/>
            </a:endParaRPr>
          </a:p>
        </p:txBody>
      </p:sp>
      <p:sp>
        <p:nvSpPr>
          <p:cNvPr id="55" name="TextBox 54">
            <a:extLst>
              <a:ext uri="{FF2B5EF4-FFF2-40B4-BE49-F238E27FC236}">
                <a16:creationId xmlns:a16="http://schemas.microsoft.com/office/drawing/2014/main" id="{44D823E4-5F64-9AD6-2EF2-C34852A694FB}"/>
              </a:ext>
            </a:extLst>
          </p:cNvPr>
          <p:cNvSpPr txBox="1"/>
          <p:nvPr/>
        </p:nvSpPr>
        <p:spPr>
          <a:xfrm>
            <a:off x="7722844" y="4524698"/>
            <a:ext cx="3363559" cy="605615"/>
          </a:xfrm>
          <a:prstGeom prst="rect">
            <a:avLst/>
          </a:prstGeom>
          <a:noFill/>
        </p:spPr>
        <p:txBody>
          <a:bodyPr wrap="square" rtlCol="0">
            <a:spAutoFit/>
          </a:bodyPr>
          <a:lstStyle/>
          <a:p>
            <a:pPr marL="171450" indent="-171450">
              <a:lnSpc>
                <a:spcPct val="115000"/>
              </a:lnSpc>
              <a:spcAft>
                <a:spcPts val="800"/>
              </a:spcAft>
              <a:buFont typeface="Wingdings" panose="05000000000000000000" pitchFamily="2" charset="2"/>
              <a:buChar char="Ø"/>
            </a:pPr>
            <a:r>
              <a:rPr lang="en-IN" sz="1000">
                <a:latin typeface="Verdana" panose="020B0604030504040204" pitchFamily="34" charset="0"/>
                <a:ea typeface="Verdana" panose="020B0604030504040204" pitchFamily="34" charset="0"/>
                <a:cs typeface="Verdana" panose="020B0604030504040204" pitchFamily="34" charset="0"/>
              </a:rPr>
              <a:t>Includes </a:t>
            </a:r>
            <a:r>
              <a:rPr lang="en-IN" sz="1000" b="1">
                <a:solidFill>
                  <a:schemeClr val="accent5"/>
                </a:solidFill>
                <a:latin typeface="Verdana" panose="020B0604030504040204" pitchFamily="34" charset="0"/>
                <a:ea typeface="Verdana" panose="020B0604030504040204" pitchFamily="34" charset="0"/>
                <a:cs typeface="Verdana" panose="020B0604030504040204" pitchFamily="34" charset="0"/>
              </a:rPr>
              <a:t>Digital Work Quotient (DWQ)</a:t>
            </a:r>
            <a:r>
              <a:rPr lang="en-IN" sz="1000">
                <a:latin typeface="Verdana" panose="020B0604030504040204" pitchFamily="34" charset="0"/>
                <a:ea typeface="Verdana" panose="020B0604030504040204" pitchFamily="34" charset="0"/>
                <a:cs typeface="Verdana" panose="020B0604030504040204" pitchFamily="34" charset="0"/>
              </a:rPr>
              <a:t>: measuring agent performance, effectiveness, contribution to velocity, and ROI.</a:t>
            </a:r>
            <a:endParaRPr lang="en-IN" sz="1000" kern="100">
              <a:latin typeface="Verdana" panose="020B0604030504040204" pitchFamily="34" charset="0"/>
              <a:ea typeface="Verdana" panose="020B0604030504040204" pitchFamily="34" charset="0"/>
              <a:cs typeface="Verdana" panose="020B0604030504040204" pitchFamily="34" charset="0"/>
            </a:endParaRPr>
          </a:p>
        </p:txBody>
      </p:sp>
      <p:sp>
        <p:nvSpPr>
          <p:cNvPr id="56" name="TextBox 55">
            <a:extLst>
              <a:ext uri="{FF2B5EF4-FFF2-40B4-BE49-F238E27FC236}">
                <a16:creationId xmlns:a16="http://schemas.microsoft.com/office/drawing/2014/main" id="{299FA240-BA3D-A249-0928-10BB11878EBD}"/>
              </a:ext>
            </a:extLst>
          </p:cNvPr>
          <p:cNvSpPr txBox="1"/>
          <p:nvPr/>
        </p:nvSpPr>
        <p:spPr>
          <a:xfrm>
            <a:off x="7722844" y="5104130"/>
            <a:ext cx="3363559" cy="605615"/>
          </a:xfrm>
          <a:prstGeom prst="rect">
            <a:avLst/>
          </a:prstGeom>
          <a:noFill/>
        </p:spPr>
        <p:txBody>
          <a:bodyPr wrap="square" rtlCol="0">
            <a:spAutoFit/>
          </a:bodyPr>
          <a:lstStyle/>
          <a:p>
            <a:pPr marL="171450" indent="-171450">
              <a:lnSpc>
                <a:spcPct val="115000"/>
              </a:lnSpc>
              <a:spcAft>
                <a:spcPts val="800"/>
              </a:spcAft>
              <a:buClr>
                <a:schemeClr val="tx1"/>
              </a:buClr>
              <a:buFont typeface="Wingdings" panose="05000000000000000000" pitchFamily="2" charset="2"/>
              <a:buChar char="Ø"/>
            </a:pPr>
            <a:r>
              <a:rPr lang="en-IN" sz="1000" b="1">
                <a:solidFill>
                  <a:schemeClr val="accent5"/>
                </a:solidFill>
                <a:latin typeface="Verdana" panose="020B0604030504040204" pitchFamily="34" charset="0"/>
                <a:ea typeface="Verdana" panose="020B0604030504040204" pitchFamily="34" charset="0"/>
                <a:cs typeface="Verdana" panose="020B0604030504040204" pitchFamily="34" charset="0"/>
              </a:rPr>
              <a:t>Value-based pricing</a:t>
            </a:r>
            <a:r>
              <a:rPr lang="en-IN" sz="1000">
                <a:latin typeface="Verdana" panose="020B0604030504040204" pitchFamily="34" charset="0"/>
                <a:ea typeface="Verdana" panose="020B0604030504040204" pitchFamily="34" charset="0"/>
                <a:cs typeface="Verdana" panose="020B0604030504040204" pitchFamily="34" charset="0"/>
              </a:rPr>
              <a:t>: Evaluates outcome value. Includes </a:t>
            </a:r>
            <a:r>
              <a:rPr lang="en-IN" sz="1000" b="1">
                <a:solidFill>
                  <a:schemeClr val="accent5"/>
                </a:solidFill>
                <a:latin typeface="Verdana" panose="020B0604030504040204" pitchFamily="34" charset="0"/>
                <a:ea typeface="Verdana" panose="020B0604030504040204" pitchFamily="34" charset="0"/>
                <a:cs typeface="Verdana" panose="020B0604030504040204" pitchFamily="34" charset="0"/>
              </a:rPr>
              <a:t>Rate Cards for Agents</a:t>
            </a:r>
            <a:r>
              <a:rPr lang="en-IN" sz="1000">
                <a:latin typeface="Verdana" panose="020B0604030504040204" pitchFamily="34" charset="0"/>
                <a:ea typeface="Verdana" panose="020B0604030504040204" pitchFamily="34" charset="0"/>
                <a:cs typeface="Verdana" panose="020B0604030504040204" pitchFamily="34" charset="0"/>
              </a:rPr>
              <a:t>, similar to those for human roles.</a:t>
            </a:r>
            <a:endParaRPr lang="en-IN" sz="1000" kern="100">
              <a:latin typeface="Verdana" panose="020B0604030504040204" pitchFamily="34" charset="0"/>
              <a:ea typeface="Verdana" panose="020B0604030504040204" pitchFamily="34" charset="0"/>
              <a:cs typeface="Verdana" panose="020B0604030504040204" pitchFamily="34" charset="0"/>
            </a:endParaRPr>
          </a:p>
        </p:txBody>
      </p:sp>
      <p:sp>
        <p:nvSpPr>
          <p:cNvPr id="57" name="TextBox 56">
            <a:extLst>
              <a:ext uri="{FF2B5EF4-FFF2-40B4-BE49-F238E27FC236}">
                <a16:creationId xmlns:a16="http://schemas.microsoft.com/office/drawing/2014/main" id="{D9A84AA1-0CB1-D08F-7882-57E814ECE8A0}"/>
              </a:ext>
            </a:extLst>
          </p:cNvPr>
          <p:cNvSpPr txBox="1"/>
          <p:nvPr/>
        </p:nvSpPr>
        <p:spPr>
          <a:xfrm>
            <a:off x="7722844" y="5712451"/>
            <a:ext cx="3363559" cy="605615"/>
          </a:xfrm>
          <a:prstGeom prst="rect">
            <a:avLst/>
          </a:prstGeom>
          <a:noFill/>
        </p:spPr>
        <p:txBody>
          <a:bodyPr wrap="square" rtlCol="0">
            <a:spAutoFit/>
          </a:bodyPr>
          <a:lstStyle/>
          <a:p>
            <a:pPr marL="171450" indent="-171450">
              <a:lnSpc>
                <a:spcPct val="115000"/>
              </a:lnSpc>
              <a:spcAft>
                <a:spcPts val="800"/>
              </a:spcAft>
              <a:buClr>
                <a:schemeClr val="tx1"/>
              </a:buClr>
              <a:buFont typeface="Wingdings" panose="05000000000000000000" pitchFamily="2" charset="2"/>
              <a:buChar char="Ø"/>
            </a:pPr>
            <a:r>
              <a:rPr lang="en-IN" sz="1000" b="1">
                <a:solidFill>
                  <a:schemeClr val="accent5"/>
                </a:solidFill>
                <a:latin typeface="Verdana" panose="020B0604030504040204" pitchFamily="34" charset="0"/>
                <a:ea typeface="Verdana" panose="020B0604030504040204" pitchFamily="34" charset="0"/>
                <a:cs typeface="Verdana" panose="020B0604030504040204" pitchFamily="34" charset="0"/>
              </a:rPr>
              <a:t>Customizable Core Repositories of Agents</a:t>
            </a:r>
            <a:r>
              <a:rPr lang="en-IN" sz="1000">
                <a:latin typeface="Verdana" panose="020B0604030504040204" pitchFamily="34" charset="0"/>
                <a:ea typeface="Verdana" panose="020B0604030504040204" pitchFamily="34" charset="0"/>
                <a:cs typeface="Verdana" panose="020B0604030504040204" pitchFamily="34" charset="0"/>
              </a:rPr>
              <a:t>: with reusable prompts, workflows, persona definitions, and fine-tuning data.</a:t>
            </a:r>
            <a:endParaRPr lang="en-IN" sz="1000" kern="100">
              <a:latin typeface="Verdana" panose="020B0604030504040204" pitchFamily="34" charset="0"/>
              <a:ea typeface="Verdana" panose="020B0604030504040204" pitchFamily="34" charset="0"/>
              <a:cs typeface="Verdana" panose="020B0604030504040204" pitchFamily="34" charset="0"/>
            </a:endParaRPr>
          </a:p>
        </p:txBody>
      </p:sp>
      <p:sp>
        <p:nvSpPr>
          <p:cNvPr id="58" name="TextBox 57">
            <a:extLst>
              <a:ext uri="{FF2B5EF4-FFF2-40B4-BE49-F238E27FC236}">
                <a16:creationId xmlns:a16="http://schemas.microsoft.com/office/drawing/2014/main" id="{862961D4-895F-B9AC-EF2E-337D885594F2}"/>
              </a:ext>
            </a:extLst>
          </p:cNvPr>
          <p:cNvSpPr txBox="1"/>
          <p:nvPr/>
        </p:nvSpPr>
        <p:spPr>
          <a:xfrm>
            <a:off x="933888" y="2786110"/>
            <a:ext cx="3363559" cy="428643"/>
          </a:xfrm>
          <a:prstGeom prst="rect">
            <a:avLst/>
          </a:prstGeom>
          <a:noFill/>
        </p:spPr>
        <p:txBody>
          <a:bodyPr wrap="square" rtlCol="0">
            <a:spAutoFit/>
          </a:bodyPr>
          <a:lstStyle/>
          <a:p>
            <a:pPr marL="171450" indent="-171450">
              <a:lnSpc>
                <a:spcPct val="115000"/>
              </a:lnSpc>
              <a:spcAft>
                <a:spcPts val="800"/>
              </a:spcAft>
              <a:buFont typeface="Wingdings" panose="05000000000000000000" pitchFamily="2" charset="2"/>
              <a:buChar char="Ø"/>
            </a:pPr>
            <a:r>
              <a:rPr lang="en-IN" sz="1000" kern="100">
                <a:latin typeface="Verdana" panose="020B0604030504040204" pitchFamily="34" charset="0"/>
                <a:ea typeface="Verdana" panose="020B0604030504040204" pitchFamily="34" charset="0"/>
                <a:cs typeface="Verdana" panose="020B0604030504040204" pitchFamily="34" charset="0"/>
              </a:rPr>
              <a:t>Roles include Scrum Master, Product Owner, and Development Team.</a:t>
            </a:r>
          </a:p>
        </p:txBody>
      </p:sp>
      <p:sp>
        <p:nvSpPr>
          <p:cNvPr id="59" name="TextBox 58">
            <a:extLst>
              <a:ext uri="{FF2B5EF4-FFF2-40B4-BE49-F238E27FC236}">
                <a16:creationId xmlns:a16="http://schemas.microsoft.com/office/drawing/2014/main" id="{51EFFE3D-E56E-E0B1-2CAE-0F27D393FD35}"/>
              </a:ext>
            </a:extLst>
          </p:cNvPr>
          <p:cNvSpPr txBox="1"/>
          <p:nvPr/>
        </p:nvSpPr>
        <p:spPr>
          <a:xfrm>
            <a:off x="933888" y="3456987"/>
            <a:ext cx="3731960" cy="428643"/>
          </a:xfrm>
          <a:prstGeom prst="rect">
            <a:avLst/>
          </a:prstGeom>
          <a:noFill/>
        </p:spPr>
        <p:txBody>
          <a:bodyPr wrap="square" rtlCol="0">
            <a:spAutoFit/>
          </a:bodyPr>
          <a:lstStyle/>
          <a:p>
            <a:pPr marL="171450" indent="-171450">
              <a:lnSpc>
                <a:spcPct val="115000"/>
              </a:lnSpc>
              <a:spcAft>
                <a:spcPts val="800"/>
              </a:spcAft>
              <a:buFont typeface="Wingdings" panose="05000000000000000000" pitchFamily="2" charset="2"/>
              <a:buChar char="Ø"/>
            </a:pPr>
            <a:r>
              <a:rPr lang="en-IN" sz="1000">
                <a:latin typeface="Verdana" panose="020B0604030504040204" pitchFamily="34" charset="0"/>
                <a:ea typeface="Verdana" panose="020B0604030504040204" pitchFamily="34" charset="0"/>
                <a:cs typeface="Verdana" panose="020B0604030504040204" pitchFamily="34" charset="0"/>
              </a:rPr>
              <a:t>Phases typically include Planning, Development, Testing, Deployment, and Maintenance.</a:t>
            </a:r>
            <a:endParaRPr lang="en-IN" sz="1000" kern="100">
              <a:latin typeface="Verdana" panose="020B0604030504040204" pitchFamily="34" charset="0"/>
              <a:ea typeface="Verdana" panose="020B0604030504040204" pitchFamily="34" charset="0"/>
              <a:cs typeface="Verdana" panose="020B0604030504040204" pitchFamily="34" charset="0"/>
            </a:endParaRPr>
          </a:p>
        </p:txBody>
      </p:sp>
      <p:sp>
        <p:nvSpPr>
          <p:cNvPr id="60" name="TextBox 59">
            <a:extLst>
              <a:ext uri="{FF2B5EF4-FFF2-40B4-BE49-F238E27FC236}">
                <a16:creationId xmlns:a16="http://schemas.microsoft.com/office/drawing/2014/main" id="{AA9C2EE9-48BB-558D-ECB7-D966060FB5DE}"/>
              </a:ext>
            </a:extLst>
          </p:cNvPr>
          <p:cNvSpPr txBox="1"/>
          <p:nvPr/>
        </p:nvSpPr>
        <p:spPr>
          <a:xfrm>
            <a:off x="933888" y="2131280"/>
            <a:ext cx="3546390" cy="428643"/>
          </a:xfrm>
          <a:prstGeom prst="rect">
            <a:avLst/>
          </a:prstGeom>
          <a:noFill/>
        </p:spPr>
        <p:txBody>
          <a:bodyPr wrap="square" rtlCol="0">
            <a:spAutoFit/>
          </a:bodyPr>
          <a:lstStyle/>
          <a:p>
            <a:pPr marL="171450" indent="-171450">
              <a:lnSpc>
                <a:spcPct val="115000"/>
              </a:lnSpc>
              <a:spcAft>
                <a:spcPts val="800"/>
              </a:spcAft>
              <a:buFont typeface="Wingdings" panose="05000000000000000000" pitchFamily="2" charset="2"/>
              <a:buChar char="Ø"/>
            </a:pPr>
            <a:r>
              <a:rPr lang="en-IN" sz="1000">
                <a:latin typeface="Verdana" panose="020B0604030504040204" pitchFamily="34" charset="0"/>
                <a:ea typeface="Verdana" panose="020B0604030504040204" pitchFamily="34" charset="0"/>
                <a:cs typeface="Verdana" panose="020B0604030504040204" pitchFamily="34" charset="0"/>
              </a:rPr>
              <a:t>Software Development Life Cycle (SDLC) guides human-centric application development.</a:t>
            </a:r>
            <a:endParaRPr lang="en-IN" sz="1000" kern="100">
              <a:latin typeface="Verdana" panose="020B0604030504040204" pitchFamily="34" charset="0"/>
              <a:ea typeface="Verdana" panose="020B0604030504040204" pitchFamily="34" charset="0"/>
              <a:cs typeface="Verdana" panose="020B0604030504040204" pitchFamily="34" charset="0"/>
            </a:endParaRPr>
          </a:p>
        </p:txBody>
      </p:sp>
      <p:sp>
        <p:nvSpPr>
          <p:cNvPr id="61" name="TextBox 60">
            <a:extLst>
              <a:ext uri="{FF2B5EF4-FFF2-40B4-BE49-F238E27FC236}">
                <a16:creationId xmlns:a16="http://schemas.microsoft.com/office/drawing/2014/main" id="{2600DB62-7D7A-A16F-4BC5-10F4F9945C09}"/>
              </a:ext>
            </a:extLst>
          </p:cNvPr>
          <p:cNvSpPr txBox="1"/>
          <p:nvPr/>
        </p:nvSpPr>
        <p:spPr>
          <a:xfrm>
            <a:off x="933888" y="4083440"/>
            <a:ext cx="3363559" cy="251672"/>
          </a:xfrm>
          <a:prstGeom prst="rect">
            <a:avLst/>
          </a:prstGeom>
          <a:noFill/>
        </p:spPr>
        <p:txBody>
          <a:bodyPr wrap="square" rtlCol="0">
            <a:spAutoFit/>
          </a:bodyPr>
          <a:lstStyle/>
          <a:p>
            <a:pPr marL="171450" indent="-171450">
              <a:lnSpc>
                <a:spcPct val="115000"/>
              </a:lnSpc>
              <a:spcAft>
                <a:spcPts val="800"/>
              </a:spcAft>
              <a:buFont typeface="Wingdings" panose="05000000000000000000" pitchFamily="2" charset="2"/>
              <a:buChar char="Ø"/>
            </a:pPr>
            <a:r>
              <a:rPr lang="en-IN" sz="1000">
                <a:latin typeface="Verdana" panose="020B0604030504040204" pitchFamily="34" charset="0"/>
                <a:ea typeface="Verdana" panose="020B0604030504040204" pitchFamily="34" charset="0"/>
                <a:cs typeface="Verdana" panose="020B0604030504040204" pitchFamily="34" charset="0"/>
              </a:rPr>
              <a:t>Linear or iterative human-led workflow.</a:t>
            </a:r>
            <a:endParaRPr lang="en-IN" sz="1000" kern="100">
              <a:latin typeface="Verdana" panose="020B0604030504040204" pitchFamily="34" charset="0"/>
              <a:ea typeface="Verdana" panose="020B0604030504040204" pitchFamily="34" charset="0"/>
              <a:cs typeface="Verdana" panose="020B0604030504040204" pitchFamily="34" charset="0"/>
            </a:endParaRPr>
          </a:p>
        </p:txBody>
      </p:sp>
      <p:sp>
        <p:nvSpPr>
          <p:cNvPr id="62" name="TextBox 61">
            <a:extLst>
              <a:ext uri="{FF2B5EF4-FFF2-40B4-BE49-F238E27FC236}">
                <a16:creationId xmlns:a16="http://schemas.microsoft.com/office/drawing/2014/main" id="{E1B2B747-831E-BF98-C1D6-8147CA2FAAAE}"/>
              </a:ext>
            </a:extLst>
          </p:cNvPr>
          <p:cNvSpPr txBox="1"/>
          <p:nvPr/>
        </p:nvSpPr>
        <p:spPr>
          <a:xfrm>
            <a:off x="933888" y="4613184"/>
            <a:ext cx="3363559" cy="428643"/>
          </a:xfrm>
          <a:prstGeom prst="rect">
            <a:avLst/>
          </a:prstGeom>
          <a:noFill/>
        </p:spPr>
        <p:txBody>
          <a:bodyPr wrap="square" rtlCol="0">
            <a:spAutoFit/>
          </a:bodyPr>
          <a:lstStyle/>
          <a:p>
            <a:pPr marL="171450" indent="-171450">
              <a:lnSpc>
                <a:spcPct val="115000"/>
              </a:lnSpc>
              <a:spcAft>
                <a:spcPts val="800"/>
              </a:spcAft>
              <a:buFont typeface="Wingdings" panose="05000000000000000000" pitchFamily="2" charset="2"/>
              <a:buChar char="Ø"/>
            </a:pPr>
            <a:r>
              <a:rPr lang="en-IN" sz="1000">
                <a:latin typeface="Verdana" panose="020B0604030504040204" pitchFamily="34" charset="0"/>
                <a:ea typeface="Verdana" panose="020B0604030504040204" pitchFamily="34" charset="0"/>
                <a:cs typeface="Verdana" panose="020B0604030504040204" pitchFamily="34" charset="0"/>
              </a:rPr>
              <a:t>Velocity, burndown, defect density, story completion.</a:t>
            </a:r>
            <a:endParaRPr lang="en-IN" sz="1000" kern="100">
              <a:latin typeface="Verdana" panose="020B0604030504040204" pitchFamily="34" charset="0"/>
              <a:ea typeface="Verdana" panose="020B0604030504040204" pitchFamily="34" charset="0"/>
              <a:cs typeface="Verdana" panose="020B0604030504040204" pitchFamily="34" charset="0"/>
            </a:endParaRPr>
          </a:p>
        </p:txBody>
      </p:sp>
      <p:sp>
        <p:nvSpPr>
          <p:cNvPr id="63" name="TextBox 62">
            <a:extLst>
              <a:ext uri="{FF2B5EF4-FFF2-40B4-BE49-F238E27FC236}">
                <a16:creationId xmlns:a16="http://schemas.microsoft.com/office/drawing/2014/main" id="{D4546D4E-849B-ABEE-C473-8E8ADA06E849}"/>
              </a:ext>
            </a:extLst>
          </p:cNvPr>
          <p:cNvSpPr txBox="1"/>
          <p:nvPr/>
        </p:nvSpPr>
        <p:spPr>
          <a:xfrm>
            <a:off x="933888" y="5192616"/>
            <a:ext cx="3363559" cy="428643"/>
          </a:xfrm>
          <a:prstGeom prst="rect">
            <a:avLst/>
          </a:prstGeom>
          <a:noFill/>
        </p:spPr>
        <p:txBody>
          <a:bodyPr wrap="square" rtlCol="0">
            <a:spAutoFit/>
          </a:bodyPr>
          <a:lstStyle/>
          <a:p>
            <a:pPr marL="171450" indent="-171450">
              <a:lnSpc>
                <a:spcPct val="115000"/>
              </a:lnSpc>
              <a:spcAft>
                <a:spcPts val="800"/>
              </a:spcAft>
              <a:buFont typeface="Wingdings" panose="05000000000000000000" pitchFamily="2" charset="2"/>
              <a:buChar char="Ø"/>
            </a:pPr>
            <a:r>
              <a:rPr lang="en-IN" sz="1000">
                <a:latin typeface="Verdana" panose="020B0604030504040204" pitchFamily="34" charset="0"/>
                <a:ea typeface="Verdana" panose="020B0604030504040204" pitchFamily="34" charset="0"/>
                <a:cs typeface="Verdana" panose="020B0604030504040204" pitchFamily="34" charset="0"/>
              </a:rPr>
              <a:t>Cost-based pricing linked to human effort (e.g., hourly, fixed bid).</a:t>
            </a:r>
            <a:endParaRPr lang="en-IN" sz="1000" kern="100">
              <a:latin typeface="Verdana" panose="020B0604030504040204" pitchFamily="34" charset="0"/>
              <a:ea typeface="Verdana" panose="020B0604030504040204" pitchFamily="34" charset="0"/>
              <a:cs typeface="Verdana" panose="020B0604030504040204" pitchFamily="34" charset="0"/>
            </a:endParaRPr>
          </a:p>
        </p:txBody>
      </p:sp>
      <p:sp>
        <p:nvSpPr>
          <p:cNvPr id="1024" name="TextBox 1023">
            <a:extLst>
              <a:ext uri="{FF2B5EF4-FFF2-40B4-BE49-F238E27FC236}">
                <a16:creationId xmlns:a16="http://schemas.microsoft.com/office/drawing/2014/main" id="{5D039C0D-CDDE-34B5-E8D9-E08A01D8E539}"/>
              </a:ext>
            </a:extLst>
          </p:cNvPr>
          <p:cNvSpPr txBox="1"/>
          <p:nvPr/>
        </p:nvSpPr>
        <p:spPr>
          <a:xfrm>
            <a:off x="933888" y="5800937"/>
            <a:ext cx="3363559" cy="428643"/>
          </a:xfrm>
          <a:prstGeom prst="rect">
            <a:avLst/>
          </a:prstGeom>
          <a:noFill/>
        </p:spPr>
        <p:txBody>
          <a:bodyPr wrap="square" rtlCol="0">
            <a:spAutoFit/>
          </a:bodyPr>
          <a:lstStyle/>
          <a:p>
            <a:pPr marL="171450" indent="-171450">
              <a:lnSpc>
                <a:spcPct val="115000"/>
              </a:lnSpc>
              <a:spcAft>
                <a:spcPts val="800"/>
              </a:spcAft>
              <a:buFont typeface="Wingdings" panose="05000000000000000000" pitchFamily="2" charset="2"/>
              <a:buChar char="Ø"/>
            </a:pPr>
            <a:r>
              <a:rPr lang="en-IN" sz="1000">
                <a:latin typeface="Verdana" panose="020B0604030504040204" pitchFamily="34" charset="0"/>
                <a:ea typeface="Verdana" panose="020B0604030504040204" pitchFamily="34" charset="0"/>
                <a:cs typeface="Verdana" panose="020B0604030504040204" pitchFamily="34" charset="0"/>
              </a:rPr>
              <a:t>Centralized code and artifact repositories for human-developed components</a:t>
            </a:r>
            <a:endParaRPr lang="en-IN" sz="1000" kern="100">
              <a:latin typeface="Verdana" panose="020B0604030504040204" pitchFamily="34" charset="0"/>
              <a:ea typeface="Verdana" panose="020B0604030504040204" pitchFamily="34" charset="0"/>
              <a:cs typeface="Verdana" panose="020B0604030504040204" pitchFamily="34" charset="0"/>
            </a:endParaRPr>
          </a:p>
        </p:txBody>
      </p:sp>
      <p:sp>
        <p:nvSpPr>
          <p:cNvPr id="1026" name="Arrow: Chevron 1025">
            <a:extLst>
              <a:ext uri="{FF2B5EF4-FFF2-40B4-BE49-F238E27FC236}">
                <a16:creationId xmlns:a16="http://schemas.microsoft.com/office/drawing/2014/main" id="{13BC53D2-E495-97BA-2523-6FE50661A2A7}"/>
              </a:ext>
            </a:extLst>
          </p:cNvPr>
          <p:cNvSpPr/>
          <p:nvPr/>
        </p:nvSpPr>
        <p:spPr>
          <a:xfrm flipH="1">
            <a:off x="4454172" y="2219601"/>
            <a:ext cx="252000" cy="252000"/>
          </a:xfrm>
          <a:prstGeom prst="chevron">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40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
        <p:nvSpPr>
          <p:cNvPr id="1027" name="Arrow: Chevron 1026">
            <a:extLst>
              <a:ext uri="{FF2B5EF4-FFF2-40B4-BE49-F238E27FC236}">
                <a16:creationId xmlns:a16="http://schemas.microsoft.com/office/drawing/2014/main" id="{519D6F86-DAE8-70ED-49DF-5146080DFB47}"/>
              </a:ext>
            </a:extLst>
          </p:cNvPr>
          <p:cNvSpPr/>
          <p:nvPr/>
        </p:nvSpPr>
        <p:spPr>
          <a:xfrm flipH="1">
            <a:off x="4485642" y="2810278"/>
            <a:ext cx="252000" cy="252000"/>
          </a:xfrm>
          <a:prstGeom prst="chevron">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40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
        <p:nvSpPr>
          <p:cNvPr id="1029" name="Arrow: Chevron 1028">
            <a:extLst>
              <a:ext uri="{FF2B5EF4-FFF2-40B4-BE49-F238E27FC236}">
                <a16:creationId xmlns:a16="http://schemas.microsoft.com/office/drawing/2014/main" id="{477E2109-67BD-678E-D605-04468B67258E}"/>
              </a:ext>
            </a:extLst>
          </p:cNvPr>
          <p:cNvSpPr/>
          <p:nvPr/>
        </p:nvSpPr>
        <p:spPr>
          <a:xfrm flipH="1">
            <a:off x="4476562" y="3504117"/>
            <a:ext cx="252000" cy="252000"/>
          </a:xfrm>
          <a:prstGeom prst="chevron">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40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
        <p:nvSpPr>
          <p:cNvPr id="1030" name="Arrow: Chevron 1029">
            <a:extLst>
              <a:ext uri="{FF2B5EF4-FFF2-40B4-BE49-F238E27FC236}">
                <a16:creationId xmlns:a16="http://schemas.microsoft.com/office/drawing/2014/main" id="{74B68EC6-67F3-4932-3B54-9530E9AB109D}"/>
              </a:ext>
            </a:extLst>
          </p:cNvPr>
          <p:cNvSpPr/>
          <p:nvPr/>
        </p:nvSpPr>
        <p:spPr>
          <a:xfrm flipH="1">
            <a:off x="4472758" y="4083276"/>
            <a:ext cx="252000" cy="252000"/>
          </a:xfrm>
          <a:prstGeom prst="chevron">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40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
        <p:nvSpPr>
          <p:cNvPr id="1031" name="Arrow: Chevron 1030">
            <a:extLst>
              <a:ext uri="{FF2B5EF4-FFF2-40B4-BE49-F238E27FC236}">
                <a16:creationId xmlns:a16="http://schemas.microsoft.com/office/drawing/2014/main" id="{8DC8824D-8278-D9DD-3CC4-E0F1A49C85E1}"/>
              </a:ext>
            </a:extLst>
          </p:cNvPr>
          <p:cNvSpPr/>
          <p:nvPr/>
        </p:nvSpPr>
        <p:spPr>
          <a:xfrm flipH="1">
            <a:off x="4476563" y="4701505"/>
            <a:ext cx="252000" cy="252000"/>
          </a:xfrm>
          <a:prstGeom prst="chevron">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40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
        <p:nvSpPr>
          <p:cNvPr id="1032" name="Arrow: Chevron 1031">
            <a:extLst>
              <a:ext uri="{FF2B5EF4-FFF2-40B4-BE49-F238E27FC236}">
                <a16:creationId xmlns:a16="http://schemas.microsoft.com/office/drawing/2014/main" id="{58B7FAA4-E1EB-C701-D462-766C618ED639}"/>
              </a:ext>
            </a:extLst>
          </p:cNvPr>
          <p:cNvSpPr/>
          <p:nvPr/>
        </p:nvSpPr>
        <p:spPr>
          <a:xfrm flipH="1">
            <a:off x="4481927" y="5889258"/>
            <a:ext cx="252000" cy="252000"/>
          </a:xfrm>
          <a:prstGeom prst="chevron">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40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
        <p:nvSpPr>
          <p:cNvPr id="1033" name="Arrow: Chevron 1032">
            <a:extLst>
              <a:ext uri="{FF2B5EF4-FFF2-40B4-BE49-F238E27FC236}">
                <a16:creationId xmlns:a16="http://schemas.microsoft.com/office/drawing/2014/main" id="{EFD65DB0-D5A9-A211-E3C1-5CC121413389}"/>
              </a:ext>
            </a:extLst>
          </p:cNvPr>
          <p:cNvSpPr/>
          <p:nvPr/>
        </p:nvSpPr>
        <p:spPr>
          <a:xfrm flipH="1">
            <a:off x="4502497" y="5280937"/>
            <a:ext cx="252000" cy="252000"/>
          </a:xfrm>
          <a:prstGeom prst="chevron">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40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
        <p:nvSpPr>
          <p:cNvPr id="1034" name="Arrow: Chevron 1033">
            <a:extLst>
              <a:ext uri="{FF2B5EF4-FFF2-40B4-BE49-F238E27FC236}">
                <a16:creationId xmlns:a16="http://schemas.microsoft.com/office/drawing/2014/main" id="{E27CD308-FF36-BA27-F448-186676588EF5}"/>
              </a:ext>
            </a:extLst>
          </p:cNvPr>
          <p:cNvSpPr/>
          <p:nvPr/>
        </p:nvSpPr>
        <p:spPr>
          <a:xfrm>
            <a:off x="7182886" y="2219601"/>
            <a:ext cx="252000" cy="252000"/>
          </a:xfrm>
          <a:prstGeom prst="chevron">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40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
        <p:nvSpPr>
          <p:cNvPr id="1035" name="Arrow: Chevron 1034">
            <a:extLst>
              <a:ext uri="{FF2B5EF4-FFF2-40B4-BE49-F238E27FC236}">
                <a16:creationId xmlns:a16="http://schemas.microsoft.com/office/drawing/2014/main" id="{77A95D14-3A69-A3DA-2018-B2EB0D088097}"/>
              </a:ext>
            </a:extLst>
          </p:cNvPr>
          <p:cNvSpPr/>
          <p:nvPr/>
        </p:nvSpPr>
        <p:spPr>
          <a:xfrm>
            <a:off x="7182886" y="2881277"/>
            <a:ext cx="252000" cy="252000"/>
          </a:xfrm>
          <a:prstGeom prst="chevron">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40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
        <p:nvSpPr>
          <p:cNvPr id="1037" name="Arrow: Chevron 1036">
            <a:extLst>
              <a:ext uri="{FF2B5EF4-FFF2-40B4-BE49-F238E27FC236}">
                <a16:creationId xmlns:a16="http://schemas.microsoft.com/office/drawing/2014/main" id="{FF6857FC-CA99-478A-294D-FD6D5DFC6AFA}"/>
              </a:ext>
            </a:extLst>
          </p:cNvPr>
          <p:cNvSpPr/>
          <p:nvPr/>
        </p:nvSpPr>
        <p:spPr>
          <a:xfrm>
            <a:off x="7182886" y="3504117"/>
            <a:ext cx="252000" cy="252000"/>
          </a:xfrm>
          <a:prstGeom prst="chevron">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40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
        <p:nvSpPr>
          <p:cNvPr id="1039" name="Arrow: Chevron 1038">
            <a:extLst>
              <a:ext uri="{FF2B5EF4-FFF2-40B4-BE49-F238E27FC236}">
                <a16:creationId xmlns:a16="http://schemas.microsoft.com/office/drawing/2014/main" id="{C4A389B8-1E40-F5F7-5086-91FA1BB2D8D5}"/>
              </a:ext>
            </a:extLst>
          </p:cNvPr>
          <p:cNvSpPr/>
          <p:nvPr/>
        </p:nvSpPr>
        <p:spPr>
          <a:xfrm>
            <a:off x="7182886" y="4083276"/>
            <a:ext cx="252000" cy="252000"/>
          </a:xfrm>
          <a:prstGeom prst="chevron">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40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
        <p:nvSpPr>
          <p:cNvPr id="1040" name="Arrow: Chevron 1039">
            <a:extLst>
              <a:ext uri="{FF2B5EF4-FFF2-40B4-BE49-F238E27FC236}">
                <a16:creationId xmlns:a16="http://schemas.microsoft.com/office/drawing/2014/main" id="{18C162A4-F65B-8389-EFBD-B9B244B03C37}"/>
              </a:ext>
            </a:extLst>
          </p:cNvPr>
          <p:cNvSpPr/>
          <p:nvPr/>
        </p:nvSpPr>
        <p:spPr>
          <a:xfrm>
            <a:off x="7182886" y="4701505"/>
            <a:ext cx="252000" cy="252000"/>
          </a:xfrm>
          <a:prstGeom prst="chevron">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40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
        <p:nvSpPr>
          <p:cNvPr id="1041" name="Arrow: Chevron 1040">
            <a:extLst>
              <a:ext uri="{FF2B5EF4-FFF2-40B4-BE49-F238E27FC236}">
                <a16:creationId xmlns:a16="http://schemas.microsoft.com/office/drawing/2014/main" id="{E13DD575-32E9-371A-A68D-B1987540FF5E}"/>
              </a:ext>
            </a:extLst>
          </p:cNvPr>
          <p:cNvSpPr/>
          <p:nvPr/>
        </p:nvSpPr>
        <p:spPr>
          <a:xfrm>
            <a:off x="7182886" y="5280937"/>
            <a:ext cx="252000" cy="252000"/>
          </a:xfrm>
          <a:prstGeom prst="chevron">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40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
        <p:nvSpPr>
          <p:cNvPr id="1042" name="Arrow: Chevron 1041">
            <a:extLst>
              <a:ext uri="{FF2B5EF4-FFF2-40B4-BE49-F238E27FC236}">
                <a16:creationId xmlns:a16="http://schemas.microsoft.com/office/drawing/2014/main" id="{B5979B1A-5A27-B333-ADE3-4F82E51EEFA1}"/>
              </a:ext>
            </a:extLst>
          </p:cNvPr>
          <p:cNvSpPr/>
          <p:nvPr/>
        </p:nvSpPr>
        <p:spPr>
          <a:xfrm>
            <a:off x="7182886" y="5889258"/>
            <a:ext cx="252000" cy="252000"/>
          </a:xfrm>
          <a:prstGeom prst="chevron">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400">
              <a:solidFill>
                <a:schemeClr val="tx1"/>
              </a:solidFill>
              <a:latin typeface="Verdana" panose="020B0604030504040204" pitchFamily="34" charset="0"/>
              <a:ea typeface="Verdana" panose="020B0604030504040204" pitchFamily="34" charset="0"/>
              <a:cs typeface="Verdana" panose="020B0604030504040204" pitchFamily="34" charset="0"/>
            </a:endParaRPr>
          </a:p>
        </p:txBody>
      </p:sp>
      <p:sp>
        <p:nvSpPr>
          <p:cNvPr id="1043" name="TextBox 1042">
            <a:extLst>
              <a:ext uri="{FF2B5EF4-FFF2-40B4-BE49-F238E27FC236}">
                <a16:creationId xmlns:a16="http://schemas.microsoft.com/office/drawing/2014/main" id="{D8160407-F780-F4C9-4620-3E9EB59D2D18}"/>
              </a:ext>
            </a:extLst>
          </p:cNvPr>
          <p:cNvSpPr txBox="1"/>
          <p:nvPr/>
        </p:nvSpPr>
        <p:spPr>
          <a:xfrm>
            <a:off x="1303719" y="1037893"/>
            <a:ext cx="2783522" cy="338554"/>
          </a:xfrm>
          <a:prstGeom prst="rect">
            <a:avLst/>
          </a:prstGeom>
          <a:noFill/>
        </p:spPr>
        <p:txBody>
          <a:bodyPr wrap="square">
            <a:spAutoFit/>
          </a:bodyPr>
          <a:lstStyle/>
          <a:p>
            <a:pPr algn="ctr"/>
            <a:r>
              <a:rPr lang="en-US" sz="1600" b="1">
                <a:solidFill>
                  <a:schemeClr val="bg1"/>
                </a:solidFill>
                <a:latin typeface="Verdana" panose="020B0604030504040204" pitchFamily="34" charset="0"/>
                <a:ea typeface="Verdana" panose="020B0604030504040204" pitchFamily="34" charset="0"/>
                <a:cs typeface="Verdana" panose="020B0604030504040204" pitchFamily="34" charset="0"/>
              </a:rPr>
              <a:t>Traditional Agile</a:t>
            </a:r>
            <a:endParaRPr lang="en-US" sz="160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
        <p:nvSpPr>
          <p:cNvPr id="1044" name="TextBox 1043">
            <a:extLst>
              <a:ext uri="{FF2B5EF4-FFF2-40B4-BE49-F238E27FC236}">
                <a16:creationId xmlns:a16="http://schemas.microsoft.com/office/drawing/2014/main" id="{5301015C-8525-3963-9DB6-C7EAB351D8A7}"/>
              </a:ext>
            </a:extLst>
          </p:cNvPr>
          <p:cNvSpPr txBox="1"/>
          <p:nvPr/>
        </p:nvSpPr>
        <p:spPr>
          <a:xfrm>
            <a:off x="8178871" y="1032628"/>
            <a:ext cx="2783522" cy="338554"/>
          </a:xfrm>
          <a:prstGeom prst="rect">
            <a:avLst/>
          </a:prstGeom>
          <a:noFill/>
        </p:spPr>
        <p:txBody>
          <a:bodyPr wrap="square">
            <a:spAutoFit/>
          </a:bodyPr>
          <a:lstStyle/>
          <a:p>
            <a:pPr algn="ctr"/>
            <a:r>
              <a:rPr lang="en-US" sz="1600" b="1">
                <a:solidFill>
                  <a:schemeClr val="bg1"/>
                </a:solidFill>
                <a:latin typeface="Verdana" panose="020B0604030504040204" pitchFamily="34" charset="0"/>
                <a:ea typeface="Verdana" panose="020B0604030504040204" pitchFamily="34" charset="0"/>
                <a:cs typeface="Verdana" panose="020B0604030504040204" pitchFamily="34" charset="0"/>
              </a:rPr>
              <a:t>Agentic Agile</a:t>
            </a:r>
            <a:endParaRPr lang="en-US" sz="1600">
              <a:solidFill>
                <a:schemeClr val="bg1"/>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9031935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9C0AC7-9B64-7DD1-3669-D69A1749734E}"/>
            </a:ext>
          </a:extLst>
        </p:cNvPr>
        <p:cNvGrpSpPr/>
        <p:nvPr/>
      </p:nvGrpSpPr>
      <p:grpSpPr>
        <a:xfrm>
          <a:off x="0" y="0"/>
          <a:ext cx="0" cy="0"/>
          <a:chOff x="0" y="0"/>
          <a:chExt cx="0" cy="0"/>
        </a:xfrm>
      </p:grpSpPr>
      <p:sp>
        <p:nvSpPr>
          <p:cNvPr id="92" name="Rectangle 91">
            <a:extLst>
              <a:ext uri="{FF2B5EF4-FFF2-40B4-BE49-F238E27FC236}">
                <a16:creationId xmlns:a16="http://schemas.microsoft.com/office/drawing/2014/main" id="{1D560F24-6A08-9192-5712-3815309AA58D}"/>
              </a:ext>
            </a:extLst>
          </p:cNvPr>
          <p:cNvSpPr/>
          <p:nvPr/>
        </p:nvSpPr>
        <p:spPr>
          <a:xfrm>
            <a:off x="2469848" y="4383028"/>
            <a:ext cx="9503949" cy="656206"/>
          </a:xfrm>
          <a:prstGeom prst="rect">
            <a:avLst/>
          </a:prstGeom>
          <a:solidFill>
            <a:srgbClr val="FFC310">
              <a:alpha val="10000"/>
            </a:srgbClr>
          </a:solidFill>
          <a:ln>
            <a:solidFill>
              <a:srgbClr val="FFC31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167C092C-472C-FA5C-69DF-0F0CF332CA3C}"/>
              </a:ext>
            </a:extLst>
          </p:cNvPr>
          <p:cNvSpPr/>
          <p:nvPr/>
        </p:nvSpPr>
        <p:spPr>
          <a:xfrm>
            <a:off x="2469848" y="2778322"/>
            <a:ext cx="9503949" cy="484024"/>
          </a:xfrm>
          <a:prstGeom prst="rect">
            <a:avLst/>
          </a:prstGeom>
          <a:solidFill>
            <a:schemeClr val="accent4">
              <a:alpha val="10000"/>
            </a:schemeClr>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0" name="Straight Connector 39">
            <a:extLst>
              <a:ext uri="{FF2B5EF4-FFF2-40B4-BE49-F238E27FC236}">
                <a16:creationId xmlns:a16="http://schemas.microsoft.com/office/drawing/2014/main" id="{28273733-D855-81A7-C145-317A831354E5}"/>
              </a:ext>
            </a:extLst>
          </p:cNvPr>
          <p:cNvCxnSpPr>
            <a:cxnSpLocks/>
          </p:cNvCxnSpPr>
          <p:nvPr/>
        </p:nvCxnSpPr>
        <p:spPr>
          <a:xfrm>
            <a:off x="8647835" y="1240569"/>
            <a:ext cx="0" cy="4991963"/>
          </a:xfrm>
          <a:prstGeom prst="line">
            <a:avLst/>
          </a:prstGeom>
          <a:ln w="76200" cmpd="dbl">
            <a:solidFill>
              <a:schemeClr val="accent5">
                <a:lumMod val="75000"/>
              </a:schemeClr>
            </a:solidFill>
            <a:prstDash val="solid"/>
          </a:ln>
        </p:spPr>
        <p:style>
          <a:lnRef idx="1">
            <a:schemeClr val="accent1"/>
          </a:lnRef>
          <a:fillRef idx="0">
            <a:schemeClr val="accent1"/>
          </a:fillRef>
          <a:effectRef idx="0">
            <a:schemeClr val="accent1"/>
          </a:effectRef>
          <a:fontRef idx="minor">
            <a:schemeClr val="tx1"/>
          </a:fontRef>
        </p:style>
      </p:cxnSp>
      <p:grpSp>
        <p:nvGrpSpPr>
          <p:cNvPr id="62" name="Group 61">
            <a:extLst>
              <a:ext uri="{FF2B5EF4-FFF2-40B4-BE49-F238E27FC236}">
                <a16:creationId xmlns:a16="http://schemas.microsoft.com/office/drawing/2014/main" id="{EB5A4996-ADE2-8E96-B200-6556347257A1}"/>
              </a:ext>
            </a:extLst>
          </p:cNvPr>
          <p:cNvGrpSpPr/>
          <p:nvPr/>
        </p:nvGrpSpPr>
        <p:grpSpPr>
          <a:xfrm>
            <a:off x="2924081" y="962119"/>
            <a:ext cx="8559205" cy="5364000"/>
            <a:chOff x="2924081" y="962119"/>
            <a:chExt cx="8559205" cy="5446059"/>
          </a:xfrm>
        </p:grpSpPr>
        <p:cxnSp>
          <p:nvCxnSpPr>
            <p:cNvPr id="29" name="Straight Connector 28">
              <a:extLst>
                <a:ext uri="{FF2B5EF4-FFF2-40B4-BE49-F238E27FC236}">
                  <a16:creationId xmlns:a16="http://schemas.microsoft.com/office/drawing/2014/main" id="{5CF72A14-DB5D-F154-CCBB-A9AD6293361C}"/>
                </a:ext>
              </a:extLst>
            </p:cNvPr>
            <p:cNvCxnSpPr>
              <a:cxnSpLocks/>
            </p:cNvCxnSpPr>
            <p:nvPr/>
          </p:nvCxnSpPr>
          <p:spPr>
            <a:xfrm>
              <a:off x="11483286" y="962119"/>
              <a:ext cx="0" cy="5446059"/>
            </a:xfrm>
            <a:prstGeom prst="line">
              <a:avLst/>
            </a:prstGeom>
            <a:ln>
              <a:solidFill>
                <a:schemeClr val="tx2"/>
              </a:solidFill>
              <a:prstDash val="dash"/>
            </a:ln>
          </p:spPr>
          <p:style>
            <a:lnRef idx="1">
              <a:schemeClr val="accent1"/>
            </a:lnRef>
            <a:fillRef idx="0">
              <a:schemeClr val="accent1"/>
            </a:fillRef>
            <a:effectRef idx="0">
              <a:schemeClr val="accent1"/>
            </a:effectRef>
            <a:fontRef idx="minor">
              <a:schemeClr val="tx1"/>
            </a:fontRef>
          </p:style>
        </p:cxnSp>
        <p:grpSp>
          <p:nvGrpSpPr>
            <p:cNvPr id="59" name="Group 58">
              <a:extLst>
                <a:ext uri="{FF2B5EF4-FFF2-40B4-BE49-F238E27FC236}">
                  <a16:creationId xmlns:a16="http://schemas.microsoft.com/office/drawing/2014/main" id="{16A49433-ACBC-93B6-E5D4-953696767529}"/>
                </a:ext>
              </a:extLst>
            </p:cNvPr>
            <p:cNvGrpSpPr/>
            <p:nvPr/>
          </p:nvGrpSpPr>
          <p:grpSpPr>
            <a:xfrm>
              <a:off x="2924081" y="962119"/>
              <a:ext cx="8083687" cy="5446059"/>
              <a:chOff x="2924081" y="962119"/>
              <a:chExt cx="8083687" cy="5446059"/>
            </a:xfrm>
          </p:grpSpPr>
          <p:cxnSp>
            <p:nvCxnSpPr>
              <p:cNvPr id="21" name="Straight Connector 20">
                <a:extLst>
                  <a:ext uri="{FF2B5EF4-FFF2-40B4-BE49-F238E27FC236}">
                    <a16:creationId xmlns:a16="http://schemas.microsoft.com/office/drawing/2014/main" id="{AD1D5B41-326C-FFD1-69D3-56897011F8C8}"/>
                  </a:ext>
                </a:extLst>
              </p:cNvPr>
              <p:cNvCxnSpPr>
                <a:cxnSpLocks/>
              </p:cNvCxnSpPr>
              <p:nvPr/>
            </p:nvCxnSpPr>
            <p:spPr>
              <a:xfrm>
                <a:off x="2924081" y="962119"/>
                <a:ext cx="0" cy="5446059"/>
              </a:xfrm>
              <a:prstGeom prst="line">
                <a:avLst/>
              </a:prstGeom>
              <a:ln>
                <a:solidFill>
                  <a:schemeClr val="tx2"/>
                </a:solidFill>
                <a:prstDash val="dash"/>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DE22028-B77D-D4B7-EBB0-88AB307251D4}"/>
                  </a:ext>
                </a:extLst>
              </p:cNvPr>
              <p:cNvCxnSpPr>
                <a:cxnSpLocks/>
              </p:cNvCxnSpPr>
              <p:nvPr/>
            </p:nvCxnSpPr>
            <p:spPr>
              <a:xfrm>
                <a:off x="3399592" y="962119"/>
                <a:ext cx="0" cy="5446059"/>
              </a:xfrm>
              <a:prstGeom prst="line">
                <a:avLst/>
              </a:prstGeom>
              <a:ln>
                <a:solidFill>
                  <a:schemeClr val="tx2"/>
                </a:solidFill>
                <a:prstDash val="dash"/>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2A77EFBE-77D9-F276-B6C2-70B5DBCAD5BE}"/>
                  </a:ext>
                </a:extLst>
              </p:cNvPr>
              <p:cNvCxnSpPr>
                <a:cxnSpLocks/>
              </p:cNvCxnSpPr>
              <p:nvPr/>
            </p:nvCxnSpPr>
            <p:spPr>
              <a:xfrm>
                <a:off x="3875103" y="962119"/>
                <a:ext cx="0" cy="5446059"/>
              </a:xfrm>
              <a:prstGeom prst="line">
                <a:avLst/>
              </a:prstGeom>
              <a:ln>
                <a:solidFill>
                  <a:schemeClr val="tx2"/>
                </a:solidFill>
                <a:prstDash val="dash"/>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111ACFA-356B-EC14-DA0E-5A128FEC042C}"/>
                  </a:ext>
                </a:extLst>
              </p:cNvPr>
              <p:cNvCxnSpPr>
                <a:cxnSpLocks/>
              </p:cNvCxnSpPr>
              <p:nvPr/>
            </p:nvCxnSpPr>
            <p:spPr>
              <a:xfrm>
                <a:off x="4350614" y="962119"/>
                <a:ext cx="0" cy="5446059"/>
              </a:xfrm>
              <a:prstGeom prst="line">
                <a:avLst/>
              </a:prstGeom>
              <a:ln>
                <a:solidFill>
                  <a:schemeClr val="tx2"/>
                </a:solidFill>
                <a:prstDash val="dash"/>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66C00890-71BB-213C-9E49-0E2826A41821}"/>
                  </a:ext>
                </a:extLst>
              </p:cNvPr>
              <p:cNvCxnSpPr>
                <a:cxnSpLocks/>
              </p:cNvCxnSpPr>
              <p:nvPr/>
            </p:nvCxnSpPr>
            <p:spPr>
              <a:xfrm>
                <a:off x="4826125" y="962119"/>
                <a:ext cx="0" cy="5446059"/>
              </a:xfrm>
              <a:prstGeom prst="line">
                <a:avLst/>
              </a:prstGeom>
              <a:ln>
                <a:solidFill>
                  <a:schemeClr val="tx2"/>
                </a:solidFill>
                <a:prstDash val="dash"/>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BF2EECBB-9B83-6DDA-B35F-85016ABDCFF7}"/>
                  </a:ext>
                </a:extLst>
              </p:cNvPr>
              <p:cNvCxnSpPr>
                <a:cxnSpLocks/>
              </p:cNvCxnSpPr>
              <p:nvPr/>
            </p:nvCxnSpPr>
            <p:spPr>
              <a:xfrm>
                <a:off x="5301636" y="962119"/>
                <a:ext cx="0" cy="5446059"/>
              </a:xfrm>
              <a:prstGeom prst="line">
                <a:avLst/>
              </a:prstGeom>
              <a:ln>
                <a:solidFill>
                  <a:schemeClr val="tx2"/>
                </a:solidFill>
                <a:prstDash val="dash"/>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8B9B540-3A3D-AB56-A142-639B3B0E70C3}"/>
                  </a:ext>
                </a:extLst>
              </p:cNvPr>
              <p:cNvCxnSpPr>
                <a:cxnSpLocks/>
              </p:cNvCxnSpPr>
              <p:nvPr/>
            </p:nvCxnSpPr>
            <p:spPr>
              <a:xfrm>
                <a:off x="5777147" y="962119"/>
                <a:ext cx="0" cy="5446059"/>
              </a:xfrm>
              <a:prstGeom prst="line">
                <a:avLst/>
              </a:prstGeom>
              <a:ln>
                <a:solidFill>
                  <a:schemeClr val="tx2"/>
                </a:solidFill>
                <a:prstDash val="dash"/>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78A7B107-2EF8-C91F-7940-17CCAE444124}"/>
                  </a:ext>
                </a:extLst>
              </p:cNvPr>
              <p:cNvCxnSpPr>
                <a:cxnSpLocks/>
              </p:cNvCxnSpPr>
              <p:nvPr/>
            </p:nvCxnSpPr>
            <p:spPr>
              <a:xfrm>
                <a:off x="6252658" y="962119"/>
                <a:ext cx="0" cy="5446059"/>
              </a:xfrm>
              <a:prstGeom prst="line">
                <a:avLst/>
              </a:prstGeom>
              <a:ln>
                <a:solidFill>
                  <a:schemeClr val="tx2"/>
                </a:solidFill>
                <a:prstDash val="dash"/>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6788DCF9-48EC-FC4B-BF4C-80D32153F436}"/>
                  </a:ext>
                </a:extLst>
              </p:cNvPr>
              <p:cNvCxnSpPr>
                <a:cxnSpLocks/>
              </p:cNvCxnSpPr>
              <p:nvPr/>
            </p:nvCxnSpPr>
            <p:spPr>
              <a:xfrm>
                <a:off x="6728169" y="962119"/>
                <a:ext cx="0" cy="5446059"/>
              </a:xfrm>
              <a:prstGeom prst="line">
                <a:avLst/>
              </a:prstGeom>
              <a:ln>
                <a:solidFill>
                  <a:schemeClr val="tx2"/>
                </a:solidFill>
                <a:prstDash val="dash"/>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E039A88-6EDE-CEB9-9201-A751A5BE6D54}"/>
                  </a:ext>
                </a:extLst>
              </p:cNvPr>
              <p:cNvCxnSpPr>
                <a:cxnSpLocks/>
              </p:cNvCxnSpPr>
              <p:nvPr/>
            </p:nvCxnSpPr>
            <p:spPr>
              <a:xfrm>
                <a:off x="7203680" y="962119"/>
                <a:ext cx="0" cy="5446059"/>
              </a:xfrm>
              <a:prstGeom prst="line">
                <a:avLst/>
              </a:prstGeom>
              <a:ln>
                <a:solidFill>
                  <a:schemeClr val="tx2"/>
                </a:solidFill>
                <a:prstDash val="dash"/>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6F076BE-4CB3-851B-6565-D521559E20F4}"/>
                  </a:ext>
                </a:extLst>
              </p:cNvPr>
              <p:cNvCxnSpPr>
                <a:cxnSpLocks/>
              </p:cNvCxnSpPr>
              <p:nvPr/>
            </p:nvCxnSpPr>
            <p:spPr>
              <a:xfrm>
                <a:off x="7679191" y="962119"/>
                <a:ext cx="0" cy="5446059"/>
              </a:xfrm>
              <a:prstGeom prst="line">
                <a:avLst/>
              </a:prstGeom>
              <a:ln>
                <a:solidFill>
                  <a:schemeClr val="tx2"/>
                </a:solidFill>
                <a:prstDash val="dash"/>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15CDD123-647D-01E0-23C8-20DC3D16AE40}"/>
                  </a:ext>
                </a:extLst>
              </p:cNvPr>
              <p:cNvCxnSpPr>
                <a:cxnSpLocks/>
              </p:cNvCxnSpPr>
              <p:nvPr/>
            </p:nvCxnSpPr>
            <p:spPr>
              <a:xfrm>
                <a:off x="8154702" y="962119"/>
                <a:ext cx="0" cy="5446059"/>
              </a:xfrm>
              <a:prstGeom prst="line">
                <a:avLst/>
              </a:prstGeom>
              <a:ln>
                <a:solidFill>
                  <a:schemeClr val="tx2"/>
                </a:solidFill>
                <a:prstDash val="dash"/>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A7A2EC22-ED19-7E5D-59EE-B57DC1FD6E09}"/>
                  </a:ext>
                </a:extLst>
              </p:cNvPr>
              <p:cNvCxnSpPr>
                <a:cxnSpLocks/>
              </p:cNvCxnSpPr>
              <p:nvPr/>
            </p:nvCxnSpPr>
            <p:spPr>
              <a:xfrm>
                <a:off x="8630213" y="962119"/>
                <a:ext cx="0" cy="5446059"/>
              </a:xfrm>
              <a:prstGeom prst="line">
                <a:avLst/>
              </a:prstGeom>
              <a:ln>
                <a:solidFill>
                  <a:schemeClr val="tx2"/>
                </a:solidFill>
                <a:prstDash val="dash"/>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45E4227E-EF32-2683-448F-3660143C178D}"/>
                  </a:ext>
                </a:extLst>
              </p:cNvPr>
              <p:cNvCxnSpPr>
                <a:cxnSpLocks/>
              </p:cNvCxnSpPr>
              <p:nvPr/>
            </p:nvCxnSpPr>
            <p:spPr>
              <a:xfrm>
                <a:off x="9105724" y="962119"/>
                <a:ext cx="0" cy="5446059"/>
              </a:xfrm>
              <a:prstGeom prst="line">
                <a:avLst/>
              </a:prstGeom>
              <a:ln>
                <a:solidFill>
                  <a:schemeClr val="tx2"/>
                </a:solidFill>
                <a:prstDash val="dash"/>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9F65516B-2E7B-D28B-5FEF-B50E840FABAA}"/>
                  </a:ext>
                </a:extLst>
              </p:cNvPr>
              <p:cNvCxnSpPr>
                <a:cxnSpLocks/>
              </p:cNvCxnSpPr>
              <p:nvPr/>
            </p:nvCxnSpPr>
            <p:spPr>
              <a:xfrm>
                <a:off x="9581235" y="962119"/>
                <a:ext cx="0" cy="5446059"/>
              </a:xfrm>
              <a:prstGeom prst="line">
                <a:avLst/>
              </a:prstGeom>
              <a:ln>
                <a:solidFill>
                  <a:schemeClr val="tx2"/>
                </a:solidFill>
                <a:prstDash val="dash"/>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FAD17EAF-2F31-A864-785E-C12F877275D7}"/>
                  </a:ext>
                </a:extLst>
              </p:cNvPr>
              <p:cNvCxnSpPr>
                <a:cxnSpLocks/>
              </p:cNvCxnSpPr>
              <p:nvPr/>
            </p:nvCxnSpPr>
            <p:spPr>
              <a:xfrm>
                <a:off x="10056746" y="962119"/>
                <a:ext cx="0" cy="5446059"/>
              </a:xfrm>
              <a:prstGeom prst="line">
                <a:avLst/>
              </a:prstGeom>
              <a:ln>
                <a:solidFill>
                  <a:schemeClr val="tx2"/>
                </a:solidFill>
                <a:prstDash val="dash"/>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4102079F-AFB3-D9DC-F353-A4712A1E9F41}"/>
                  </a:ext>
                </a:extLst>
              </p:cNvPr>
              <p:cNvCxnSpPr>
                <a:cxnSpLocks/>
              </p:cNvCxnSpPr>
              <p:nvPr/>
            </p:nvCxnSpPr>
            <p:spPr>
              <a:xfrm>
                <a:off x="10532257" y="962119"/>
                <a:ext cx="0" cy="5446059"/>
              </a:xfrm>
              <a:prstGeom prst="line">
                <a:avLst/>
              </a:prstGeom>
              <a:ln>
                <a:solidFill>
                  <a:schemeClr val="tx2"/>
                </a:solidFill>
                <a:prstDash val="dash"/>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7051EF29-B188-C382-28BB-F364F685444E}"/>
                  </a:ext>
                </a:extLst>
              </p:cNvPr>
              <p:cNvCxnSpPr>
                <a:cxnSpLocks/>
              </p:cNvCxnSpPr>
              <p:nvPr/>
            </p:nvCxnSpPr>
            <p:spPr>
              <a:xfrm>
                <a:off x="11007768" y="962119"/>
                <a:ext cx="0" cy="5446059"/>
              </a:xfrm>
              <a:prstGeom prst="line">
                <a:avLst/>
              </a:prstGeom>
              <a:ln>
                <a:solidFill>
                  <a:schemeClr val="tx2"/>
                </a:solidFill>
                <a:prstDash val="dash"/>
              </a:ln>
            </p:spPr>
            <p:style>
              <a:lnRef idx="1">
                <a:schemeClr val="accent1"/>
              </a:lnRef>
              <a:fillRef idx="0">
                <a:schemeClr val="accent1"/>
              </a:fillRef>
              <a:effectRef idx="0">
                <a:schemeClr val="accent1"/>
              </a:effectRef>
              <a:fontRef idx="minor">
                <a:schemeClr val="tx1"/>
              </a:fontRef>
            </p:style>
          </p:cxnSp>
        </p:grpSp>
      </p:grpSp>
      <p:sp>
        <p:nvSpPr>
          <p:cNvPr id="14" name="Rectangle 13">
            <a:extLst>
              <a:ext uri="{FF2B5EF4-FFF2-40B4-BE49-F238E27FC236}">
                <a16:creationId xmlns:a16="http://schemas.microsoft.com/office/drawing/2014/main" id="{D38E7D95-9500-97FD-B898-599658706DA7}"/>
              </a:ext>
            </a:extLst>
          </p:cNvPr>
          <p:cNvSpPr/>
          <p:nvPr/>
        </p:nvSpPr>
        <p:spPr>
          <a:xfrm>
            <a:off x="2469848" y="1298591"/>
            <a:ext cx="9503949" cy="714460"/>
          </a:xfrm>
          <a:prstGeom prst="rect">
            <a:avLst/>
          </a:prstGeom>
          <a:solidFill>
            <a:schemeClr val="accent1">
              <a:alpha val="1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194F334-F3D9-3BCA-F431-C6A8502B929C}"/>
              </a:ext>
            </a:extLst>
          </p:cNvPr>
          <p:cNvSpPr/>
          <p:nvPr/>
        </p:nvSpPr>
        <p:spPr>
          <a:xfrm>
            <a:off x="2469848" y="2067837"/>
            <a:ext cx="9503949" cy="636734"/>
          </a:xfrm>
          <a:prstGeom prst="rect">
            <a:avLst/>
          </a:prstGeom>
          <a:solidFill>
            <a:schemeClr val="accent2">
              <a:alpha val="1000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0D32DE4-C484-0968-CF2C-C3D836D2DBF6}"/>
              </a:ext>
            </a:extLst>
          </p:cNvPr>
          <p:cNvSpPr/>
          <p:nvPr/>
        </p:nvSpPr>
        <p:spPr>
          <a:xfrm>
            <a:off x="2469848" y="3335584"/>
            <a:ext cx="9503949" cy="973349"/>
          </a:xfrm>
          <a:prstGeom prst="rect">
            <a:avLst/>
          </a:prstGeom>
          <a:solidFill>
            <a:schemeClr val="accent5">
              <a:alpha val="10000"/>
            </a:schemeClr>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FA8B962E-4B87-50C9-3C86-5E3165CDBDE4}"/>
              </a:ext>
            </a:extLst>
          </p:cNvPr>
          <p:cNvSpPr/>
          <p:nvPr/>
        </p:nvSpPr>
        <p:spPr>
          <a:xfrm>
            <a:off x="2469848" y="5120514"/>
            <a:ext cx="9503949" cy="494579"/>
          </a:xfrm>
          <a:prstGeom prst="rect">
            <a:avLst/>
          </a:prstGeom>
          <a:solidFill>
            <a:schemeClr val="accent6">
              <a:alpha val="10000"/>
            </a:schemeClr>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E17AA78F-51F2-4B26-79EE-215507CECF07}"/>
              </a:ext>
            </a:extLst>
          </p:cNvPr>
          <p:cNvSpPr/>
          <p:nvPr/>
        </p:nvSpPr>
        <p:spPr>
          <a:xfrm>
            <a:off x="2469848" y="5668882"/>
            <a:ext cx="9503949" cy="677042"/>
          </a:xfrm>
          <a:prstGeom prst="rect">
            <a:avLst/>
          </a:prstGeom>
          <a:solidFill>
            <a:schemeClr val="accent6">
              <a:lumMod val="75000"/>
              <a:alpha val="10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AB1E276D-DDF9-58AC-0810-CF39151BD9B9}"/>
              </a:ext>
            </a:extLst>
          </p:cNvPr>
          <p:cNvSpPr/>
          <p:nvPr/>
        </p:nvSpPr>
        <p:spPr>
          <a:xfrm>
            <a:off x="162851" y="1339429"/>
            <a:ext cx="2306320" cy="63278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AFBEBC2D-D973-4455-3A98-BA8A9AF13FD2}"/>
              </a:ext>
            </a:extLst>
          </p:cNvPr>
          <p:cNvSpPr/>
          <p:nvPr/>
        </p:nvSpPr>
        <p:spPr>
          <a:xfrm>
            <a:off x="162851" y="2122675"/>
            <a:ext cx="2306320" cy="52705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8841E64-5824-100A-853F-1A575A1D9D17}"/>
              </a:ext>
            </a:extLst>
          </p:cNvPr>
          <p:cNvSpPr/>
          <p:nvPr/>
        </p:nvSpPr>
        <p:spPr>
          <a:xfrm>
            <a:off x="162851" y="3392188"/>
            <a:ext cx="2306320" cy="806186"/>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09B1E02-09C4-328D-3DE4-5C843FF37CE3}"/>
              </a:ext>
            </a:extLst>
          </p:cNvPr>
          <p:cNvSpPr/>
          <p:nvPr/>
        </p:nvSpPr>
        <p:spPr>
          <a:xfrm>
            <a:off x="162851" y="5208022"/>
            <a:ext cx="2306320" cy="309341"/>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87A4100-D325-8114-FE5F-847B9A8CB9F8}"/>
              </a:ext>
            </a:extLst>
          </p:cNvPr>
          <p:cNvSpPr/>
          <p:nvPr/>
        </p:nvSpPr>
        <p:spPr>
          <a:xfrm>
            <a:off x="162851" y="5695775"/>
            <a:ext cx="2306320" cy="629339"/>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2" name="Straight Connector 71">
            <a:extLst>
              <a:ext uri="{FF2B5EF4-FFF2-40B4-BE49-F238E27FC236}">
                <a16:creationId xmlns:a16="http://schemas.microsoft.com/office/drawing/2014/main" id="{764C9A5B-404E-1B75-CC7B-03F38B838792}"/>
              </a:ext>
            </a:extLst>
          </p:cNvPr>
          <p:cNvCxnSpPr>
            <a:cxnSpLocks/>
          </p:cNvCxnSpPr>
          <p:nvPr/>
        </p:nvCxnSpPr>
        <p:spPr>
          <a:xfrm>
            <a:off x="4350614" y="1298591"/>
            <a:ext cx="0" cy="4991963"/>
          </a:xfrm>
          <a:prstGeom prst="line">
            <a:avLst/>
          </a:prstGeom>
          <a:ln w="76200" cmpd="dbl">
            <a:solidFill>
              <a:schemeClr val="accent5">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3" name="Title 2">
            <a:extLst>
              <a:ext uri="{FF2B5EF4-FFF2-40B4-BE49-F238E27FC236}">
                <a16:creationId xmlns:a16="http://schemas.microsoft.com/office/drawing/2014/main" id="{EF4A0664-FDBC-8C64-CB7C-DE1420E948FA}"/>
              </a:ext>
            </a:extLst>
          </p:cNvPr>
          <p:cNvSpPr>
            <a:spLocks noGrp="1"/>
          </p:cNvSpPr>
          <p:nvPr>
            <p:ph type="title"/>
          </p:nvPr>
        </p:nvSpPr>
        <p:spPr/>
        <p:txBody>
          <a:bodyPr/>
          <a:lstStyle/>
          <a:p>
            <a:r>
              <a:rPr lang="en-IN" sz="2800" dirty="0"/>
              <a:t>Agentic Delivery Model</a:t>
            </a:r>
            <a:endParaRPr lang="en-US" sz="2800" dirty="0"/>
          </a:p>
        </p:txBody>
      </p:sp>
      <p:sp>
        <p:nvSpPr>
          <p:cNvPr id="41" name="TextBox 40">
            <a:extLst>
              <a:ext uri="{FF2B5EF4-FFF2-40B4-BE49-F238E27FC236}">
                <a16:creationId xmlns:a16="http://schemas.microsoft.com/office/drawing/2014/main" id="{A004763E-BDF4-8F17-4B0F-687716A62C52}"/>
              </a:ext>
            </a:extLst>
          </p:cNvPr>
          <p:cNvSpPr txBox="1"/>
          <p:nvPr/>
        </p:nvSpPr>
        <p:spPr>
          <a:xfrm>
            <a:off x="409635" y="1536132"/>
            <a:ext cx="1872307" cy="246221"/>
          </a:xfrm>
          <a:prstGeom prst="rect">
            <a:avLst/>
          </a:prstGeom>
          <a:noFill/>
        </p:spPr>
        <p:txBody>
          <a:bodyPr wrap="none" lIns="0" rIns="0" rtlCol="0">
            <a:spAutoFit/>
          </a:bodyPr>
          <a:lstStyle/>
          <a:p>
            <a:pPr algn="ctr"/>
            <a:r>
              <a:rPr lang="en-IN" sz="1000" b="1" dirty="0">
                <a:latin typeface="Verdana"/>
                <a:ea typeface="Verdana"/>
              </a:rPr>
              <a:t>1. Discovery/ Assessment</a:t>
            </a:r>
            <a:endParaRPr lang="en-IN" sz="1000" dirty="0">
              <a:latin typeface="Verdana"/>
              <a:ea typeface="Verdana"/>
            </a:endParaRPr>
          </a:p>
        </p:txBody>
      </p:sp>
      <p:sp>
        <p:nvSpPr>
          <p:cNvPr id="42" name="TextBox 41">
            <a:extLst>
              <a:ext uri="{FF2B5EF4-FFF2-40B4-BE49-F238E27FC236}">
                <a16:creationId xmlns:a16="http://schemas.microsoft.com/office/drawing/2014/main" id="{0449EFFC-BA6D-6A6A-906F-F2E92958AB29}"/>
              </a:ext>
            </a:extLst>
          </p:cNvPr>
          <p:cNvSpPr txBox="1"/>
          <p:nvPr/>
        </p:nvSpPr>
        <p:spPr>
          <a:xfrm>
            <a:off x="276843" y="2191112"/>
            <a:ext cx="1966528" cy="400110"/>
          </a:xfrm>
          <a:prstGeom prst="rect">
            <a:avLst/>
          </a:prstGeom>
          <a:noFill/>
        </p:spPr>
        <p:txBody>
          <a:bodyPr wrap="square" lIns="0" rIns="0" rtlCol="0">
            <a:spAutoFit/>
          </a:bodyPr>
          <a:lstStyle/>
          <a:p>
            <a:pPr algn="ctr"/>
            <a:r>
              <a:rPr lang="en-IN" sz="1000" b="1" dirty="0">
                <a:solidFill>
                  <a:schemeClr val="bg1"/>
                </a:solidFill>
                <a:latin typeface="Verdana"/>
                <a:ea typeface="Verdana"/>
              </a:rPr>
              <a:t>2. AVA+ Setup &amp; Configuration</a:t>
            </a:r>
            <a:endParaRPr lang="en-IN" sz="1000" dirty="0">
              <a:solidFill>
                <a:schemeClr val="bg1"/>
              </a:solidFill>
              <a:latin typeface="Verdana"/>
              <a:ea typeface="Verdana"/>
            </a:endParaRPr>
          </a:p>
        </p:txBody>
      </p:sp>
      <p:sp>
        <p:nvSpPr>
          <p:cNvPr id="43" name="TextBox 42">
            <a:extLst>
              <a:ext uri="{FF2B5EF4-FFF2-40B4-BE49-F238E27FC236}">
                <a16:creationId xmlns:a16="http://schemas.microsoft.com/office/drawing/2014/main" id="{A16B942D-27C4-74A0-A8E5-F22848101889}"/>
              </a:ext>
            </a:extLst>
          </p:cNvPr>
          <p:cNvSpPr txBox="1"/>
          <p:nvPr/>
        </p:nvSpPr>
        <p:spPr>
          <a:xfrm>
            <a:off x="223692" y="3690856"/>
            <a:ext cx="2160000" cy="246221"/>
          </a:xfrm>
          <a:prstGeom prst="rect">
            <a:avLst/>
          </a:prstGeom>
          <a:noFill/>
        </p:spPr>
        <p:txBody>
          <a:bodyPr wrap="square" lIns="0" rIns="0" rtlCol="0">
            <a:spAutoFit/>
          </a:bodyPr>
          <a:lstStyle/>
          <a:p>
            <a:pPr lvl="0" algn="ctr" defTabSz="914377">
              <a:buClrTx/>
              <a:defRPr/>
            </a:pPr>
            <a:r>
              <a:rPr lang="en-IN" sz="1000" b="1" dirty="0">
                <a:solidFill>
                  <a:schemeClr val="bg1"/>
                </a:solidFill>
                <a:latin typeface="Verdana" panose="020B0604030504040204" pitchFamily="34" charset="0"/>
                <a:ea typeface="Verdana" panose="020B0604030504040204" pitchFamily="34" charset="0"/>
              </a:rPr>
              <a:t>4. Project Execution</a:t>
            </a:r>
          </a:p>
        </p:txBody>
      </p:sp>
      <p:sp>
        <p:nvSpPr>
          <p:cNvPr id="44" name="TextBox 43">
            <a:extLst>
              <a:ext uri="{FF2B5EF4-FFF2-40B4-BE49-F238E27FC236}">
                <a16:creationId xmlns:a16="http://schemas.microsoft.com/office/drawing/2014/main" id="{B6A05620-8CDA-9200-1312-8DB6B0173D47}"/>
              </a:ext>
            </a:extLst>
          </p:cNvPr>
          <p:cNvSpPr txBox="1"/>
          <p:nvPr/>
        </p:nvSpPr>
        <p:spPr>
          <a:xfrm>
            <a:off x="405964" y="5230202"/>
            <a:ext cx="1750151" cy="246221"/>
          </a:xfrm>
          <a:prstGeom prst="rect">
            <a:avLst/>
          </a:prstGeom>
          <a:noFill/>
        </p:spPr>
        <p:txBody>
          <a:bodyPr wrap="square" lIns="0" rIns="0" rtlCol="0">
            <a:spAutoFit/>
          </a:bodyPr>
          <a:lstStyle/>
          <a:p>
            <a:pPr algn="ctr"/>
            <a:r>
              <a:rPr lang="en-IN" sz="1000" b="1" dirty="0">
                <a:solidFill>
                  <a:schemeClr val="bg1"/>
                </a:solidFill>
                <a:latin typeface="Verdana"/>
                <a:ea typeface="Verdana"/>
              </a:rPr>
              <a:t>6. Governance</a:t>
            </a:r>
          </a:p>
        </p:txBody>
      </p:sp>
      <p:sp>
        <p:nvSpPr>
          <p:cNvPr id="45" name="TextBox 44">
            <a:extLst>
              <a:ext uri="{FF2B5EF4-FFF2-40B4-BE49-F238E27FC236}">
                <a16:creationId xmlns:a16="http://schemas.microsoft.com/office/drawing/2014/main" id="{0BA85AB4-83D9-E97A-F59D-4CA6D6352FC7}"/>
              </a:ext>
            </a:extLst>
          </p:cNvPr>
          <p:cNvSpPr txBox="1"/>
          <p:nvPr/>
        </p:nvSpPr>
        <p:spPr>
          <a:xfrm>
            <a:off x="232089" y="5884296"/>
            <a:ext cx="2160000" cy="246221"/>
          </a:xfrm>
          <a:prstGeom prst="rect">
            <a:avLst/>
          </a:prstGeom>
          <a:noFill/>
        </p:spPr>
        <p:txBody>
          <a:bodyPr wrap="square" lIns="0" rIns="0" rtlCol="0">
            <a:spAutoFit/>
          </a:bodyPr>
          <a:lstStyle/>
          <a:p>
            <a:pPr algn="ctr"/>
            <a:r>
              <a:rPr lang="en-IN" sz="1000" b="1" dirty="0">
                <a:solidFill>
                  <a:schemeClr val="bg1"/>
                </a:solidFill>
                <a:latin typeface="Verdana"/>
                <a:ea typeface="Verdana"/>
              </a:rPr>
              <a:t>7. Change Management </a:t>
            </a:r>
            <a:endParaRPr lang="en-IN" sz="1000" dirty="0">
              <a:solidFill>
                <a:schemeClr val="bg1"/>
              </a:solidFill>
              <a:latin typeface="Verdana"/>
              <a:ea typeface="Verdana"/>
            </a:endParaRPr>
          </a:p>
        </p:txBody>
      </p:sp>
      <p:cxnSp>
        <p:nvCxnSpPr>
          <p:cNvPr id="51" name="Straight Arrow Connector 50">
            <a:extLst>
              <a:ext uri="{FF2B5EF4-FFF2-40B4-BE49-F238E27FC236}">
                <a16:creationId xmlns:a16="http://schemas.microsoft.com/office/drawing/2014/main" id="{38823FB8-94D1-C677-F599-6DB777D82EFE}"/>
              </a:ext>
            </a:extLst>
          </p:cNvPr>
          <p:cNvCxnSpPr>
            <a:cxnSpLocks/>
          </p:cNvCxnSpPr>
          <p:nvPr/>
        </p:nvCxnSpPr>
        <p:spPr>
          <a:xfrm>
            <a:off x="2498592" y="1497746"/>
            <a:ext cx="425489" cy="0"/>
          </a:xfrm>
          <a:prstGeom prst="straightConnector1">
            <a:avLst/>
          </a:prstGeom>
          <a:ln w="76200" cap="rnd">
            <a:solidFill>
              <a:srgbClr val="006350"/>
            </a:solidFill>
            <a:tailEnd type="non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0476E1A9-41B7-92A3-DF96-9A6798154D28}"/>
              </a:ext>
            </a:extLst>
          </p:cNvPr>
          <p:cNvSpPr txBox="1"/>
          <p:nvPr/>
        </p:nvSpPr>
        <p:spPr>
          <a:xfrm>
            <a:off x="3065679" y="1362835"/>
            <a:ext cx="1593706" cy="215444"/>
          </a:xfrm>
          <a:prstGeom prst="rect">
            <a:avLst/>
          </a:prstGeom>
          <a:solidFill>
            <a:schemeClr val="bg1"/>
          </a:solidFill>
          <a:effectLst>
            <a:outerShdw blurRad="63500" algn="ctr" rotWithShape="0">
              <a:prstClr val="black">
                <a:alpha val="40000"/>
              </a:prstClr>
            </a:outerShdw>
          </a:effectLst>
        </p:spPr>
        <p:txBody>
          <a:bodyPr wrap="none" rtlCol="0">
            <a:spAutoFit/>
          </a:bodyPr>
          <a:lstStyle/>
          <a:p>
            <a:r>
              <a:rPr lang="en-IN" sz="800">
                <a:latin typeface="Verdana"/>
                <a:ea typeface="Verdana"/>
              </a:rPr>
              <a:t>Work breakdown structure </a:t>
            </a:r>
            <a:endParaRPr lang="en-US" sz="800"/>
          </a:p>
        </p:txBody>
      </p:sp>
      <p:cxnSp>
        <p:nvCxnSpPr>
          <p:cNvPr id="53" name="Straight Arrow Connector 52">
            <a:extLst>
              <a:ext uri="{FF2B5EF4-FFF2-40B4-BE49-F238E27FC236}">
                <a16:creationId xmlns:a16="http://schemas.microsoft.com/office/drawing/2014/main" id="{072BD67A-9FA7-10A6-2924-BF274A316879}"/>
              </a:ext>
            </a:extLst>
          </p:cNvPr>
          <p:cNvCxnSpPr>
            <a:cxnSpLocks/>
          </p:cNvCxnSpPr>
          <p:nvPr/>
        </p:nvCxnSpPr>
        <p:spPr>
          <a:xfrm>
            <a:off x="2933534" y="1753203"/>
            <a:ext cx="411628" cy="0"/>
          </a:xfrm>
          <a:prstGeom prst="straightConnector1">
            <a:avLst/>
          </a:prstGeom>
          <a:ln w="76200" cap="rnd">
            <a:solidFill>
              <a:srgbClr val="006350"/>
            </a:solidFill>
            <a:tailEnd type="none"/>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11508383-788F-A1AE-9982-BD44AD88B0A3}"/>
              </a:ext>
            </a:extLst>
          </p:cNvPr>
          <p:cNvSpPr txBox="1"/>
          <p:nvPr/>
        </p:nvSpPr>
        <p:spPr>
          <a:xfrm>
            <a:off x="3619345" y="1632365"/>
            <a:ext cx="1984839" cy="215444"/>
          </a:xfrm>
          <a:prstGeom prst="rect">
            <a:avLst/>
          </a:prstGeom>
          <a:solidFill>
            <a:schemeClr val="bg1"/>
          </a:solidFill>
          <a:effectLst>
            <a:outerShdw blurRad="63500" algn="ctr" rotWithShape="0">
              <a:prstClr val="black">
                <a:alpha val="40000"/>
              </a:prstClr>
            </a:outerShdw>
          </a:effectLst>
        </p:spPr>
        <p:txBody>
          <a:bodyPr wrap="none" rtlCol="0">
            <a:spAutoFit/>
          </a:bodyPr>
          <a:lstStyle/>
          <a:p>
            <a:r>
              <a:rPr lang="en-IN" sz="800">
                <a:latin typeface="Verdana"/>
                <a:ea typeface="Verdana"/>
              </a:rPr>
              <a:t>Mapping Agent vs Human-in-Loop </a:t>
            </a:r>
            <a:endParaRPr lang="en-US" sz="800"/>
          </a:p>
        </p:txBody>
      </p:sp>
      <p:sp>
        <p:nvSpPr>
          <p:cNvPr id="69" name="TextBox 68">
            <a:extLst>
              <a:ext uri="{FF2B5EF4-FFF2-40B4-BE49-F238E27FC236}">
                <a16:creationId xmlns:a16="http://schemas.microsoft.com/office/drawing/2014/main" id="{37A33F9F-3106-944C-4509-5026EDF8F8C7}"/>
              </a:ext>
            </a:extLst>
          </p:cNvPr>
          <p:cNvSpPr txBox="1"/>
          <p:nvPr/>
        </p:nvSpPr>
        <p:spPr>
          <a:xfrm>
            <a:off x="3021959" y="2071089"/>
            <a:ext cx="763351" cy="215444"/>
          </a:xfrm>
          <a:prstGeom prst="rect">
            <a:avLst/>
          </a:prstGeom>
          <a:solidFill>
            <a:schemeClr val="bg1"/>
          </a:solidFill>
          <a:effectLst>
            <a:outerShdw blurRad="63500" algn="ctr" rotWithShape="0">
              <a:prstClr val="black">
                <a:alpha val="40000"/>
              </a:prstClr>
            </a:outerShdw>
          </a:effectLst>
        </p:spPr>
        <p:txBody>
          <a:bodyPr wrap="none" rtlCol="0">
            <a:spAutoFit/>
          </a:bodyPr>
          <a:lstStyle/>
          <a:p>
            <a:r>
              <a:rPr lang="en-IN" sz="800">
                <a:latin typeface="Verdana" panose="020B0604030504040204" pitchFamily="34" charset="0"/>
                <a:ea typeface="Verdana" panose="020B0604030504040204" pitchFamily="34" charset="0"/>
              </a:rPr>
              <a:t>Installation</a:t>
            </a:r>
            <a:endParaRPr lang="en-US" sz="800"/>
          </a:p>
        </p:txBody>
      </p:sp>
      <p:sp>
        <p:nvSpPr>
          <p:cNvPr id="71" name="TextBox 70">
            <a:extLst>
              <a:ext uri="{FF2B5EF4-FFF2-40B4-BE49-F238E27FC236}">
                <a16:creationId xmlns:a16="http://schemas.microsoft.com/office/drawing/2014/main" id="{CC8A43BA-FC4E-49C6-7AD1-1AFB5F4AEBD6}"/>
              </a:ext>
            </a:extLst>
          </p:cNvPr>
          <p:cNvSpPr txBox="1"/>
          <p:nvPr/>
        </p:nvSpPr>
        <p:spPr>
          <a:xfrm>
            <a:off x="4443622" y="2125799"/>
            <a:ext cx="1420582" cy="215444"/>
          </a:xfrm>
          <a:prstGeom prst="rect">
            <a:avLst/>
          </a:prstGeom>
          <a:solidFill>
            <a:schemeClr val="bg1"/>
          </a:solidFill>
          <a:effectLst>
            <a:outerShdw blurRad="63500" algn="ctr" rotWithShape="0">
              <a:prstClr val="black">
                <a:alpha val="40000"/>
              </a:prstClr>
            </a:outerShdw>
          </a:effectLst>
        </p:spPr>
        <p:txBody>
          <a:bodyPr wrap="none" rtlCol="0">
            <a:spAutoFit/>
          </a:bodyPr>
          <a:lstStyle/>
          <a:p>
            <a:r>
              <a:rPr lang="en-IN" sz="800">
                <a:latin typeface="Verdana" panose="020B0604030504040204" pitchFamily="34" charset="0"/>
                <a:ea typeface="Verdana" panose="020B0604030504040204" pitchFamily="34" charset="0"/>
              </a:rPr>
              <a:t>Configuration &amp; Tuning </a:t>
            </a:r>
            <a:endParaRPr lang="en-US" sz="800"/>
          </a:p>
        </p:txBody>
      </p:sp>
      <p:sp>
        <p:nvSpPr>
          <p:cNvPr id="76" name="TextBox 75">
            <a:extLst>
              <a:ext uri="{FF2B5EF4-FFF2-40B4-BE49-F238E27FC236}">
                <a16:creationId xmlns:a16="http://schemas.microsoft.com/office/drawing/2014/main" id="{6EA04879-568C-AFC9-BED0-D286E19CD3E0}"/>
              </a:ext>
            </a:extLst>
          </p:cNvPr>
          <p:cNvSpPr txBox="1"/>
          <p:nvPr/>
        </p:nvSpPr>
        <p:spPr>
          <a:xfrm>
            <a:off x="4513672" y="2394201"/>
            <a:ext cx="1245854" cy="215444"/>
          </a:xfrm>
          <a:prstGeom prst="rect">
            <a:avLst/>
          </a:prstGeom>
          <a:solidFill>
            <a:schemeClr val="bg1"/>
          </a:solidFill>
          <a:effectLst>
            <a:outerShdw blurRad="63500" algn="ctr" rotWithShape="0">
              <a:prstClr val="black">
                <a:alpha val="40000"/>
              </a:prstClr>
            </a:outerShdw>
          </a:effectLst>
        </p:spPr>
        <p:txBody>
          <a:bodyPr wrap="none" rtlCol="0">
            <a:spAutoFit/>
          </a:bodyPr>
          <a:lstStyle/>
          <a:p>
            <a:r>
              <a:rPr lang="en-IN" sz="800">
                <a:latin typeface="Verdana" panose="020B0604030504040204" pitchFamily="34" charset="0"/>
                <a:ea typeface="Verdana" panose="020B0604030504040204" pitchFamily="34" charset="0"/>
              </a:rPr>
              <a:t>Dataset Preparation </a:t>
            </a:r>
            <a:endParaRPr lang="en-US" sz="800"/>
          </a:p>
        </p:txBody>
      </p:sp>
      <p:sp>
        <p:nvSpPr>
          <p:cNvPr id="81" name="TextBox 80">
            <a:extLst>
              <a:ext uri="{FF2B5EF4-FFF2-40B4-BE49-F238E27FC236}">
                <a16:creationId xmlns:a16="http://schemas.microsoft.com/office/drawing/2014/main" id="{B327357F-09F5-10D7-F2B4-62D0013B6ED1}"/>
              </a:ext>
            </a:extLst>
          </p:cNvPr>
          <p:cNvSpPr txBox="1"/>
          <p:nvPr/>
        </p:nvSpPr>
        <p:spPr>
          <a:xfrm>
            <a:off x="8817796" y="2616524"/>
            <a:ext cx="1884344" cy="584775"/>
          </a:xfrm>
          <a:prstGeom prst="rect">
            <a:avLst/>
          </a:prstGeom>
          <a:solidFill>
            <a:schemeClr val="bg1"/>
          </a:solidFill>
          <a:effectLst>
            <a:outerShdw blurRad="63500" algn="ctr" rotWithShape="0">
              <a:prstClr val="black">
                <a:alpha val="40000"/>
              </a:prstClr>
            </a:outerShdw>
          </a:effectLst>
        </p:spPr>
        <p:txBody>
          <a:bodyPr wrap="square" rtlCol="0">
            <a:spAutoFit/>
          </a:bodyPr>
          <a:lstStyle/>
          <a:p>
            <a:pPr marL="171450" indent="-171450">
              <a:buFont typeface="Arial" panose="020B0604020202020204" pitchFamily="34" charset="0"/>
              <a:buChar char="•"/>
            </a:pPr>
            <a:r>
              <a:rPr lang="en-IN" sz="800">
                <a:latin typeface="Verdana" panose="020B0604030504040204" pitchFamily="34" charset="0"/>
                <a:ea typeface="Verdana" panose="020B0604030504040204" pitchFamily="34" charset="0"/>
              </a:rPr>
              <a:t>Improve Agent performance</a:t>
            </a:r>
          </a:p>
          <a:p>
            <a:pPr marL="171450" indent="-171450">
              <a:buFont typeface="Arial" panose="020B0604020202020204" pitchFamily="34" charset="0"/>
              <a:buChar char="•"/>
            </a:pPr>
            <a:r>
              <a:rPr lang="en-IN" sz="800">
                <a:latin typeface="Verdana" panose="020B0604030504040204" pitchFamily="34" charset="0"/>
                <a:ea typeface="Verdana" panose="020B0604030504040204" pitchFamily="34" charset="0"/>
              </a:rPr>
              <a:t>Governance &amp; Privacy</a:t>
            </a:r>
          </a:p>
          <a:p>
            <a:pPr marL="171450" indent="-171450">
              <a:buFont typeface="Arial" panose="020B0604020202020204" pitchFamily="34" charset="0"/>
              <a:buChar char="•"/>
            </a:pPr>
            <a:r>
              <a:rPr lang="en-IN" sz="800">
                <a:latin typeface="Verdana" panose="020B0604030504040204" pitchFamily="34" charset="0"/>
                <a:ea typeface="Verdana" panose="020B0604030504040204" pitchFamily="34" charset="0"/>
              </a:rPr>
              <a:t>Security Compliance</a:t>
            </a:r>
          </a:p>
          <a:p>
            <a:pPr marL="171450" indent="-171450">
              <a:buFont typeface="Arial" panose="020B0604020202020204" pitchFamily="34" charset="0"/>
              <a:buChar char="•"/>
            </a:pPr>
            <a:r>
              <a:rPr lang="en-IN" sz="800">
                <a:latin typeface="Verdana" panose="020B0604030504040204" pitchFamily="34" charset="0"/>
                <a:ea typeface="Verdana" panose="020B0604030504040204" pitchFamily="34" charset="0"/>
              </a:rPr>
              <a:t>Ethical Standards</a:t>
            </a:r>
          </a:p>
        </p:txBody>
      </p:sp>
      <p:sp>
        <p:nvSpPr>
          <p:cNvPr id="83" name="TextBox 82">
            <a:extLst>
              <a:ext uri="{FF2B5EF4-FFF2-40B4-BE49-F238E27FC236}">
                <a16:creationId xmlns:a16="http://schemas.microsoft.com/office/drawing/2014/main" id="{92D09240-25FE-C950-6195-8EEC16DF74F6}"/>
              </a:ext>
            </a:extLst>
          </p:cNvPr>
          <p:cNvSpPr txBox="1"/>
          <p:nvPr/>
        </p:nvSpPr>
        <p:spPr>
          <a:xfrm>
            <a:off x="9710497" y="4484264"/>
            <a:ext cx="2211910" cy="341530"/>
          </a:xfrm>
          <a:prstGeom prst="rect">
            <a:avLst/>
          </a:prstGeom>
          <a:solidFill>
            <a:schemeClr val="bg1"/>
          </a:solidFill>
          <a:effectLst>
            <a:outerShdw blurRad="63500" algn="ctr" rotWithShape="0">
              <a:prstClr val="black">
                <a:alpha val="40000"/>
              </a:prstClr>
            </a:outerShdw>
          </a:effectLst>
        </p:spPr>
        <p:txBody>
          <a:bodyPr wrap="square" rtlCol="0">
            <a:spAutoFit/>
          </a:bodyPr>
          <a:lstStyle/>
          <a:p>
            <a:pPr marL="171450" indent="-171450">
              <a:buFont typeface="Arial" panose="020B0604020202020204" pitchFamily="34" charset="0"/>
              <a:buChar char="•"/>
            </a:pPr>
            <a:r>
              <a:rPr lang="en-IN" sz="800" dirty="0">
                <a:latin typeface="Verdana" panose="020B0604030504040204" pitchFamily="34" charset="0"/>
                <a:ea typeface="Verdana" panose="020B0604030504040204" pitchFamily="34" charset="0"/>
              </a:rPr>
              <a:t>Auditability &amp; Traceability</a:t>
            </a:r>
          </a:p>
          <a:p>
            <a:pPr marL="171450" indent="-171450">
              <a:buFont typeface="Arial" panose="020B0604020202020204" pitchFamily="34" charset="0"/>
              <a:buChar char="•"/>
            </a:pPr>
            <a:r>
              <a:rPr lang="en-IN" sz="800" dirty="0">
                <a:latin typeface="Verdana" panose="020B0604030504040204" pitchFamily="34" charset="0"/>
                <a:ea typeface="Verdana" panose="020B0604030504040204" pitchFamily="34" charset="0"/>
              </a:rPr>
              <a:t>Access Control &amp; Role Management</a:t>
            </a:r>
          </a:p>
        </p:txBody>
      </p:sp>
      <p:sp>
        <p:nvSpPr>
          <p:cNvPr id="87" name="TextBox 86">
            <a:extLst>
              <a:ext uri="{FF2B5EF4-FFF2-40B4-BE49-F238E27FC236}">
                <a16:creationId xmlns:a16="http://schemas.microsoft.com/office/drawing/2014/main" id="{E9896CF1-1459-B5EC-5E96-DB4A0F8E2ABA}"/>
              </a:ext>
            </a:extLst>
          </p:cNvPr>
          <p:cNvSpPr txBox="1"/>
          <p:nvPr/>
        </p:nvSpPr>
        <p:spPr>
          <a:xfrm>
            <a:off x="10132101" y="5039234"/>
            <a:ext cx="2059897" cy="707886"/>
          </a:xfrm>
          <a:prstGeom prst="rect">
            <a:avLst/>
          </a:prstGeom>
          <a:solidFill>
            <a:schemeClr val="bg1"/>
          </a:solidFill>
          <a:effectLst>
            <a:outerShdw blurRad="63500" algn="ctr" rotWithShape="0">
              <a:prstClr val="black">
                <a:alpha val="40000"/>
              </a:prstClr>
            </a:outerShdw>
          </a:effectLst>
        </p:spPr>
        <p:txBody>
          <a:bodyPr wrap="square" rtlCol="0">
            <a:spAutoFit/>
          </a:bodyPr>
          <a:lstStyle/>
          <a:p>
            <a:pPr marL="171450" lvl="0" indent="-171450" defTabSz="457200">
              <a:buFont typeface="Arial" panose="020B0604020202020204" pitchFamily="34" charset="0"/>
              <a:buChar char="•"/>
              <a:defRPr/>
            </a:pPr>
            <a:r>
              <a:rPr lang="en-IN" sz="800" dirty="0">
                <a:solidFill>
                  <a:srgbClr val="000000"/>
                </a:solidFill>
                <a:latin typeface="Verdana" panose="020B0604030504040204"/>
              </a:rPr>
              <a:t>Cost Transparency &amp; TCO Governance</a:t>
            </a:r>
          </a:p>
          <a:p>
            <a:pPr marL="171450" indent="-171450" defTabSz="457200">
              <a:buFont typeface="Arial" panose="020B0604020202020204" pitchFamily="34" charset="0"/>
              <a:buChar char="•"/>
              <a:defRPr/>
            </a:pPr>
            <a:r>
              <a:rPr lang="en-IN" sz="800" dirty="0">
                <a:solidFill>
                  <a:srgbClr val="000000"/>
                </a:solidFill>
                <a:latin typeface="Verdana" panose="020B0604030504040204"/>
              </a:rPr>
              <a:t>Security, Ethics &amp; Compliance Guardrails</a:t>
            </a:r>
          </a:p>
          <a:p>
            <a:pPr marL="171450" indent="-171450" defTabSz="457200">
              <a:buFont typeface="Arial" panose="020B0604020202020204" pitchFamily="34" charset="0"/>
              <a:buChar char="•"/>
              <a:defRPr/>
            </a:pPr>
            <a:r>
              <a:rPr lang="en-IN" sz="800" dirty="0">
                <a:solidFill>
                  <a:srgbClr val="000000"/>
                </a:solidFill>
                <a:latin typeface="Verdana" panose="020B0604030504040204"/>
              </a:rPr>
              <a:t>Simulation &amp; Resilience Testing</a:t>
            </a:r>
          </a:p>
        </p:txBody>
      </p:sp>
      <p:cxnSp>
        <p:nvCxnSpPr>
          <p:cNvPr id="4" name="Straight Arrow Connector 3">
            <a:extLst>
              <a:ext uri="{FF2B5EF4-FFF2-40B4-BE49-F238E27FC236}">
                <a16:creationId xmlns:a16="http://schemas.microsoft.com/office/drawing/2014/main" id="{9B53D031-E08B-F198-3765-6098E58A5C34}"/>
              </a:ext>
            </a:extLst>
          </p:cNvPr>
          <p:cNvCxnSpPr>
            <a:cxnSpLocks/>
          </p:cNvCxnSpPr>
          <p:nvPr/>
        </p:nvCxnSpPr>
        <p:spPr>
          <a:xfrm>
            <a:off x="2539302" y="2189794"/>
            <a:ext cx="322846" cy="0"/>
          </a:xfrm>
          <a:prstGeom prst="straightConnector1">
            <a:avLst/>
          </a:prstGeom>
          <a:ln w="76200" cap="rnd">
            <a:solidFill>
              <a:schemeClr val="accent2"/>
            </a:solidFill>
            <a:tailEnd type="none"/>
          </a:ln>
        </p:spPr>
        <p:style>
          <a:lnRef idx="1">
            <a:schemeClr val="accent1"/>
          </a:lnRef>
          <a:fillRef idx="0">
            <a:schemeClr val="accent1"/>
          </a:fillRef>
          <a:effectRef idx="0">
            <a:schemeClr val="accent1"/>
          </a:effectRef>
          <a:fontRef idx="minor">
            <a:schemeClr val="tx1"/>
          </a:fontRef>
        </p:style>
      </p:cxnSp>
      <p:graphicFrame>
        <p:nvGraphicFramePr>
          <p:cNvPr id="6" name="Table 5">
            <a:extLst>
              <a:ext uri="{FF2B5EF4-FFF2-40B4-BE49-F238E27FC236}">
                <a16:creationId xmlns:a16="http://schemas.microsoft.com/office/drawing/2014/main" id="{C107A564-B8A7-F3D3-99CE-BBA89C267E2F}"/>
              </a:ext>
            </a:extLst>
          </p:cNvPr>
          <p:cNvGraphicFramePr>
            <a:graphicFrameLocks noGrp="1"/>
          </p:cNvGraphicFramePr>
          <p:nvPr>
            <p:extLst>
              <p:ext uri="{D42A27DB-BD31-4B8C-83A1-F6EECF244321}">
                <p14:modId xmlns:p14="http://schemas.microsoft.com/office/powerpoint/2010/main" val="1448795315"/>
              </p:ext>
            </p:extLst>
          </p:nvPr>
        </p:nvGraphicFramePr>
        <p:xfrm>
          <a:off x="2460812" y="927751"/>
          <a:ext cx="9503940" cy="370840"/>
        </p:xfrm>
        <a:graphic>
          <a:graphicData uri="http://schemas.openxmlformats.org/drawingml/2006/table">
            <a:tbl>
              <a:tblPr firstRow="1" bandRow="1">
                <a:tableStyleId>{5C22544A-7EE6-4342-B048-85BDC9FD1C3A}</a:tableStyleId>
              </a:tblPr>
              <a:tblGrid>
                <a:gridCol w="475197">
                  <a:extLst>
                    <a:ext uri="{9D8B030D-6E8A-4147-A177-3AD203B41FA5}">
                      <a16:colId xmlns:a16="http://schemas.microsoft.com/office/drawing/2014/main" val="2732123923"/>
                    </a:ext>
                  </a:extLst>
                </a:gridCol>
                <a:gridCol w="475197">
                  <a:extLst>
                    <a:ext uri="{9D8B030D-6E8A-4147-A177-3AD203B41FA5}">
                      <a16:colId xmlns:a16="http://schemas.microsoft.com/office/drawing/2014/main" val="18206785"/>
                    </a:ext>
                  </a:extLst>
                </a:gridCol>
                <a:gridCol w="475197">
                  <a:extLst>
                    <a:ext uri="{9D8B030D-6E8A-4147-A177-3AD203B41FA5}">
                      <a16:colId xmlns:a16="http://schemas.microsoft.com/office/drawing/2014/main" val="4012964812"/>
                    </a:ext>
                  </a:extLst>
                </a:gridCol>
                <a:gridCol w="475197">
                  <a:extLst>
                    <a:ext uri="{9D8B030D-6E8A-4147-A177-3AD203B41FA5}">
                      <a16:colId xmlns:a16="http://schemas.microsoft.com/office/drawing/2014/main" val="3177091233"/>
                    </a:ext>
                  </a:extLst>
                </a:gridCol>
                <a:gridCol w="475197">
                  <a:extLst>
                    <a:ext uri="{9D8B030D-6E8A-4147-A177-3AD203B41FA5}">
                      <a16:colId xmlns:a16="http://schemas.microsoft.com/office/drawing/2014/main" val="3714372996"/>
                    </a:ext>
                  </a:extLst>
                </a:gridCol>
                <a:gridCol w="475197">
                  <a:extLst>
                    <a:ext uri="{9D8B030D-6E8A-4147-A177-3AD203B41FA5}">
                      <a16:colId xmlns:a16="http://schemas.microsoft.com/office/drawing/2014/main" val="1140364775"/>
                    </a:ext>
                  </a:extLst>
                </a:gridCol>
                <a:gridCol w="475197">
                  <a:extLst>
                    <a:ext uri="{9D8B030D-6E8A-4147-A177-3AD203B41FA5}">
                      <a16:colId xmlns:a16="http://schemas.microsoft.com/office/drawing/2014/main" val="1101869041"/>
                    </a:ext>
                  </a:extLst>
                </a:gridCol>
                <a:gridCol w="475197">
                  <a:extLst>
                    <a:ext uri="{9D8B030D-6E8A-4147-A177-3AD203B41FA5}">
                      <a16:colId xmlns:a16="http://schemas.microsoft.com/office/drawing/2014/main" val="3498774408"/>
                    </a:ext>
                  </a:extLst>
                </a:gridCol>
                <a:gridCol w="475197">
                  <a:extLst>
                    <a:ext uri="{9D8B030D-6E8A-4147-A177-3AD203B41FA5}">
                      <a16:colId xmlns:a16="http://schemas.microsoft.com/office/drawing/2014/main" val="1631101720"/>
                    </a:ext>
                  </a:extLst>
                </a:gridCol>
                <a:gridCol w="475197">
                  <a:extLst>
                    <a:ext uri="{9D8B030D-6E8A-4147-A177-3AD203B41FA5}">
                      <a16:colId xmlns:a16="http://schemas.microsoft.com/office/drawing/2014/main" val="2130373561"/>
                    </a:ext>
                  </a:extLst>
                </a:gridCol>
                <a:gridCol w="475197">
                  <a:extLst>
                    <a:ext uri="{9D8B030D-6E8A-4147-A177-3AD203B41FA5}">
                      <a16:colId xmlns:a16="http://schemas.microsoft.com/office/drawing/2014/main" val="3193223324"/>
                    </a:ext>
                  </a:extLst>
                </a:gridCol>
                <a:gridCol w="475197">
                  <a:extLst>
                    <a:ext uri="{9D8B030D-6E8A-4147-A177-3AD203B41FA5}">
                      <a16:colId xmlns:a16="http://schemas.microsoft.com/office/drawing/2014/main" val="2715252112"/>
                    </a:ext>
                  </a:extLst>
                </a:gridCol>
                <a:gridCol w="475197">
                  <a:extLst>
                    <a:ext uri="{9D8B030D-6E8A-4147-A177-3AD203B41FA5}">
                      <a16:colId xmlns:a16="http://schemas.microsoft.com/office/drawing/2014/main" val="1830409657"/>
                    </a:ext>
                  </a:extLst>
                </a:gridCol>
                <a:gridCol w="475197">
                  <a:extLst>
                    <a:ext uri="{9D8B030D-6E8A-4147-A177-3AD203B41FA5}">
                      <a16:colId xmlns:a16="http://schemas.microsoft.com/office/drawing/2014/main" val="1769610265"/>
                    </a:ext>
                  </a:extLst>
                </a:gridCol>
                <a:gridCol w="475197">
                  <a:extLst>
                    <a:ext uri="{9D8B030D-6E8A-4147-A177-3AD203B41FA5}">
                      <a16:colId xmlns:a16="http://schemas.microsoft.com/office/drawing/2014/main" val="1968216393"/>
                    </a:ext>
                  </a:extLst>
                </a:gridCol>
                <a:gridCol w="475197">
                  <a:extLst>
                    <a:ext uri="{9D8B030D-6E8A-4147-A177-3AD203B41FA5}">
                      <a16:colId xmlns:a16="http://schemas.microsoft.com/office/drawing/2014/main" val="2240470399"/>
                    </a:ext>
                  </a:extLst>
                </a:gridCol>
                <a:gridCol w="475197">
                  <a:extLst>
                    <a:ext uri="{9D8B030D-6E8A-4147-A177-3AD203B41FA5}">
                      <a16:colId xmlns:a16="http://schemas.microsoft.com/office/drawing/2014/main" val="2034412657"/>
                    </a:ext>
                  </a:extLst>
                </a:gridCol>
                <a:gridCol w="475197">
                  <a:extLst>
                    <a:ext uri="{9D8B030D-6E8A-4147-A177-3AD203B41FA5}">
                      <a16:colId xmlns:a16="http://schemas.microsoft.com/office/drawing/2014/main" val="3434526424"/>
                    </a:ext>
                  </a:extLst>
                </a:gridCol>
                <a:gridCol w="475197">
                  <a:extLst>
                    <a:ext uri="{9D8B030D-6E8A-4147-A177-3AD203B41FA5}">
                      <a16:colId xmlns:a16="http://schemas.microsoft.com/office/drawing/2014/main" val="532219229"/>
                    </a:ext>
                  </a:extLst>
                </a:gridCol>
                <a:gridCol w="475197">
                  <a:extLst>
                    <a:ext uri="{9D8B030D-6E8A-4147-A177-3AD203B41FA5}">
                      <a16:colId xmlns:a16="http://schemas.microsoft.com/office/drawing/2014/main" val="42172987"/>
                    </a:ext>
                  </a:extLst>
                </a:gridCol>
              </a:tblGrid>
              <a:tr h="370840">
                <a:tc>
                  <a:txBody>
                    <a:bodyPr/>
                    <a:lstStyle/>
                    <a:p>
                      <a:pPr algn="ctr"/>
                      <a:r>
                        <a:rPr lang="en-IN" sz="800">
                          <a:latin typeface="Verdana" panose="020B0604030504040204" pitchFamily="34" charset="0"/>
                          <a:ea typeface="Verdana" panose="020B0604030504040204" pitchFamily="34" charset="0"/>
                        </a:rPr>
                        <a:t>W1</a:t>
                      </a:r>
                    </a:p>
                  </a:txBody>
                  <a:tcPr anchor="ctr">
                    <a:solidFill>
                      <a:schemeClr val="accent6">
                        <a:lumMod val="50000"/>
                      </a:schemeClr>
                    </a:solidFill>
                  </a:tcPr>
                </a:tc>
                <a:tc>
                  <a:txBody>
                    <a:bodyPr/>
                    <a:lstStyle/>
                    <a:p>
                      <a:pPr algn="ctr"/>
                      <a:r>
                        <a:rPr lang="en-IN" sz="800">
                          <a:latin typeface="Verdana" panose="020B0604030504040204" pitchFamily="34" charset="0"/>
                          <a:ea typeface="Verdana" panose="020B0604030504040204" pitchFamily="34" charset="0"/>
                        </a:rPr>
                        <a:t>W2</a:t>
                      </a:r>
                    </a:p>
                  </a:txBody>
                  <a:tcPr anchor="ctr">
                    <a:solidFill>
                      <a:schemeClr val="accent6">
                        <a:lumMod val="50000"/>
                      </a:schemeClr>
                    </a:solidFill>
                  </a:tcPr>
                </a:tc>
                <a:tc>
                  <a:txBody>
                    <a:bodyPr/>
                    <a:lstStyle/>
                    <a:p>
                      <a:pPr algn="ctr"/>
                      <a:r>
                        <a:rPr lang="en-IN" sz="800">
                          <a:latin typeface="Verdana" panose="020B0604030504040204" pitchFamily="34" charset="0"/>
                          <a:ea typeface="Verdana" panose="020B0604030504040204" pitchFamily="34" charset="0"/>
                        </a:rPr>
                        <a:t>W3</a:t>
                      </a:r>
                    </a:p>
                  </a:txBody>
                  <a:tcPr anchor="ctr">
                    <a:solidFill>
                      <a:schemeClr val="accent6">
                        <a:lumMod val="50000"/>
                      </a:schemeClr>
                    </a:solidFill>
                  </a:tcPr>
                </a:tc>
                <a:tc>
                  <a:txBody>
                    <a:bodyPr/>
                    <a:lstStyle/>
                    <a:p>
                      <a:pPr algn="ctr"/>
                      <a:r>
                        <a:rPr lang="en-IN" sz="800">
                          <a:latin typeface="Verdana" panose="020B0604030504040204" pitchFamily="34" charset="0"/>
                          <a:ea typeface="Verdana" panose="020B0604030504040204" pitchFamily="34" charset="0"/>
                        </a:rPr>
                        <a:t>W4</a:t>
                      </a:r>
                    </a:p>
                  </a:txBody>
                  <a:tcPr anchor="ctr">
                    <a:solidFill>
                      <a:schemeClr val="accent6">
                        <a:lumMod val="50000"/>
                      </a:schemeClr>
                    </a:solidFill>
                  </a:tcPr>
                </a:tc>
                <a:tc>
                  <a:txBody>
                    <a:bodyPr/>
                    <a:lstStyle/>
                    <a:p>
                      <a:pPr algn="ctr"/>
                      <a:r>
                        <a:rPr lang="en-IN" sz="800">
                          <a:latin typeface="Verdana" panose="020B0604030504040204" pitchFamily="34" charset="0"/>
                          <a:ea typeface="Verdana" panose="020B0604030504040204" pitchFamily="34" charset="0"/>
                        </a:rPr>
                        <a:t>W5</a:t>
                      </a:r>
                    </a:p>
                  </a:txBody>
                  <a:tcPr anchor="ctr">
                    <a:solidFill>
                      <a:schemeClr val="accent6">
                        <a:lumMod val="50000"/>
                      </a:schemeClr>
                    </a:solidFill>
                  </a:tcPr>
                </a:tc>
                <a:tc>
                  <a:txBody>
                    <a:bodyPr/>
                    <a:lstStyle/>
                    <a:p>
                      <a:pPr algn="ctr"/>
                      <a:r>
                        <a:rPr lang="en-IN" sz="800">
                          <a:latin typeface="Verdana" panose="020B0604030504040204" pitchFamily="34" charset="0"/>
                          <a:ea typeface="Verdana" panose="020B0604030504040204" pitchFamily="34" charset="0"/>
                        </a:rPr>
                        <a:t>W6</a:t>
                      </a:r>
                    </a:p>
                  </a:txBody>
                  <a:tcPr anchor="ctr">
                    <a:solidFill>
                      <a:schemeClr val="accent6">
                        <a:lumMod val="50000"/>
                      </a:schemeClr>
                    </a:solidFill>
                  </a:tcPr>
                </a:tc>
                <a:tc>
                  <a:txBody>
                    <a:bodyPr/>
                    <a:lstStyle/>
                    <a:p>
                      <a:pPr algn="ctr"/>
                      <a:r>
                        <a:rPr lang="en-IN" sz="800">
                          <a:latin typeface="Verdana" panose="020B0604030504040204" pitchFamily="34" charset="0"/>
                          <a:ea typeface="Verdana" panose="020B0604030504040204" pitchFamily="34" charset="0"/>
                        </a:rPr>
                        <a:t>W7</a:t>
                      </a:r>
                    </a:p>
                  </a:txBody>
                  <a:tcPr anchor="ctr">
                    <a:solidFill>
                      <a:schemeClr val="accent6">
                        <a:lumMod val="50000"/>
                      </a:schemeClr>
                    </a:solidFill>
                  </a:tcPr>
                </a:tc>
                <a:tc>
                  <a:txBody>
                    <a:bodyPr/>
                    <a:lstStyle/>
                    <a:p>
                      <a:pPr algn="ctr"/>
                      <a:r>
                        <a:rPr lang="en-IN" sz="800">
                          <a:latin typeface="Verdana" panose="020B0604030504040204" pitchFamily="34" charset="0"/>
                          <a:ea typeface="Verdana" panose="020B0604030504040204" pitchFamily="34" charset="0"/>
                        </a:rPr>
                        <a:t>W8</a:t>
                      </a:r>
                    </a:p>
                  </a:txBody>
                  <a:tcPr anchor="ctr">
                    <a:solidFill>
                      <a:schemeClr val="accent6">
                        <a:lumMod val="50000"/>
                      </a:schemeClr>
                    </a:solidFill>
                  </a:tcPr>
                </a:tc>
                <a:tc>
                  <a:txBody>
                    <a:bodyPr/>
                    <a:lstStyle/>
                    <a:p>
                      <a:pPr algn="ctr"/>
                      <a:r>
                        <a:rPr lang="en-IN" sz="800">
                          <a:latin typeface="Verdana" panose="020B0604030504040204" pitchFamily="34" charset="0"/>
                          <a:ea typeface="Verdana" panose="020B0604030504040204" pitchFamily="34" charset="0"/>
                        </a:rPr>
                        <a:t>W9</a:t>
                      </a:r>
                    </a:p>
                  </a:txBody>
                  <a:tcPr anchor="ctr">
                    <a:solidFill>
                      <a:schemeClr val="accent6">
                        <a:lumMod val="50000"/>
                      </a:schemeClr>
                    </a:solidFill>
                  </a:tcPr>
                </a:tc>
                <a:tc>
                  <a:txBody>
                    <a:bodyPr/>
                    <a:lstStyle/>
                    <a:p>
                      <a:pPr algn="ctr"/>
                      <a:r>
                        <a:rPr lang="en-IN" sz="800">
                          <a:latin typeface="Verdana" panose="020B0604030504040204" pitchFamily="34" charset="0"/>
                          <a:ea typeface="Verdana" panose="020B0604030504040204" pitchFamily="34" charset="0"/>
                        </a:rPr>
                        <a:t>W10</a:t>
                      </a:r>
                    </a:p>
                  </a:txBody>
                  <a:tcPr anchor="ctr">
                    <a:solidFill>
                      <a:schemeClr val="accent6">
                        <a:lumMod val="50000"/>
                      </a:schemeClr>
                    </a:solidFill>
                  </a:tcPr>
                </a:tc>
                <a:tc>
                  <a:txBody>
                    <a:bodyPr/>
                    <a:lstStyle/>
                    <a:p>
                      <a:pPr algn="ctr"/>
                      <a:r>
                        <a:rPr lang="en-IN" sz="800">
                          <a:latin typeface="Verdana" panose="020B0604030504040204" pitchFamily="34" charset="0"/>
                          <a:ea typeface="Verdana" panose="020B0604030504040204" pitchFamily="34" charset="0"/>
                        </a:rPr>
                        <a:t>W11</a:t>
                      </a:r>
                    </a:p>
                  </a:txBody>
                  <a:tcPr anchor="ctr">
                    <a:solidFill>
                      <a:schemeClr val="accent6">
                        <a:lumMod val="50000"/>
                      </a:schemeClr>
                    </a:solidFill>
                  </a:tcPr>
                </a:tc>
                <a:tc>
                  <a:txBody>
                    <a:bodyPr/>
                    <a:lstStyle/>
                    <a:p>
                      <a:pPr algn="ctr"/>
                      <a:r>
                        <a:rPr lang="en-IN" sz="800">
                          <a:latin typeface="Verdana" panose="020B0604030504040204" pitchFamily="34" charset="0"/>
                          <a:ea typeface="Verdana" panose="020B0604030504040204" pitchFamily="34" charset="0"/>
                        </a:rPr>
                        <a:t>W12</a:t>
                      </a:r>
                    </a:p>
                  </a:txBody>
                  <a:tcPr anchor="ctr">
                    <a:solidFill>
                      <a:schemeClr val="accent6">
                        <a:lumMod val="50000"/>
                      </a:schemeClr>
                    </a:solidFill>
                  </a:tcPr>
                </a:tc>
                <a:tc>
                  <a:txBody>
                    <a:bodyPr/>
                    <a:lstStyle/>
                    <a:p>
                      <a:pPr algn="ctr"/>
                      <a:r>
                        <a:rPr lang="en-IN" sz="800">
                          <a:latin typeface="Verdana" panose="020B0604030504040204" pitchFamily="34" charset="0"/>
                          <a:ea typeface="Verdana" panose="020B0604030504040204" pitchFamily="34" charset="0"/>
                        </a:rPr>
                        <a:t>W13</a:t>
                      </a:r>
                    </a:p>
                  </a:txBody>
                  <a:tcPr anchor="ctr">
                    <a:solidFill>
                      <a:schemeClr val="accent6">
                        <a:lumMod val="50000"/>
                      </a:schemeClr>
                    </a:solidFill>
                  </a:tcPr>
                </a:tc>
                <a:tc>
                  <a:txBody>
                    <a:bodyPr/>
                    <a:lstStyle/>
                    <a:p>
                      <a:pPr algn="ctr"/>
                      <a:r>
                        <a:rPr lang="en-IN" sz="800">
                          <a:latin typeface="Verdana" panose="020B0604030504040204" pitchFamily="34" charset="0"/>
                          <a:ea typeface="Verdana" panose="020B0604030504040204" pitchFamily="34" charset="0"/>
                        </a:rPr>
                        <a:t>W14</a:t>
                      </a:r>
                    </a:p>
                  </a:txBody>
                  <a:tcPr anchor="ctr">
                    <a:solidFill>
                      <a:schemeClr val="accent6">
                        <a:lumMod val="50000"/>
                      </a:schemeClr>
                    </a:solidFill>
                  </a:tcPr>
                </a:tc>
                <a:tc>
                  <a:txBody>
                    <a:bodyPr/>
                    <a:lstStyle/>
                    <a:p>
                      <a:pPr algn="ctr"/>
                      <a:r>
                        <a:rPr lang="en-IN" sz="800">
                          <a:latin typeface="Verdana" panose="020B0604030504040204" pitchFamily="34" charset="0"/>
                          <a:ea typeface="Verdana" panose="020B0604030504040204" pitchFamily="34" charset="0"/>
                        </a:rPr>
                        <a:t>W15</a:t>
                      </a:r>
                    </a:p>
                  </a:txBody>
                  <a:tcPr anchor="ctr">
                    <a:solidFill>
                      <a:schemeClr val="accent6">
                        <a:lumMod val="50000"/>
                      </a:schemeClr>
                    </a:solidFill>
                  </a:tcPr>
                </a:tc>
                <a:tc>
                  <a:txBody>
                    <a:bodyPr/>
                    <a:lstStyle/>
                    <a:p>
                      <a:pPr algn="ctr"/>
                      <a:r>
                        <a:rPr lang="en-IN" sz="800">
                          <a:latin typeface="Verdana" panose="020B0604030504040204" pitchFamily="34" charset="0"/>
                          <a:ea typeface="Verdana" panose="020B0604030504040204" pitchFamily="34" charset="0"/>
                        </a:rPr>
                        <a:t>W16</a:t>
                      </a:r>
                    </a:p>
                  </a:txBody>
                  <a:tcPr anchor="ctr">
                    <a:solidFill>
                      <a:schemeClr val="accent6">
                        <a:lumMod val="50000"/>
                      </a:schemeClr>
                    </a:solidFill>
                  </a:tcPr>
                </a:tc>
                <a:tc>
                  <a:txBody>
                    <a:bodyPr/>
                    <a:lstStyle/>
                    <a:p>
                      <a:pPr algn="ctr"/>
                      <a:r>
                        <a:rPr lang="en-IN" sz="800">
                          <a:latin typeface="Verdana" panose="020B0604030504040204" pitchFamily="34" charset="0"/>
                          <a:ea typeface="Verdana" panose="020B0604030504040204" pitchFamily="34" charset="0"/>
                        </a:rPr>
                        <a:t>W17</a:t>
                      </a:r>
                    </a:p>
                  </a:txBody>
                  <a:tcPr anchor="ctr">
                    <a:solidFill>
                      <a:schemeClr val="accent6">
                        <a:lumMod val="50000"/>
                      </a:schemeClr>
                    </a:solidFill>
                  </a:tcPr>
                </a:tc>
                <a:tc>
                  <a:txBody>
                    <a:bodyPr/>
                    <a:lstStyle/>
                    <a:p>
                      <a:pPr algn="ctr"/>
                      <a:r>
                        <a:rPr lang="en-IN" sz="800">
                          <a:latin typeface="Verdana" panose="020B0604030504040204" pitchFamily="34" charset="0"/>
                          <a:ea typeface="Verdana" panose="020B0604030504040204" pitchFamily="34" charset="0"/>
                        </a:rPr>
                        <a:t>W18</a:t>
                      </a:r>
                    </a:p>
                  </a:txBody>
                  <a:tcPr anchor="ctr">
                    <a:solidFill>
                      <a:schemeClr val="accent6">
                        <a:lumMod val="50000"/>
                      </a:schemeClr>
                    </a:solidFill>
                  </a:tcPr>
                </a:tc>
                <a:tc>
                  <a:txBody>
                    <a:bodyPr/>
                    <a:lstStyle/>
                    <a:p>
                      <a:pPr algn="ctr"/>
                      <a:r>
                        <a:rPr lang="en-IN" sz="800">
                          <a:latin typeface="Verdana" panose="020B0604030504040204" pitchFamily="34" charset="0"/>
                          <a:ea typeface="Verdana" panose="020B0604030504040204" pitchFamily="34" charset="0"/>
                        </a:rPr>
                        <a:t>W19</a:t>
                      </a:r>
                    </a:p>
                  </a:txBody>
                  <a:tcPr anchor="ctr">
                    <a:solidFill>
                      <a:schemeClr val="accent6">
                        <a:lumMod val="50000"/>
                      </a:schemeClr>
                    </a:solidFill>
                  </a:tcPr>
                </a:tc>
                <a:tc>
                  <a:txBody>
                    <a:bodyPr/>
                    <a:lstStyle/>
                    <a:p>
                      <a:pPr algn="ctr"/>
                      <a:r>
                        <a:rPr lang="en-IN" sz="800" dirty="0">
                          <a:latin typeface="Verdana" panose="020B0604030504040204" pitchFamily="34" charset="0"/>
                          <a:ea typeface="Verdana" panose="020B0604030504040204" pitchFamily="34" charset="0"/>
                        </a:rPr>
                        <a:t>W20</a:t>
                      </a:r>
                    </a:p>
                  </a:txBody>
                  <a:tcPr anchor="ctr">
                    <a:solidFill>
                      <a:schemeClr val="accent6">
                        <a:lumMod val="50000"/>
                      </a:schemeClr>
                    </a:solidFill>
                  </a:tcPr>
                </a:tc>
                <a:extLst>
                  <a:ext uri="{0D108BD9-81ED-4DB2-BD59-A6C34878D82A}">
                    <a16:rowId xmlns:a16="http://schemas.microsoft.com/office/drawing/2014/main" val="4036722026"/>
                  </a:ext>
                </a:extLst>
              </a:tr>
            </a:tbl>
          </a:graphicData>
        </a:graphic>
      </p:graphicFrame>
      <p:cxnSp>
        <p:nvCxnSpPr>
          <p:cNvPr id="88" name="Straight Arrow Connector 87">
            <a:extLst>
              <a:ext uri="{FF2B5EF4-FFF2-40B4-BE49-F238E27FC236}">
                <a16:creationId xmlns:a16="http://schemas.microsoft.com/office/drawing/2014/main" id="{9BA0C9B3-0732-6910-10F1-C6D392B62122}"/>
              </a:ext>
            </a:extLst>
          </p:cNvPr>
          <p:cNvCxnSpPr>
            <a:cxnSpLocks/>
          </p:cNvCxnSpPr>
          <p:nvPr/>
        </p:nvCxnSpPr>
        <p:spPr>
          <a:xfrm>
            <a:off x="3015411" y="2349720"/>
            <a:ext cx="1324333" cy="0"/>
          </a:xfrm>
          <a:prstGeom prst="straightConnector1">
            <a:avLst/>
          </a:prstGeom>
          <a:ln w="76200" cap="rnd">
            <a:solidFill>
              <a:schemeClr val="accent2"/>
            </a:solidFill>
            <a:tailEnd type="none"/>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1BBF2BF7-FD1B-6291-FDC1-C0A8E9DC54B0}"/>
              </a:ext>
            </a:extLst>
          </p:cNvPr>
          <p:cNvCxnSpPr>
            <a:cxnSpLocks/>
          </p:cNvCxnSpPr>
          <p:nvPr/>
        </p:nvCxnSpPr>
        <p:spPr>
          <a:xfrm>
            <a:off x="3445561" y="2528837"/>
            <a:ext cx="849870" cy="0"/>
          </a:xfrm>
          <a:prstGeom prst="straightConnector1">
            <a:avLst/>
          </a:prstGeom>
          <a:ln w="76200" cap="rnd">
            <a:solidFill>
              <a:schemeClr val="accent2"/>
            </a:solidFill>
            <a:tailEnd type="none"/>
          </a:ln>
        </p:spPr>
        <p:style>
          <a:lnRef idx="1">
            <a:schemeClr val="accent1"/>
          </a:lnRef>
          <a:fillRef idx="0">
            <a:schemeClr val="accent1"/>
          </a:fillRef>
          <a:effectRef idx="0">
            <a:schemeClr val="accent1"/>
          </a:effectRef>
          <a:fontRef idx="minor">
            <a:schemeClr val="tx1"/>
          </a:fontRef>
        </p:style>
      </p:cxnSp>
      <p:cxnSp>
        <p:nvCxnSpPr>
          <p:cNvPr id="91" name="Straight Arrow Connector 90">
            <a:extLst>
              <a:ext uri="{FF2B5EF4-FFF2-40B4-BE49-F238E27FC236}">
                <a16:creationId xmlns:a16="http://schemas.microsoft.com/office/drawing/2014/main" id="{007BCD59-9B1C-DE29-489F-E54CC75E99BF}"/>
              </a:ext>
            </a:extLst>
          </p:cNvPr>
          <p:cNvCxnSpPr>
            <a:cxnSpLocks/>
          </p:cNvCxnSpPr>
          <p:nvPr/>
        </p:nvCxnSpPr>
        <p:spPr>
          <a:xfrm>
            <a:off x="2987964" y="6059926"/>
            <a:ext cx="7068776" cy="0"/>
          </a:xfrm>
          <a:prstGeom prst="straightConnector1">
            <a:avLst/>
          </a:prstGeom>
          <a:ln w="76200" cap="rnd">
            <a:solidFill>
              <a:schemeClr val="accent6">
                <a:lumMod val="75000"/>
              </a:schemeClr>
            </a:solidFill>
            <a:tailEnd type="none"/>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FD53CFF5-301C-4973-D704-3384B1F52D15}"/>
              </a:ext>
            </a:extLst>
          </p:cNvPr>
          <p:cNvSpPr txBox="1"/>
          <p:nvPr/>
        </p:nvSpPr>
        <p:spPr>
          <a:xfrm>
            <a:off x="10169902" y="5933428"/>
            <a:ext cx="1873584" cy="215444"/>
          </a:xfrm>
          <a:prstGeom prst="rect">
            <a:avLst/>
          </a:prstGeom>
          <a:solidFill>
            <a:schemeClr val="bg1"/>
          </a:solidFill>
          <a:effectLst>
            <a:outerShdw blurRad="63500" algn="ctr" rotWithShape="0">
              <a:prstClr val="black">
                <a:alpha val="40000"/>
              </a:prstClr>
            </a:outerShdw>
          </a:effectLst>
        </p:spPr>
        <p:txBody>
          <a:bodyPr wrap="square" rtlCol="0">
            <a:spAutoFit/>
          </a:bodyPr>
          <a:lstStyle/>
          <a:p>
            <a:r>
              <a:rPr lang="en-IN" sz="800" dirty="0">
                <a:latin typeface="Verdana"/>
                <a:ea typeface="Verdana"/>
              </a:rPr>
              <a:t>Upskilling /Ascender 2.0</a:t>
            </a:r>
            <a:endParaRPr lang="en-IN" sz="800" b="1" dirty="0">
              <a:latin typeface="Verdana"/>
              <a:ea typeface="Verdana"/>
            </a:endParaRPr>
          </a:p>
        </p:txBody>
      </p:sp>
      <p:cxnSp>
        <p:nvCxnSpPr>
          <p:cNvPr id="95" name="Straight Arrow Connector 94">
            <a:extLst>
              <a:ext uri="{FF2B5EF4-FFF2-40B4-BE49-F238E27FC236}">
                <a16:creationId xmlns:a16="http://schemas.microsoft.com/office/drawing/2014/main" id="{F0CA0226-7B7D-5DF9-0CB5-AF87D7561554}"/>
              </a:ext>
            </a:extLst>
          </p:cNvPr>
          <p:cNvCxnSpPr>
            <a:cxnSpLocks/>
          </p:cNvCxnSpPr>
          <p:nvPr/>
        </p:nvCxnSpPr>
        <p:spPr>
          <a:xfrm>
            <a:off x="5351939" y="4708072"/>
            <a:ext cx="4142954" cy="0"/>
          </a:xfrm>
          <a:prstGeom prst="straightConnector1">
            <a:avLst/>
          </a:prstGeom>
          <a:ln w="76200" cap="rnd">
            <a:solidFill>
              <a:schemeClr val="accent5"/>
            </a:solidFill>
            <a:tailEnd type="none"/>
          </a:ln>
        </p:spPr>
        <p:style>
          <a:lnRef idx="1">
            <a:schemeClr val="accent1"/>
          </a:lnRef>
          <a:fillRef idx="0">
            <a:schemeClr val="accent1"/>
          </a:fillRef>
          <a:effectRef idx="0">
            <a:schemeClr val="accent1"/>
          </a:effectRef>
          <a:fontRef idx="minor">
            <a:schemeClr val="tx1"/>
          </a:fontRef>
        </p:style>
      </p:cxnSp>
      <p:sp>
        <p:nvSpPr>
          <p:cNvPr id="101" name="Sun 100">
            <a:extLst>
              <a:ext uri="{FF2B5EF4-FFF2-40B4-BE49-F238E27FC236}">
                <a16:creationId xmlns:a16="http://schemas.microsoft.com/office/drawing/2014/main" id="{A8A9FED8-8EA6-17A8-EB34-30A5E3F859E1}"/>
              </a:ext>
            </a:extLst>
          </p:cNvPr>
          <p:cNvSpPr/>
          <p:nvPr/>
        </p:nvSpPr>
        <p:spPr>
          <a:xfrm>
            <a:off x="2862148" y="1403502"/>
            <a:ext cx="206829" cy="195144"/>
          </a:xfrm>
          <a:prstGeom prst="sun">
            <a:avLst/>
          </a:prstGeom>
          <a:solidFill>
            <a:srgbClr val="FFFF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2" name="Sun 101">
            <a:extLst>
              <a:ext uri="{FF2B5EF4-FFF2-40B4-BE49-F238E27FC236}">
                <a16:creationId xmlns:a16="http://schemas.microsoft.com/office/drawing/2014/main" id="{7CE1A91E-39D8-D221-D9D5-447D62DA5337}"/>
              </a:ext>
            </a:extLst>
          </p:cNvPr>
          <p:cNvSpPr/>
          <p:nvPr/>
        </p:nvSpPr>
        <p:spPr>
          <a:xfrm>
            <a:off x="3287717" y="1645140"/>
            <a:ext cx="206829" cy="195144"/>
          </a:xfrm>
          <a:prstGeom prst="sun">
            <a:avLst/>
          </a:prstGeom>
          <a:solidFill>
            <a:srgbClr val="FFFF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3" name="Sun 102">
            <a:extLst>
              <a:ext uri="{FF2B5EF4-FFF2-40B4-BE49-F238E27FC236}">
                <a16:creationId xmlns:a16="http://schemas.microsoft.com/office/drawing/2014/main" id="{6ACD0548-D2F9-8C74-BFC7-FFD5F6C51532}"/>
              </a:ext>
            </a:extLst>
          </p:cNvPr>
          <p:cNvSpPr/>
          <p:nvPr/>
        </p:nvSpPr>
        <p:spPr>
          <a:xfrm>
            <a:off x="2799097" y="2102104"/>
            <a:ext cx="206829" cy="195144"/>
          </a:xfrm>
          <a:prstGeom prst="sun">
            <a:avLst/>
          </a:prstGeom>
          <a:solidFill>
            <a:srgbClr val="FFFF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4" name="Sun 103">
            <a:extLst>
              <a:ext uri="{FF2B5EF4-FFF2-40B4-BE49-F238E27FC236}">
                <a16:creationId xmlns:a16="http://schemas.microsoft.com/office/drawing/2014/main" id="{24F6825B-3CFB-480C-62D7-09E5373C0E65}"/>
              </a:ext>
            </a:extLst>
          </p:cNvPr>
          <p:cNvSpPr/>
          <p:nvPr/>
        </p:nvSpPr>
        <p:spPr>
          <a:xfrm>
            <a:off x="4203166" y="2252148"/>
            <a:ext cx="206829" cy="195144"/>
          </a:xfrm>
          <a:prstGeom prst="sun">
            <a:avLst/>
          </a:prstGeom>
          <a:solidFill>
            <a:srgbClr val="FFFF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5" name="Sun 104">
            <a:extLst>
              <a:ext uri="{FF2B5EF4-FFF2-40B4-BE49-F238E27FC236}">
                <a16:creationId xmlns:a16="http://schemas.microsoft.com/office/drawing/2014/main" id="{448B18E2-B28D-C738-BB34-3243869CEE08}"/>
              </a:ext>
            </a:extLst>
          </p:cNvPr>
          <p:cNvSpPr/>
          <p:nvPr/>
        </p:nvSpPr>
        <p:spPr>
          <a:xfrm>
            <a:off x="4203166" y="2431265"/>
            <a:ext cx="206829" cy="195144"/>
          </a:xfrm>
          <a:prstGeom prst="sun">
            <a:avLst/>
          </a:prstGeom>
          <a:solidFill>
            <a:srgbClr val="FFFF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7" name="Sun 106">
            <a:extLst>
              <a:ext uri="{FF2B5EF4-FFF2-40B4-BE49-F238E27FC236}">
                <a16:creationId xmlns:a16="http://schemas.microsoft.com/office/drawing/2014/main" id="{DFAC3E4D-5A5F-CEDD-C58D-CABC133672AC}"/>
              </a:ext>
            </a:extLst>
          </p:cNvPr>
          <p:cNvSpPr/>
          <p:nvPr/>
        </p:nvSpPr>
        <p:spPr>
          <a:xfrm>
            <a:off x="9488228" y="4606872"/>
            <a:ext cx="206829" cy="195144"/>
          </a:xfrm>
          <a:prstGeom prst="sun">
            <a:avLst/>
          </a:prstGeom>
          <a:solidFill>
            <a:srgbClr val="FFFF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8" name="Sun 107">
            <a:extLst>
              <a:ext uri="{FF2B5EF4-FFF2-40B4-BE49-F238E27FC236}">
                <a16:creationId xmlns:a16="http://schemas.microsoft.com/office/drawing/2014/main" id="{2F636B9B-46B9-F1CD-206F-E7306A6FFBFC}"/>
              </a:ext>
            </a:extLst>
          </p:cNvPr>
          <p:cNvSpPr/>
          <p:nvPr/>
        </p:nvSpPr>
        <p:spPr>
          <a:xfrm>
            <a:off x="9941075" y="5970361"/>
            <a:ext cx="206829" cy="195144"/>
          </a:xfrm>
          <a:prstGeom prst="sun">
            <a:avLst/>
          </a:prstGeom>
          <a:solidFill>
            <a:srgbClr val="FFFF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5" name="Straight Arrow Connector 64">
            <a:extLst>
              <a:ext uri="{FF2B5EF4-FFF2-40B4-BE49-F238E27FC236}">
                <a16:creationId xmlns:a16="http://schemas.microsoft.com/office/drawing/2014/main" id="{40D89127-521F-C048-EC83-9E5840E66AE9}"/>
              </a:ext>
            </a:extLst>
          </p:cNvPr>
          <p:cNvCxnSpPr>
            <a:cxnSpLocks/>
          </p:cNvCxnSpPr>
          <p:nvPr/>
        </p:nvCxnSpPr>
        <p:spPr>
          <a:xfrm>
            <a:off x="6352673" y="5367487"/>
            <a:ext cx="3591849" cy="0"/>
          </a:xfrm>
          <a:prstGeom prst="straightConnector1">
            <a:avLst/>
          </a:prstGeom>
          <a:ln w="76200" cap="rnd">
            <a:solidFill>
              <a:schemeClr val="accent6"/>
            </a:solidFill>
            <a:tailEnd type="none"/>
          </a:ln>
        </p:spPr>
        <p:style>
          <a:lnRef idx="1">
            <a:schemeClr val="accent1"/>
          </a:lnRef>
          <a:fillRef idx="0">
            <a:schemeClr val="accent1"/>
          </a:fillRef>
          <a:effectRef idx="0">
            <a:schemeClr val="accent1"/>
          </a:effectRef>
          <a:fontRef idx="minor">
            <a:schemeClr val="tx1"/>
          </a:fontRef>
        </p:style>
      </p:cxnSp>
      <p:sp>
        <p:nvSpPr>
          <p:cNvPr id="68" name="Sun 67">
            <a:extLst>
              <a:ext uri="{FF2B5EF4-FFF2-40B4-BE49-F238E27FC236}">
                <a16:creationId xmlns:a16="http://schemas.microsoft.com/office/drawing/2014/main" id="{61A45C0F-0DA7-CAF0-D33E-0BCF6B7FA32B}"/>
              </a:ext>
            </a:extLst>
          </p:cNvPr>
          <p:cNvSpPr/>
          <p:nvPr/>
        </p:nvSpPr>
        <p:spPr>
          <a:xfrm>
            <a:off x="9925272" y="5269915"/>
            <a:ext cx="206829" cy="195144"/>
          </a:xfrm>
          <a:prstGeom prst="sun">
            <a:avLst/>
          </a:prstGeom>
          <a:solidFill>
            <a:srgbClr val="FFFF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Rectangle 30">
            <a:extLst>
              <a:ext uri="{FF2B5EF4-FFF2-40B4-BE49-F238E27FC236}">
                <a16:creationId xmlns:a16="http://schemas.microsoft.com/office/drawing/2014/main" id="{AABD3AED-B733-EB5D-D2D4-31D6981E25A9}"/>
              </a:ext>
            </a:extLst>
          </p:cNvPr>
          <p:cNvSpPr/>
          <p:nvPr/>
        </p:nvSpPr>
        <p:spPr>
          <a:xfrm>
            <a:off x="162851" y="2804891"/>
            <a:ext cx="2306320" cy="430887"/>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9AC62661-CFEB-64C0-9D3D-D788F56EEA8D}"/>
              </a:ext>
            </a:extLst>
          </p:cNvPr>
          <p:cNvSpPr txBox="1"/>
          <p:nvPr/>
        </p:nvSpPr>
        <p:spPr>
          <a:xfrm>
            <a:off x="407681" y="2905431"/>
            <a:ext cx="1774525" cy="246221"/>
          </a:xfrm>
          <a:prstGeom prst="rect">
            <a:avLst/>
          </a:prstGeom>
          <a:noFill/>
        </p:spPr>
        <p:txBody>
          <a:bodyPr wrap="none" lIns="0" rIns="0" rtlCol="0">
            <a:spAutoFit/>
          </a:bodyPr>
          <a:lstStyle/>
          <a:p>
            <a:pPr algn="ctr"/>
            <a:r>
              <a:rPr lang="en-IN" sz="1000" b="1" dirty="0">
                <a:solidFill>
                  <a:schemeClr val="bg1"/>
                </a:solidFill>
                <a:latin typeface="Verdana"/>
                <a:ea typeface="Verdana"/>
              </a:rPr>
              <a:t>3. Program Management</a:t>
            </a:r>
            <a:endParaRPr lang="en-IN" sz="1000" dirty="0">
              <a:solidFill>
                <a:schemeClr val="bg1"/>
              </a:solidFill>
              <a:latin typeface="Verdana"/>
              <a:ea typeface="Verdana"/>
            </a:endParaRPr>
          </a:p>
        </p:txBody>
      </p:sp>
      <p:cxnSp>
        <p:nvCxnSpPr>
          <p:cNvPr id="34" name="Straight Arrow Connector 33">
            <a:extLst>
              <a:ext uri="{FF2B5EF4-FFF2-40B4-BE49-F238E27FC236}">
                <a16:creationId xmlns:a16="http://schemas.microsoft.com/office/drawing/2014/main" id="{96B6B507-F074-4EE4-377A-1B6DA8DB277A}"/>
              </a:ext>
            </a:extLst>
          </p:cNvPr>
          <p:cNvCxnSpPr>
            <a:cxnSpLocks/>
          </p:cNvCxnSpPr>
          <p:nvPr/>
        </p:nvCxnSpPr>
        <p:spPr>
          <a:xfrm>
            <a:off x="4409995" y="2981092"/>
            <a:ext cx="4228215" cy="0"/>
          </a:xfrm>
          <a:prstGeom prst="straightConnector1">
            <a:avLst/>
          </a:prstGeom>
          <a:ln w="76200" cap="rnd">
            <a:solidFill>
              <a:srgbClr val="006350"/>
            </a:solidFill>
            <a:tailEnd type="none"/>
          </a:ln>
        </p:spPr>
        <p:style>
          <a:lnRef idx="1">
            <a:schemeClr val="accent1"/>
          </a:lnRef>
          <a:fillRef idx="0">
            <a:schemeClr val="accent1"/>
          </a:fillRef>
          <a:effectRef idx="0">
            <a:schemeClr val="accent1"/>
          </a:effectRef>
          <a:fontRef idx="minor">
            <a:schemeClr val="tx1"/>
          </a:fontRef>
        </p:style>
      </p:cxnSp>
      <p:sp>
        <p:nvSpPr>
          <p:cNvPr id="56" name="Sun 55">
            <a:extLst>
              <a:ext uri="{FF2B5EF4-FFF2-40B4-BE49-F238E27FC236}">
                <a16:creationId xmlns:a16="http://schemas.microsoft.com/office/drawing/2014/main" id="{67F5D06E-1D8A-A075-A3BC-EED2B5340F6A}"/>
              </a:ext>
            </a:extLst>
          </p:cNvPr>
          <p:cNvSpPr/>
          <p:nvPr/>
        </p:nvSpPr>
        <p:spPr>
          <a:xfrm>
            <a:off x="8553965" y="2870530"/>
            <a:ext cx="206829" cy="195144"/>
          </a:xfrm>
          <a:prstGeom prst="sun">
            <a:avLst/>
          </a:prstGeom>
          <a:solidFill>
            <a:srgbClr val="FFFF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7" name="Straight Arrow Connector 6">
            <a:extLst>
              <a:ext uri="{FF2B5EF4-FFF2-40B4-BE49-F238E27FC236}">
                <a16:creationId xmlns:a16="http://schemas.microsoft.com/office/drawing/2014/main" id="{0A7AF0F3-D479-3893-1DD4-151DF5D436DF}"/>
              </a:ext>
            </a:extLst>
          </p:cNvPr>
          <p:cNvCxnSpPr>
            <a:cxnSpLocks/>
          </p:cNvCxnSpPr>
          <p:nvPr/>
        </p:nvCxnSpPr>
        <p:spPr>
          <a:xfrm>
            <a:off x="4432736" y="3470948"/>
            <a:ext cx="3246455" cy="0"/>
          </a:xfrm>
          <a:prstGeom prst="straightConnector1">
            <a:avLst/>
          </a:prstGeom>
          <a:ln w="76200" cap="rnd">
            <a:solidFill>
              <a:schemeClr val="accent5"/>
            </a:solidFill>
            <a:tailEnd type="non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18BFB3B1-A754-D0D7-D711-871EAF3C34E2}"/>
              </a:ext>
            </a:extLst>
          </p:cNvPr>
          <p:cNvCxnSpPr>
            <a:cxnSpLocks/>
          </p:cNvCxnSpPr>
          <p:nvPr/>
        </p:nvCxnSpPr>
        <p:spPr>
          <a:xfrm>
            <a:off x="4400078" y="3732206"/>
            <a:ext cx="4186591" cy="0"/>
          </a:xfrm>
          <a:prstGeom prst="straightConnector1">
            <a:avLst/>
          </a:prstGeom>
          <a:ln w="76200" cap="rnd">
            <a:solidFill>
              <a:schemeClr val="accent5"/>
            </a:solidFill>
            <a:tailEnd type="non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6FED21E4-90CE-D9D8-C28D-00442F94FADC}"/>
              </a:ext>
            </a:extLst>
          </p:cNvPr>
          <p:cNvCxnSpPr>
            <a:cxnSpLocks/>
          </p:cNvCxnSpPr>
          <p:nvPr/>
        </p:nvCxnSpPr>
        <p:spPr>
          <a:xfrm>
            <a:off x="6270217" y="3960019"/>
            <a:ext cx="2808059" cy="0"/>
          </a:xfrm>
          <a:prstGeom prst="straightConnector1">
            <a:avLst/>
          </a:prstGeom>
          <a:ln w="76200" cap="rnd">
            <a:solidFill>
              <a:schemeClr val="accent5"/>
            </a:solidFill>
            <a:tailEnd type="none"/>
          </a:ln>
        </p:spPr>
        <p:style>
          <a:lnRef idx="1">
            <a:schemeClr val="accent1"/>
          </a:lnRef>
          <a:fillRef idx="0">
            <a:schemeClr val="accent1"/>
          </a:fillRef>
          <a:effectRef idx="0">
            <a:schemeClr val="accent1"/>
          </a:effectRef>
          <a:fontRef idx="minor">
            <a:schemeClr val="tx1"/>
          </a:fontRef>
        </p:style>
      </p:cxnSp>
      <p:sp>
        <p:nvSpPr>
          <p:cNvPr id="70" name="Sun 69">
            <a:extLst>
              <a:ext uri="{FF2B5EF4-FFF2-40B4-BE49-F238E27FC236}">
                <a16:creationId xmlns:a16="http://schemas.microsoft.com/office/drawing/2014/main" id="{AE148738-D65E-B541-24AE-808075775B45}"/>
              </a:ext>
            </a:extLst>
          </p:cNvPr>
          <p:cNvSpPr/>
          <p:nvPr/>
        </p:nvSpPr>
        <p:spPr>
          <a:xfrm>
            <a:off x="7573850" y="3360207"/>
            <a:ext cx="206829" cy="195144"/>
          </a:xfrm>
          <a:prstGeom prst="sun">
            <a:avLst/>
          </a:prstGeom>
          <a:solidFill>
            <a:srgbClr val="FFFF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3" name="Sun 72">
            <a:extLst>
              <a:ext uri="{FF2B5EF4-FFF2-40B4-BE49-F238E27FC236}">
                <a16:creationId xmlns:a16="http://schemas.microsoft.com/office/drawing/2014/main" id="{62CCF256-7722-696E-87AB-07390E8C223B}"/>
              </a:ext>
            </a:extLst>
          </p:cNvPr>
          <p:cNvSpPr/>
          <p:nvPr/>
        </p:nvSpPr>
        <p:spPr>
          <a:xfrm>
            <a:off x="8533262" y="3656406"/>
            <a:ext cx="206829" cy="195144"/>
          </a:xfrm>
          <a:prstGeom prst="sun">
            <a:avLst/>
          </a:prstGeom>
          <a:solidFill>
            <a:srgbClr val="FFFF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4" name="Sun 73">
            <a:extLst>
              <a:ext uri="{FF2B5EF4-FFF2-40B4-BE49-F238E27FC236}">
                <a16:creationId xmlns:a16="http://schemas.microsoft.com/office/drawing/2014/main" id="{0650AA3B-E645-DAA2-AD8B-838A4C4CFF8E}"/>
              </a:ext>
            </a:extLst>
          </p:cNvPr>
          <p:cNvSpPr/>
          <p:nvPr/>
        </p:nvSpPr>
        <p:spPr>
          <a:xfrm>
            <a:off x="9024048" y="3853491"/>
            <a:ext cx="206829" cy="195144"/>
          </a:xfrm>
          <a:prstGeom prst="sun">
            <a:avLst/>
          </a:prstGeom>
          <a:solidFill>
            <a:srgbClr val="FFFF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5" name="TextBox 74">
            <a:extLst>
              <a:ext uri="{FF2B5EF4-FFF2-40B4-BE49-F238E27FC236}">
                <a16:creationId xmlns:a16="http://schemas.microsoft.com/office/drawing/2014/main" id="{4FF0E2AE-C87F-7F92-00B6-8E99DAB860C0}"/>
              </a:ext>
            </a:extLst>
          </p:cNvPr>
          <p:cNvSpPr txBox="1"/>
          <p:nvPr/>
        </p:nvSpPr>
        <p:spPr>
          <a:xfrm>
            <a:off x="7802699" y="3351888"/>
            <a:ext cx="1236236" cy="215444"/>
          </a:xfrm>
          <a:prstGeom prst="rect">
            <a:avLst/>
          </a:prstGeom>
          <a:solidFill>
            <a:schemeClr val="bg1"/>
          </a:solidFill>
          <a:effectLst>
            <a:outerShdw blurRad="63500" algn="ctr" rotWithShape="0">
              <a:prstClr val="black">
                <a:alpha val="40000"/>
              </a:prstClr>
            </a:outerShdw>
          </a:effectLst>
        </p:spPr>
        <p:txBody>
          <a:bodyPr wrap="none" rtlCol="0">
            <a:spAutoFit/>
          </a:bodyPr>
          <a:lstStyle/>
          <a:p>
            <a:r>
              <a:rPr lang="en-IN" sz="800" dirty="0">
                <a:latin typeface="Verdana" panose="020B0604030504040204" pitchFamily="34" charset="0"/>
                <a:ea typeface="Verdana" panose="020B0604030504040204" pitchFamily="34" charset="0"/>
              </a:rPr>
              <a:t>Development Studio</a:t>
            </a:r>
            <a:endParaRPr lang="en-US" sz="800" dirty="0"/>
          </a:p>
        </p:txBody>
      </p:sp>
      <p:sp>
        <p:nvSpPr>
          <p:cNvPr id="77" name="TextBox 76">
            <a:extLst>
              <a:ext uri="{FF2B5EF4-FFF2-40B4-BE49-F238E27FC236}">
                <a16:creationId xmlns:a16="http://schemas.microsoft.com/office/drawing/2014/main" id="{6DFE9B6A-C6A6-40A0-79FE-25B573448E23}"/>
              </a:ext>
            </a:extLst>
          </p:cNvPr>
          <p:cNvSpPr txBox="1"/>
          <p:nvPr/>
        </p:nvSpPr>
        <p:spPr>
          <a:xfrm>
            <a:off x="8782263" y="3600785"/>
            <a:ext cx="793807" cy="215444"/>
          </a:xfrm>
          <a:prstGeom prst="rect">
            <a:avLst/>
          </a:prstGeom>
          <a:solidFill>
            <a:schemeClr val="bg1"/>
          </a:solidFill>
          <a:effectLst>
            <a:outerShdw blurRad="63500" algn="ctr" rotWithShape="0">
              <a:prstClr val="black">
                <a:alpha val="40000"/>
              </a:prstClr>
            </a:outerShdw>
          </a:effectLst>
        </p:spPr>
        <p:txBody>
          <a:bodyPr wrap="none" rtlCol="0">
            <a:spAutoFit/>
          </a:bodyPr>
          <a:lstStyle/>
          <a:p>
            <a:r>
              <a:rPr lang="en-IN" sz="800" dirty="0">
                <a:latin typeface="Verdana" panose="020B0604030504040204" pitchFamily="34" charset="0"/>
                <a:ea typeface="Verdana" panose="020B0604030504040204" pitchFamily="34" charset="0"/>
              </a:rPr>
              <a:t>Data Studio</a:t>
            </a:r>
            <a:endParaRPr lang="en-US" sz="800" dirty="0"/>
          </a:p>
        </p:txBody>
      </p:sp>
      <p:sp>
        <p:nvSpPr>
          <p:cNvPr id="82" name="TextBox 81">
            <a:extLst>
              <a:ext uri="{FF2B5EF4-FFF2-40B4-BE49-F238E27FC236}">
                <a16:creationId xmlns:a16="http://schemas.microsoft.com/office/drawing/2014/main" id="{8F4FC61C-5737-2934-22B5-16E6600E4DD1}"/>
              </a:ext>
            </a:extLst>
          </p:cNvPr>
          <p:cNvSpPr txBox="1"/>
          <p:nvPr/>
        </p:nvSpPr>
        <p:spPr>
          <a:xfrm>
            <a:off x="9294221" y="3819166"/>
            <a:ext cx="918841" cy="215444"/>
          </a:xfrm>
          <a:prstGeom prst="rect">
            <a:avLst/>
          </a:prstGeom>
          <a:solidFill>
            <a:schemeClr val="bg1"/>
          </a:solidFill>
          <a:effectLst>
            <a:outerShdw blurRad="63500" algn="ctr" rotWithShape="0">
              <a:prstClr val="black">
                <a:alpha val="40000"/>
              </a:prstClr>
            </a:outerShdw>
          </a:effectLst>
        </p:spPr>
        <p:txBody>
          <a:bodyPr wrap="none" rtlCol="0">
            <a:spAutoFit/>
          </a:bodyPr>
          <a:lstStyle/>
          <a:p>
            <a:r>
              <a:rPr lang="en-IN" sz="800" dirty="0">
                <a:latin typeface="Verdana" panose="020B0604030504040204" pitchFamily="34" charset="0"/>
                <a:ea typeface="Verdana" panose="020B0604030504040204" pitchFamily="34" charset="0"/>
              </a:rPr>
              <a:t>Quality Studio</a:t>
            </a:r>
            <a:endParaRPr lang="en-US" sz="800" dirty="0"/>
          </a:p>
        </p:txBody>
      </p:sp>
      <p:cxnSp>
        <p:nvCxnSpPr>
          <p:cNvPr id="84" name="Straight Arrow Connector 83">
            <a:extLst>
              <a:ext uri="{FF2B5EF4-FFF2-40B4-BE49-F238E27FC236}">
                <a16:creationId xmlns:a16="http://schemas.microsoft.com/office/drawing/2014/main" id="{193DB76C-019B-333F-8D0D-1CDD658ED733}"/>
              </a:ext>
            </a:extLst>
          </p:cNvPr>
          <p:cNvCxnSpPr>
            <a:cxnSpLocks/>
          </p:cNvCxnSpPr>
          <p:nvPr/>
        </p:nvCxnSpPr>
        <p:spPr>
          <a:xfrm>
            <a:off x="7232646" y="4166848"/>
            <a:ext cx="2808059" cy="0"/>
          </a:xfrm>
          <a:prstGeom prst="straightConnector1">
            <a:avLst/>
          </a:prstGeom>
          <a:ln w="76200" cap="rnd">
            <a:solidFill>
              <a:schemeClr val="accent5"/>
            </a:solidFill>
            <a:tailEnd type="none"/>
          </a:ln>
        </p:spPr>
        <p:style>
          <a:lnRef idx="1">
            <a:schemeClr val="accent1"/>
          </a:lnRef>
          <a:fillRef idx="0">
            <a:schemeClr val="accent1"/>
          </a:fillRef>
          <a:effectRef idx="0">
            <a:schemeClr val="accent1"/>
          </a:effectRef>
          <a:fontRef idx="minor">
            <a:schemeClr val="tx1"/>
          </a:fontRef>
        </p:style>
      </p:cxnSp>
      <p:sp>
        <p:nvSpPr>
          <p:cNvPr id="85" name="TextBox 84">
            <a:extLst>
              <a:ext uri="{FF2B5EF4-FFF2-40B4-BE49-F238E27FC236}">
                <a16:creationId xmlns:a16="http://schemas.microsoft.com/office/drawing/2014/main" id="{337AD945-58D9-0706-92B4-6003CD1B5E74}"/>
              </a:ext>
            </a:extLst>
          </p:cNvPr>
          <p:cNvSpPr txBox="1"/>
          <p:nvPr/>
        </p:nvSpPr>
        <p:spPr>
          <a:xfrm>
            <a:off x="10163665" y="4070012"/>
            <a:ext cx="1221809" cy="215444"/>
          </a:xfrm>
          <a:prstGeom prst="rect">
            <a:avLst/>
          </a:prstGeom>
          <a:solidFill>
            <a:schemeClr val="bg1"/>
          </a:solidFill>
          <a:effectLst>
            <a:outerShdw blurRad="63500" algn="ctr" rotWithShape="0">
              <a:prstClr val="black">
                <a:alpha val="40000"/>
              </a:prstClr>
            </a:outerShdw>
          </a:effectLst>
        </p:spPr>
        <p:txBody>
          <a:bodyPr wrap="none" rtlCol="0">
            <a:spAutoFit/>
          </a:bodyPr>
          <a:lstStyle/>
          <a:p>
            <a:r>
              <a:rPr lang="en-IN" sz="800" dirty="0">
                <a:latin typeface="Verdana" panose="020B0604030504040204" pitchFamily="34" charset="0"/>
                <a:ea typeface="Verdana" panose="020B0604030504040204" pitchFamily="34" charset="0"/>
              </a:rPr>
              <a:t>Platform Ops Studio</a:t>
            </a:r>
            <a:endParaRPr lang="en-US" sz="800" dirty="0"/>
          </a:p>
        </p:txBody>
      </p:sp>
      <p:sp>
        <p:nvSpPr>
          <p:cNvPr id="89" name="Sun 88">
            <a:extLst>
              <a:ext uri="{FF2B5EF4-FFF2-40B4-BE49-F238E27FC236}">
                <a16:creationId xmlns:a16="http://schemas.microsoft.com/office/drawing/2014/main" id="{EBD8D161-FB3C-427B-F8FB-F4C5C1EA948A}"/>
              </a:ext>
            </a:extLst>
          </p:cNvPr>
          <p:cNvSpPr/>
          <p:nvPr/>
        </p:nvSpPr>
        <p:spPr>
          <a:xfrm>
            <a:off x="9982283" y="4071144"/>
            <a:ext cx="206829" cy="195144"/>
          </a:xfrm>
          <a:prstGeom prst="sun">
            <a:avLst/>
          </a:prstGeom>
          <a:solidFill>
            <a:srgbClr val="FFFF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3" name="Rectangle 92">
            <a:extLst>
              <a:ext uri="{FF2B5EF4-FFF2-40B4-BE49-F238E27FC236}">
                <a16:creationId xmlns:a16="http://schemas.microsoft.com/office/drawing/2014/main" id="{83007962-FE3A-6B50-7DB9-392DA2A0DA01}"/>
              </a:ext>
            </a:extLst>
          </p:cNvPr>
          <p:cNvSpPr/>
          <p:nvPr/>
        </p:nvSpPr>
        <p:spPr>
          <a:xfrm>
            <a:off x="162851" y="4460764"/>
            <a:ext cx="2306320" cy="503420"/>
          </a:xfrm>
          <a:prstGeom prst="rect">
            <a:avLst/>
          </a:prstGeom>
          <a:solidFill>
            <a:srgbClr val="FFC31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4" name="TextBox 93">
            <a:extLst>
              <a:ext uri="{FF2B5EF4-FFF2-40B4-BE49-F238E27FC236}">
                <a16:creationId xmlns:a16="http://schemas.microsoft.com/office/drawing/2014/main" id="{BC98E536-6F0A-AF55-A7D9-E4397B552EE4}"/>
              </a:ext>
            </a:extLst>
          </p:cNvPr>
          <p:cNvSpPr txBox="1"/>
          <p:nvPr/>
        </p:nvSpPr>
        <p:spPr>
          <a:xfrm>
            <a:off x="269593" y="4591755"/>
            <a:ext cx="2160000" cy="400110"/>
          </a:xfrm>
          <a:prstGeom prst="rect">
            <a:avLst/>
          </a:prstGeom>
          <a:noFill/>
        </p:spPr>
        <p:txBody>
          <a:bodyPr wrap="square" lIns="0" rIns="0" rtlCol="0">
            <a:spAutoFit/>
          </a:bodyPr>
          <a:lstStyle/>
          <a:p>
            <a:pPr lvl="0" algn="ctr" defTabSz="914377">
              <a:buClrTx/>
              <a:defRPr/>
            </a:pPr>
            <a:r>
              <a:rPr lang="en-IN" sz="1000" b="1" dirty="0">
                <a:latin typeface="Verdana" panose="020B0604030504040204" pitchFamily="34" charset="0"/>
                <a:ea typeface="Verdana" panose="020B0604030504040204" pitchFamily="34" charset="0"/>
              </a:rPr>
              <a:t>5. Agent Lifecycle Management</a:t>
            </a:r>
          </a:p>
        </p:txBody>
      </p:sp>
    </p:spTree>
    <p:extLst>
      <p:ext uri="{BB962C8B-B14F-4D97-AF65-F5344CB8AC3E}">
        <p14:creationId xmlns:p14="http://schemas.microsoft.com/office/powerpoint/2010/main" val="41428260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11" name="Table 10">
            <a:extLst>
              <a:ext uri="{FF2B5EF4-FFF2-40B4-BE49-F238E27FC236}">
                <a16:creationId xmlns:a16="http://schemas.microsoft.com/office/drawing/2014/main" id="{4964CEE9-76E1-AA5C-4BD5-B53BCA3CC04A}"/>
              </a:ext>
            </a:extLst>
          </p:cNvPr>
          <p:cNvGraphicFramePr>
            <a:graphicFrameLocks noGrp="1"/>
          </p:cNvGraphicFramePr>
          <p:nvPr>
            <p:extLst>
              <p:ext uri="{D42A27DB-BD31-4B8C-83A1-F6EECF244321}">
                <p14:modId xmlns:p14="http://schemas.microsoft.com/office/powerpoint/2010/main" val="3554614362"/>
              </p:ext>
            </p:extLst>
          </p:nvPr>
        </p:nvGraphicFramePr>
        <p:xfrm>
          <a:off x="787398" y="1289566"/>
          <a:ext cx="10261601" cy="3461634"/>
        </p:xfrm>
        <a:graphic>
          <a:graphicData uri="http://schemas.openxmlformats.org/drawingml/2006/table">
            <a:tbl>
              <a:tblPr firstRow="1" bandRow="1">
                <a:tableStyleId>{21E4AEA4-8DFA-4A89-87EB-49C32662AFE0}</a:tableStyleId>
              </a:tblPr>
              <a:tblGrid>
                <a:gridCol w="1465943">
                  <a:extLst>
                    <a:ext uri="{9D8B030D-6E8A-4147-A177-3AD203B41FA5}">
                      <a16:colId xmlns:a16="http://schemas.microsoft.com/office/drawing/2014/main" val="1234839939"/>
                    </a:ext>
                  </a:extLst>
                </a:gridCol>
                <a:gridCol w="1465943">
                  <a:extLst>
                    <a:ext uri="{9D8B030D-6E8A-4147-A177-3AD203B41FA5}">
                      <a16:colId xmlns:a16="http://schemas.microsoft.com/office/drawing/2014/main" val="779439767"/>
                    </a:ext>
                  </a:extLst>
                </a:gridCol>
                <a:gridCol w="1465943">
                  <a:extLst>
                    <a:ext uri="{9D8B030D-6E8A-4147-A177-3AD203B41FA5}">
                      <a16:colId xmlns:a16="http://schemas.microsoft.com/office/drawing/2014/main" val="953708041"/>
                    </a:ext>
                  </a:extLst>
                </a:gridCol>
                <a:gridCol w="1465943">
                  <a:extLst>
                    <a:ext uri="{9D8B030D-6E8A-4147-A177-3AD203B41FA5}">
                      <a16:colId xmlns:a16="http://schemas.microsoft.com/office/drawing/2014/main" val="4004636894"/>
                    </a:ext>
                  </a:extLst>
                </a:gridCol>
                <a:gridCol w="1465943">
                  <a:extLst>
                    <a:ext uri="{9D8B030D-6E8A-4147-A177-3AD203B41FA5}">
                      <a16:colId xmlns:a16="http://schemas.microsoft.com/office/drawing/2014/main" val="3718380252"/>
                    </a:ext>
                  </a:extLst>
                </a:gridCol>
                <a:gridCol w="1465943">
                  <a:extLst>
                    <a:ext uri="{9D8B030D-6E8A-4147-A177-3AD203B41FA5}">
                      <a16:colId xmlns:a16="http://schemas.microsoft.com/office/drawing/2014/main" val="2472272205"/>
                    </a:ext>
                  </a:extLst>
                </a:gridCol>
                <a:gridCol w="1465943">
                  <a:extLst>
                    <a:ext uri="{9D8B030D-6E8A-4147-A177-3AD203B41FA5}">
                      <a16:colId xmlns:a16="http://schemas.microsoft.com/office/drawing/2014/main" val="2420982706"/>
                    </a:ext>
                  </a:extLst>
                </a:gridCol>
              </a:tblGrid>
              <a:tr h="684719">
                <a:tc>
                  <a:txBody>
                    <a:bodyPr/>
                    <a:lstStyle/>
                    <a:p>
                      <a:r>
                        <a:rPr lang="en-IN" sz="1200" dirty="0"/>
                        <a:t>Iterations</a:t>
                      </a:r>
                      <a:endParaRPr lang="en-IN" sz="1200" dirty="0">
                        <a:latin typeface="Verdana" panose="020B0604030504040204" pitchFamily="34" charset="0"/>
                        <a:ea typeface="Verdana" panose="020B0604030504040204" pitchFamily="34" charset="0"/>
                      </a:endParaRPr>
                    </a:p>
                  </a:txBody>
                  <a:tcPr/>
                </a:tc>
                <a:tc>
                  <a:txBody>
                    <a:bodyPr/>
                    <a:lstStyle/>
                    <a:p>
                      <a:r>
                        <a:rPr lang="en-IN" sz="1200" dirty="0"/>
                        <a:t>Discovery</a:t>
                      </a:r>
                      <a:endParaRPr lang="en-IN" sz="1200" dirty="0">
                        <a:latin typeface="Verdana" panose="020B0604030504040204" pitchFamily="34" charset="0"/>
                        <a:ea typeface="Verdana" panose="020B0604030504040204" pitchFamily="34" charset="0"/>
                      </a:endParaRPr>
                    </a:p>
                  </a:txBody>
                  <a:tcPr/>
                </a:tc>
                <a:tc>
                  <a:txBody>
                    <a:bodyPr/>
                    <a:lstStyle/>
                    <a:p>
                      <a:r>
                        <a:rPr lang="en-IN" sz="1200" dirty="0"/>
                        <a:t>AVA+ setup</a:t>
                      </a:r>
                      <a:endParaRPr lang="en-IN" sz="1200" dirty="0">
                        <a:latin typeface="Verdana" panose="020B0604030504040204" pitchFamily="34" charset="0"/>
                        <a:ea typeface="Verdana" panose="020B0604030504040204" pitchFamily="34" charset="0"/>
                      </a:endParaRPr>
                    </a:p>
                  </a:txBody>
                  <a:tcPr/>
                </a:tc>
                <a:tc>
                  <a:txBody>
                    <a:bodyPr/>
                    <a:lstStyle/>
                    <a:p>
                      <a:r>
                        <a:rPr lang="en-IN" sz="1200" dirty="0"/>
                        <a:t>Program Management</a:t>
                      </a:r>
                      <a:endParaRPr lang="en-IN" sz="1200" dirty="0">
                        <a:latin typeface="Verdana" panose="020B0604030504040204" pitchFamily="34" charset="0"/>
                        <a:ea typeface="Verdana" panose="020B0604030504040204" pitchFamily="34" charset="0"/>
                      </a:endParaRPr>
                    </a:p>
                  </a:txBody>
                  <a:tcPr/>
                </a:tc>
                <a:tc>
                  <a:txBody>
                    <a:bodyPr/>
                    <a:lstStyle/>
                    <a:p>
                      <a:r>
                        <a:rPr lang="en-IN" sz="1200" dirty="0"/>
                        <a:t>Project Execution</a:t>
                      </a:r>
                      <a:endParaRPr lang="en-IN" sz="1200" dirty="0">
                        <a:latin typeface="Verdana" panose="020B0604030504040204" pitchFamily="34" charset="0"/>
                        <a:ea typeface="Verdana" panose="020B0604030504040204" pitchFamily="34" charset="0"/>
                      </a:endParaRPr>
                    </a:p>
                  </a:txBody>
                  <a:tcPr/>
                </a:tc>
                <a:tc>
                  <a:txBody>
                    <a:bodyPr/>
                    <a:lstStyle/>
                    <a:p>
                      <a:r>
                        <a:rPr lang="en-IN" sz="1200" dirty="0"/>
                        <a:t>Agent Lifecycle Management</a:t>
                      </a:r>
                      <a:endParaRPr lang="en-IN" sz="1200" dirty="0">
                        <a:latin typeface="Verdana" panose="020B0604030504040204" pitchFamily="34" charset="0"/>
                        <a:ea typeface="Verdana" panose="020B0604030504040204" pitchFamily="34" charset="0"/>
                      </a:endParaRPr>
                    </a:p>
                  </a:txBody>
                  <a:tcPr/>
                </a:tc>
                <a:tc>
                  <a:txBody>
                    <a:bodyPr/>
                    <a:lstStyle/>
                    <a:p>
                      <a:r>
                        <a:rPr lang="en-IN" sz="1200" dirty="0"/>
                        <a:t>Governance</a:t>
                      </a:r>
                      <a:endParaRPr lang="en-IN" sz="1200" dirty="0">
                        <a:latin typeface="Verdana" panose="020B0604030504040204" pitchFamily="34" charset="0"/>
                        <a:ea typeface="Verdana" panose="020B0604030504040204" pitchFamily="34" charset="0"/>
                      </a:endParaRPr>
                    </a:p>
                  </a:txBody>
                  <a:tcPr/>
                </a:tc>
                <a:extLst>
                  <a:ext uri="{0D108BD9-81ED-4DB2-BD59-A6C34878D82A}">
                    <a16:rowId xmlns:a16="http://schemas.microsoft.com/office/drawing/2014/main" val="997364425"/>
                  </a:ext>
                </a:extLst>
              </a:tr>
              <a:tr h="555383">
                <a:tc>
                  <a:txBody>
                    <a:bodyPr/>
                    <a:lstStyle/>
                    <a:p>
                      <a:r>
                        <a:rPr lang="en-IN" sz="1200" dirty="0">
                          <a:latin typeface="Verdana" panose="020B0604030504040204" pitchFamily="34" charset="0"/>
                          <a:ea typeface="Verdana" panose="020B0604030504040204" pitchFamily="34" charset="0"/>
                        </a:rPr>
                        <a:t>Project 1</a:t>
                      </a:r>
                    </a:p>
                  </a:txBody>
                  <a:tcPr/>
                </a:tc>
                <a:tc>
                  <a:txBody>
                    <a:bodyPr/>
                    <a:lstStyle/>
                    <a:p>
                      <a:r>
                        <a:rPr lang="en-IN" sz="1200" dirty="0">
                          <a:latin typeface="Verdana" panose="020B0604030504040204" pitchFamily="34" charset="0"/>
                          <a:ea typeface="Verdana" panose="020B0604030504040204" pitchFamily="34" charset="0"/>
                        </a:rPr>
                        <a:t>2 weeks</a:t>
                      </a:r>
                    </a:p>
                  </a:txBody>
                  <a:tcPr/>
                </a:tc>
                <a:tc>
                  <a:txBody>
                    <a:bodyPr/>
                    <a:lstStyle/>
                    <a:p>
                      <a:r>
                        <a:rPr lang="en-IN" sz="1200" dirty="0">
                          <a:latin typeface="Verdana" panose="020B0604030504040204" pitchFamily="34" charset="0"/>
                          <a:ea typeface="Verdana" panose="020B0604030504040204" pitchFamily="34" charset="0"/>
                        </a:rPr>
                        <a:t>4 weeks</a:t>
                      </a:r>
                    </a:p>
                  </a:txBody>
                  <a:tcPr/>
                </a:tc>
                <a:tc>
                  <a:txBody>
                    <a:bodyPr/>
                    <a:lstStyle/>
                    <a:p>
                      <a:r>
                        <a:rPr lang="en-IN" sz="1200" dirty="0">
                          <a:latin typeface="Verdana" panose="020B0604030504040204" pitchFamily="34" charset="0"/>
                          <a:ea typeface="Verdana" panose="020B0604030504040204" pitchFamily="34" charset="0"/>
                        </a:rPr>
                        <a:t>9 weeks</a:t>
                      </a:r>
                    </a:p>
                  </a:txBody>
                  <a:tcPr/>
                </a:tc>
                <a:tc>
                  <a:txBody>
                    <a:bodyPr/>
                    <a:lstStyle/>
                    <a:p>
                      <a:r>
                        <a:rPr lang="en-IN" sz="1200" dirty="0">
                          <a:latin typeface="Verdana" panose="020B0604030504040204" pitchFamily="34" charset="0"/>
                          <a:ea typeface="Verdana" panose="020B0604030504040204" pitchFamily="34" charset="0"/>
                        </a:rPr>
                        <a:t>9 weeks</a:t>
                      </a:r>
                    </a:p>
                  </a:txBody>
                  <a:tcPr/>
                </a:tc>
                <a:tc>
                  <a:txBody>
                    <a:bodyPr/>
                    <a:lstStyle/>
                    <a:p>
                      <a:r>
                        <a:rPr lang="en-IN" sz="1200" dirty="0">
                          <a:latin typeface="Verdana" panose="020B0604030504040204" pitchFamily="34" charset="0"/>
                          <a:ea typeface="Verdana" panose="020B0604030504040204" pitchFamily="34" charset="0"/>
                        </a:rPr>
                        <a:t>9 weeks</a:t>
                      </a:r>
                    </a:p>
                  </a:txBody>
                  <a:tcPr/>
                </a:tc>
                <a:tc>
                  <a:txBody>
                    <a:bodyPr/>
                    <a:lstStyle/>
                    <a:p>
                      <a:r>
                        <a:rPr lang="en-IN" sz="1200" dirty="0">
                          <a:latin typeface="Verdana" panose="020B0604030504040204" pitchFamily="34" charset="0"/>
                          <a:ea typeface="Verdana" panose="020B0604030504040204" pitchFamily="34" charset="0"/>
                        </a:rPr>
                        <a:t>8 weeks</a:t>
                      </a:r>
                    </a:p>
                  </a:txBody>
                  <a:tcPr/>
                </a:tc>
                <a:extLst>
                  <a:ext uri="{0D108BD9-81ED-4DB2-BD59-A6C34878D82A}">
                    <a16:rowId xmlns:a16="http://schemas.microsoft.com/office/drawing/2014/main" val="856717799"/>
                  </a:ext>
                </a:extLst>
              </a:tr>
              <a:tr h="555383">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IN" sz="1200" dirty="0">
                          <a:latin typeface="Verdana" panose="020B0604030504040204" pitchFamily="34" charset="0"/>
                          <a:ea typeface="Verdana" panose="020B0604030504040204" pitchFamily="34" charset="0"/>
                        </a:rPr>
                        <a:t>Project 2</a:t>
                      </a:r>
                    </a:p>
                  </a:txBody>
                  <a:tcPr/>
                </a:tc>
                <a:tc>
                  <a:txBody>
                    <a:bodyPr/>
                    <a:lstStyle/>
                    <a:p>
                      <a:endParaRPr lang="en-IN" sz="1200" dirty="0">
                        <a:latin typeface="Verdana" panose="020B0604030504040204" pitchFamily="34" charset="0"/>
                        <a:ea typeface="Verdana" panose="020B0604030504040204" pitchFamily="34" charset="0"/>
                      </a:endParaRPr>
                    </a:p>
                  </a:txBody>
                  <a:tcPr/>
                </a:tc>
                <a:tc>
                  <a:txBody>
                    <a:bodyPr/>
                    <a:lstStyle/>
                    <a:p>
                      <a:endParaRPr lang="en-IN" sz="1200">
                        <a:latin typeface="Verdana" panose="020B0604030504040204" pitchFamily="34" charset="0"/>
                        <a:ea typeface="Verdana" panose="020B0604030504040204" pitchFamily="34" charset="0"/>
                      </a:endParaRPr>
                    </a:p>
                  </a:txBody>
                  <a:tcPr/>
                </a:tc>
                <a:tc>
                  <a:txBody>
                    <a:bodyPr/>
                    <a:lstStyle/>
                    <a:p>
                      <a:endParaRPr lang="en-IN" sz="1200" dirty="0">
                        <a:latin typeface="Verdana" panose="020B0604030504040204" pitchFamily="34" charset="0"/>
                        <a:ea typeface="Verdana" panose="020B0604030504040204" pitchFamily="34" charset="0"/>
                      </a:endParaRPr>
                    </a:p>
                  </a:txBody>
                  <a:tcPr/>
                </a:tc>
                <a:tc>
                  <a:txBody>
                    <a:bodyPr/>
                    <a:lstStyle/>
                    <a:p>
                      <a:endParaRPr lang="en-IN" sz="1200">
                        <a:latin typeface="Verdana" panose="020B0604030504040204" pitchFamily="34" charset="0"/>
                        <a:ea typeface="Verdana" panose="020B0604030504040204" pitchFamily="34" charset="0"/>
                      </a:endParaRPr>
                    </a:p>
                  </a:txBody>
                  <a:tcPr/>
                </a:tc>
                <a:tc>
                  <a:txBody>
                    <a:bodyPr/>
                    <a:lstStyle/>
                    <a:p>
                      <a:endParaRPr lang="en-IN" sz="1200">
                        <a:latin typeface="Verdana" panose="020B0604030504040204" pitchFamily="34" charset="0"/>
                        <a:ea typeface="Verdana" panose="020B0604030504040204" pitchFamily="34" charset="0"/>
                      </a:endParaRPr>
                    </a:p>
                  </a:txBody>
                  <a:tcPr/>
                </a:tc>
                <a:tc>
                  <a:txBody>
                    <a:bodyPr/>
                    <a:lstStyle/>
                    <a:p>
                      <a:endParaRPr lang="en-IN" sz="1200">
                        <a:latin typeface="Verdana" panose="020B0604030504040204" pitchFamily="34" charset="0"/>
                        <a:ea typeface="Verdana" panose="020B0604030504040204" pitchFamily="34" charset="0"/>
                      </a:endParaRPr>
                    </a:p>
                  </a:txBody>
                  <a:tcPr/>
                </a:tc>
                <a:extLst>
                  <a:ext uri="{0D108BD9-81ED-4DB2-BD59-A6C34878D82A}">
                    <a16:rowId xmlns:a16="http://schemas.microsoft.com/office/drawing/2014/main" val="2688800693"/>
                  </a:ext>
                </a:extLst>
              </a:tr>
              <a:tr h="555383">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IN" sz="1200" dirty="0">
                          <a:latin typeface="Verdana" panose="020B0604030504040204" pitchFamily="34" charset="0"/>
                          <a:ea typeface="Verdana" panose="020B0604030504040204" pitchFamily="34" charset="0"/>
                        </a:rPr>
                        <a:t>Project 3</a:t>
                      </a:r>
                    </a:p>
                  </a:txBody>
                  <a:tcPr/>
                </a:tc>
                <a:tc>
                  <a:txBody>
                    <a:bodyPr/>
                    <a:lstStyle/>
                    <a:p>
                      <a:endParaRPr lang="en-IN" sz="1200">
                        <a:latin typeface="Verdana" panose="020B0604030504040204" pitchFamily="34" charset="0"/>
                        <a:ea typeface="Verdana" panose="020B0604030504040204" pitchFamily="34" charset="0"/>
                      </a:endParaRPr>
                    </a:p>
                  </a:txBody>
                  <a:tcPr/>
                </a:tc>
                <a:tc>
                  <a:txBody>
                    <a:bodyPr/>
                    <a:lstStyle/>
                    <a:p>
                      <a:endParaRPr lang="en-IN" sz="1200">
                        <a:latin typeface="Verdana" panose="020B0604030504040204" pitchFamily="34" charset="0"/>
                        <a:ea typeface="Verdana" panose="020B0604030504040204" pitchFamily="34" charset="0"/>
                      </a:endParaRPr>
                    </a:p>
                  </a:txBody>
                  <a:tcPr/>
                </a:tc>
                <a:tc>
                  <a:txBody>
                    <a:bodyPr/>
                    <a:lstStyle/>
                    <a:p>
                      <a:endParaRPr lang="en-IN" sz="1200">
                        <a:latin typeface="Verdana" panose="020B0604030504040204" pitchFamily="34" charset="0"/>
                        <a:ea typeface="Verdana" panose="020B0604030504040204" pitchFamily="34" charset="0"/>
                      </a:endParaRPr>
                    </a:p>
                  </a:txBody>
                  <a:tcPr/>
                </a:tc>
                <a:tc>
                  <a:txBody>
                    <a:bodyPr/>
                    <a:lstStyle/>
                    <a:p>
                      <a:endParaRPr lang="en-IN" sz="1200">
                        <a:latin typeface="Verdana" panose="020B0604030504040204" pitchFamily="34" charset="0"/>
                        <a:ea typeface="Verdana" panose="020B0604030504040204" pitchFamily="34" charset="0"/>
                      </a:endParaRPr>
                    </a:p>
                  </a:txBody>
                  <a:tcPr/>
                </a:tc>
                <a:tc>
                  <a:txBody>
                    <a:bodyPr/>
                    <a:lstStyle/>
                    <a:p>
                      <a:endParaRPr lang="en-IN" sz="1200">
                        <a:latin typeface="Verdana" panose="020B0604030504040204" pitchFamily="34" charset="0"/>
                        <a:ea typeface="Verdana" panose="020B0604030504040204" pitchFamily="34" charset="0"/>
                      </a:endParaRPr>
                    </a:p>
                  </a:txBody>
                  <a:tcPr/>
                </a:tc>
                <a:tc>
                  <a:txBody>
                    <a:bodyPr/>
                    <a:lstStyle/>
                    <a:p>
                      <a:endParaRPr lang="en-IN" sz="1200">
                        <a:latin typeface="Verdana" panose="020B0604030504040204" pitchFamily="34" charset="0"/>
                        <a:ea typeface="Verdana" panose="020B0604030504040204" pitchFamily="34" charset="0"/>
                      </a:endParaRPr>
                    </a:p>
                  </a:txBody>
                  <a:tcPr/>
                </a:tc>
                <a:extLst>
                  <a:ext uri="{0D108BD9-81ED-4DB2-BD59-A6C34878D82A}">
                    <a16:rowId xmlns:a16="http://schemas.microsoft.com/office/drawing/2014/main" val="3159039790"/>
                  </a:ext>
                </a:extLst>
              </a:tr>
              <a:tr h="555383">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IN" sz="1200" dirty="0">
                          <a:latin typeface="Verdana" panose="020B0604030504040204" pitchFamily="34" charset="0"/>
                          <a:ea typeface="Verdana" panose="020B0604030504040204" pitchFamily="34" charset="0"/>
                        </a:rPr>
                        <a:t>Project 4</a:t>
                      </a:r>
                    </a:p>
                  </a:txBody>
                  <a:tcPr/>
                </a:tc>
                <a:tc>
                  <a:txBody>
                    <a:bodyPr/>
                    <a:lstStyle/>
                    <a:p>
                      <a:endParaRPr lang="en-IN" sz="1200">
                        <a:latin typeface="Verdana" panose="020B0604030504040204" pitchFamily="34" charset="0"/>
                        <a:ea typeface="Verdana" panose="020B0604030504040204" pitchFamily="34" charset="0"/>
                      </a:endParaRPr>
                    </a:p>
                  </a:txBody>
                  <a:tcPr/>
                </a:tc>
                <a:tc>
                  <a:txBody>
                    <a:bodyPr/>
                    <a:lstStyle/>
                    <a:p>
                      <a:endParaRPr lang="en-IN" sz="1200">
                        <a:latin typeface="Verdana" panose="020B0604030504040204" pitchFamily="34" charset="0"/>
                        <a:ea typeface="Verdana" panose="020B0604030504040204" pitchFamily="34" charset="0"/>
                      </a:endParaRPr>
                    </a:p>
                  </a:txBody>
                  <a:tcPr/>
                </a:tc>
                <a:tc>
                  <a:txBody>
                    <a:bodyPr/>
                    <a:lstStyle/>
                    <a:p>
                      <a:endParaRPr lang="en-IN" sz="1200">
                        <a:latin typeface="Verdana" panose="020B0604030504040204" pitchFamily="34" charset="0"/>
                        <a:ea typeface="Verdana" panose="020B0604030504040204" pitchFamily="34" charset="0"/>
                      </a:endParaRPr>
                    </a:p>
                  </a:txBody>
                  <a:tcPr/>
                </a:tc>
                <a:tc>
                  <a:txBody>
                    <a:bodyPr/>
                    <a:lstStyle/>
                    <a:p>
                      <a:endParaRPr lang="en-IN" sz="1200">
                        <a:latin typeface="Verdana" panose="020B0604030504040204" pitchFamily="34" charset="0"/>
                        <a:ea typeface="Verdana" panose="020B0604030504040204" pitchFamily="34" charset="0"/>
                      </a:endParaRPr>
                    </a:p>
                  </a:txBody>
                  <a:tcPr/>
                </a:tc>
                <a:tc>
                  <a:txBody>
                    <a:bodyPr/>
                    <a:lstStyle/>
                    <a:p>
                      <a:endParaRPr lang="en-IN" sz="1200">
                        <a:latin typeface="Verdana" panose="020B0604030504040204" pitchFamily="34" charset="0"/>
                        <a:ea typeface="Verdana" panose="020B0604030504040204" pitchFamily="34" charset="0"/>
                      </a:endParaRPr>
                    </a:p>
                  </a:txBody>
                  <a:tcPr/>
                </a:tc>
                <a:tc>
                  <a:txBody>
                    <a:bodyPr/>
                    <a:lstStyle/>
                    <a:p>
                      <a:endParaRPr lang="en-IN" sz="1200">
                        <a:latin typeface="Verdana" panose="020B0604030504040204" pitchFamily="34" charset="0"/>
                        <a:ea typeface="Verdana" panose="020B0604030504040204" pitchFamily="34" charset="0"/>
                      </a:endParaRPr>
                    </a:p>
                  </a:txBody>
                  <a:tcPr/>
                </a:tc>
                <a:extLst>
                  <a:ext uri="{0D108BD9-81ED-4DB2-BD59-A6C34878D82A}">
                    <a16:rowId xmlns:a16="http://schemas.microsoft.com/office/drawing/2014/main" val="525963288"/>
                  </a:ext>
                </a:extLst>
              </a:tr>
              <a:tr h="555383">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IN" sz="1200" dirty="0">
                          <a:latin typeface="Verdana" panose="020B0604030504040204" pitchFamily="34" charset="0"/>
                          <a:ea typeface="Verdana" panose="020B0604030504040204" pitchFamily="34" charset="0"/>
                        </a:rPr>
                        <a:t>Project n</a:t>
                      </a:r>
                    </a:p>
                  </a:txBody>
                  <a:tcPr/>
                </a:tc>
                <a:tc>
                  <a:txBody>
                    <a:bodyPr/>
                    <a:lstStyle/>
                    <a:p>
                      <a:endParaRPr lang="en-IN" sz="1200" dirty="0">
                        <a:latin typeface="Verdana" panose="020B0604030504040204" pitchFamily="34" charset="0"/>
                        <a:ea typeface="Verdana" panose="020B0604030504040204" pitchFamily="34" charset="0"/>
                      </a:endParaRPr>
                    </a:p>
                  </a:txBody>
                  <a:tcPr/>
                </a:tc>
                <a:tc>
                  <a:txBody>
                    <a:bodyPr/>
                    <a:lstStyle/>
                    <a:p>
                      <a:endParaRPr lang="en-IN" sz="1200">
                        <a:latin typeface="Verdana" panose="020B0604030504040204" pitchFamily="34" charset="0"/>
                        <a:ea typeface="Verdana" panose="020B0604030504040204" pitchFamily="34" charset="0"/>
                      </a:endParaRPr>
                    </a:p>
                  </a:txBody>
                  <a:tcPr/>
                </a:tc>
                <a:tc>
                  <a:txBody>
                    <a:bodyPr/>
                    <a:lstStyle/>
                    <a:p>
                      <a:endParaRPr lang="en-IN" sz="1200">
                        <a:latin typeface="Verdana" panose="020B0604030504040204" pitchFamily="34" charset="0"/>
                        <a:ea typeface="Verdana" panose="020B0604030504040204" pitchFamily="34" charset="0"/>
                      </a:endParaRPr>
                    </a:p>
                  </a:txBody>
                  <a:tcPr/>
                </a:tc>
                <a:tc>
                  <a:txBody>
                    <a:bodyPr/>
                    <a:lstStyle/>
                    <a:p>
                      <a:endParaRPr lang="en-IN" sz="1200">
                        <a:latin typeface="Verdana" panose="020B0604030504040204" pitchFamily="34" charset="0"/>
                        <a:ea typeface="Verdana" panose="020B0604030504040204" pitchFamily="34" charset="0"/>
                      </a:endParaRPr>
                    </a:p>
                  </a:txBody>
                  <a:tcPr/>
                </a:tc>
                <a:tc>
                  <a:txBody>
                    <a:bodyPr/>
                    <a:lstStyle/>
                    <a:p>
                      <a:endParaRPr lang="en-IN" sz="1200">
                        <a:latin typeface="Verdana" panose="020B0604030504040204" pitchFamily="34" charset="0"/>
                        <a:ea typeface="Verdana" panose="020B0604030504040204" pitchFamily="34" charset="0"/>
                      </a:endParaRPr>
                    </a:p>
                  </a:txBody>
                  <a:tcPr/>
                </a:tc>
                <a:tc>
                  <a:txBody>
                    <a:bodyPr/>
                    <a:lstStyle/>
                    <a:p>
                      <a:endParaRPr lang="en-IN" sz="1200" dirty="0">
                        <a:latin typeface="Verdana" panose="020B0604030504040204" pitchFamily="34" charset="0"/>
                        <a:ea typeface="Verdana" panose="020B0604030504040204" pitchFamily="34" charset="0"/>
                      </a:endParaRPr>
                    </a:p>
                  </a:txBody>
                  <a:tcPr/>
                </a:tc>
                <a:extLst>
                  <a:ext uri="{0D108BD9-81ED-4DB2-BD59-A6C34878D82A}">
                    <a16:rowId xmlns:a16="http://schemas.microsoft.com/office/drawing/2014/main" val="1259701220"/>
                  </a:ext>
                </a:extLst>
              </a:tr>
            </a:tbl>
          </a:graphicData>
        </a:graphic>
      </p:graphicFrame>
      <p:sp>
        <p:nvSpPr>
          <p:cNvPr id="18" name="Title 2">
            <a:extLst>
              <a:ext uri="{FF2B5EF4-FFF2-40B4-BE49-F238E27FC236}">
                <a16:creationId xmlns:a16="http://schemas.microsoft.com/office/drawing/2014/main" id="{984A66AC-DAB9-AA06-06DE-3ABC02BBFB51}"/>
              </a:ext>
            </a:extLst>
          </p:cNvPr>
          <p:cNvSpPr txBox="1">
            <a:spLocks/>
          </p:cNvSpPr>
          <p:nvPr/>
        </p:nvSpPr>
        <p:spPr>
          <a:xfrm>
            <a:off x="515936" y="394087"/>
            <a:ext cx="11676064" cy="456811"/>
          </a:xfrm>
          <a:prstGeom prst="rect">
            <a:avLst/>
          </a:prstGeom>
        </p:spPr>
        <p:txBody>
          <a:bodyPr/>
          <a:lstStyle>
            <a:lvl1pPr algn="l" defTabSz="914377" rtl="0" eaLnBrk="1" latinLnBrk="0" hangingPunct="1">
              <a:lnSpc>
                <a:spcPct val="100000"/>
              </a:lnSpc>
              <a:spcBef>
                <a:spcPct val="0"/>
              </a:spcBef>
              <a:spcAft>
                <a:spcPts val="600"/>
              </a:spcAft>
              <a:buNone/>
              <a:defRPr sz="2800" b="1" i="0" kern="1200">
                <a:solidFill>
                  <a:schemeClr val="tx1"/>
                </a:solidFill>
                <a:latin typeface="PP Neue Machina Plain Ultrabold" pitchFamily="50" charset="0"/>
                <a:ea typeface="+mj-ea"/>
                <a:cs typeface="+mj-cs"/>
              </a:defRPr>
            </a:lvl1pPr>
          </a:lstStyle>
          <a:p>
            <a:r>
              <a:rPr lang="en-US" dirty="0"/>
              <a:t>Continuous Improvement through Agentic Agile Execution</a:t>
            </a:r>
          </a:p>
        </p:txBody>
      </p:sp>
      <p:sp>
        <p:nvSpPr>
          <p:cNvPr id="19" name="Rectangle 1">
            <a:extLst>
              <a:ext uri="{FF2B5EF4-FFF2-40B4-BE49-F238E27FC236}">
                <a16:creationId xmlns:a16="http://schemas.microsoft.com/office/drawing/2014/main" id="{4C4031D4-66EA-46FE-E889-48AF29BD4E7B}"/>
              </a:ext>
            </a:extLst>
          </p:cNvPr>
          <p:cNvSpPr>
            <a:spLocks noChangeArrowheads="1"/>
          </p:cNvSpPr>
          <p:nvPr/>
        </p:nvSpPr>
        <p:spPr bwMode="auto">
          <a:xfrm>
            <a:off x="947736" y="5291468"/>
            <a:ext cx="8741367"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171450" lvl="0" indent="-171450" eaLnBrk="0" fontAlgn="base" hangingPunct="0">
              <a:spcBef>
                <a:spcPct val="0"/>
              </a:spcBef>
              <a:spcAft>
                <a:spcPct val="0"/>
              </a:spcAft>
              <a:buFont typeface="Arial" panose="020B0604020202020204" pitchFamily="34" charset="0"/>
              <a:buChar char="•"/>
            </a:pPr>
            <a:r>
              <a:rPr lang="en-US" altLang="en-US" sz="1200" dirty="0">
                <a:latin typeface="Verdana" panose="020B0604030504040204" pitchFamily="34" charset="0"/>
                <a:ea typeface="Verdana" panose="020B0604030504040204" pitchFamily="34" charset="0"/>
              </a:rPr>
              <a:t>Initial setup and configuration demand time, but it’s a one-time investment.</a:t>
            </a:r>
          </a:p>
          <a:p>
            <a:pPr marL="171450" lvl="0" indent="-171450" eaLnBrk="0" fontAlgn="base" hangingPunct="0">
              <a:spcBef>
                <a:spcPct val="0"/>
              </a:spcBef>
              <a:spcAft>
                <a:spcPct val="0"/>
              </a:spcAft>
              <a:buFont typeface="Arial" panose="020B0604020202020204" pitchFamily="34" charset="0"/>
              <a:buChar char="•"/>
            </a:pPr>
            <a:r>
              <a:rPr lang="en-US" altLang="en-US" sz="1200" dirty="0">
                <a:latin typeface="Verdana" panose="020B0604030504040204" pitchFamily="34" charset="0"/>
                <a:ea typeface="Verdana" panose="020B0604030504040204" pitchFamily="34" charset="0"/>
              </a:rPr>
              <a:t>Once agents are configured, 80% of delivery becomes plug &amp; play.</a:t>
            </a:r>
          </a:p>
          <a:p>
            <a:pPr marL="171450" lvl="0" indent="-171450" eaLnBrk="0" fontAlgn="base" hangingPunct="0">
              <a:spcBef>
                <a:spcPct val="0"/>
              </a:spcBef>
              <a:spcAft>
                <a:spcPct val="0"/>
              </a:spcAft>
              <a:buFont typeface="Arial" panose="020B0604020202020204" pitchFamily="34" charset="0"/>
              <a:buChar char="•"/>
            </a:pPr>
            <a:r>
              <a:rPr lang="en-US" altLang="en-US" sz="1200" dirty="0">
                <a:latin typeface="Verdana" panose="020B0604030504040204" pitchFamily="34" charset="0"/>
                <a:ea typeface="Verdana" panose="020B0604030504040204" pitchFamily="34" charset="0"/>
              </a:rPr>
              <a:t>Agentic Agile promotes lean software development by reducing waste and maximizing automation.</a:t>
            </a:r>
          </a:p>
          <a:p>
            <a:pPr marL="171450" lvl="0" indent="-171450" eaLnBrk="0" fontAlgn="base" hangingPunct="0">
              <a:spcBef>
                <a:spcPct val="0"/>
              </a:spcBef>
              <a:spcAft>
                <a:spcPct val="0"/>
              </a:spcAft>
              <a:buFont typeface="Arial" panose="020B0604020202020204" pitchFamily="34" charset="0"/>
              <a:buChar char="•"/>
            </a:pPr>
            <a:r>
              <a:rPr lang="en-US" altLang="en-US" sz="1200" dirty="0">
                <a:latin typeface="Verdana" panose="020B0604030504040204" pitchFamily="34" charset="0"/>
                <a:ea typeface="Verdana" panose="020B0604030504040204" pitchFamily="34" charset="0"/>
              </a:rPr>
              <a:t>Every project trains agents further, accelerating execution and enhancing quality in subsequent projects.</a:t>
            </a:r>
          </a:p>
          <a:p>
            <a:pPr marL="171450" lvl="0" indent="-171450" eaLnBrk="0" fontAlgn="base" hangingPunct="0">
              <a:spcBef>
                <a:spcPct val="0"/>
              </a:spcBef>
              <a:spcAft>
                <a:spcPct val="0"/>
              </a:spcAft>
              <a:buFont typeface="Arial" panose="020B0604020202020204" pitchFamily="34" charset="0"/>
              <a:buChar char="•"/>
            </a:pPr>
            <a:r>
              <a:rPr lang="en-US" altLang="en-US" sz="1200" dirty="0">
                <a:latin typeface="Verdana" panose="020B0604030504040204" pitchFamily="34" charset="0"/>
                <a:ea typeface="Verdana" panose="020B0604030504040204" pitchFamily="34" charset="0"/>
              </a:rPr>
              <a:t>Agent maturity compounds efficiency — evolving from basic automation to intelligent, autonomous delivery.</a:t>
            </a:r>
          </a:p>
        </p:txBody>
      </p:sp>
      <p:sp>
        <p:nvSpPr>
          <p:cNvPr id="29" name="TextBox 28">
            <a:extLst>
              <a:ext uri="{FF2B5EF4-FFF2-40B4-BE49-F238E27FC236}">
                <a16:creationId xmlns:a16="http://schemas.microsoft.com/office/drawing/2014/main" id="{E82B01AF-A16E-62A3-D002-3CD2747E0108}"/>
              </a:ext>
            </a:extLst>
          </p:cNvPr>
          <p:cNvSpPr txBox="1"/>
          <p:nvPr/>
        </p:nvSpPr>
        <p:spPr>
          <a:xfrm>
            <a:off x="947736" y="4857195"/>
            <a:ext cx="4147463" cy="379078"/>
          </a:xfrm>
          <a:prstGeom prst="rect">
            <a:avLst/>
          </a:prstGeom>
          <a:noFill/>
        </p:spPr>
        <p:txBody>
          <a:bodyPr wrap="square">
            <a:spAutoFit/>
          </a:bodyPr>
          <a:lstStyle/>
          <a:p>
            <a:pPr lvl="0">
              <a:lnSpc>
                <a:spcPct val="115000"/>
              </a:lnSpc>
            </a:pPr>
            <a:r>
              <a:rPr lang="en-IN" sz="1800" b="1" kern="100" dirty="0">
                <a:effectLst/>
                <a:latin typeface="Verdana" panose="020B0604030504040204" pitchFamily="34" charset="0"/>
                <a:ea typeface="Verdana" panose="020B0604030504040204" pitchFamily="34" charset="0"/>
                <a:cs typeface="Times New Roman" panose="02020603050405020304" pitchFamily="18" charset="0"/>
              </a:rPr>
              <a:t>Key Highlights</a:t>
            </a:r>
          </a:p>
        </p:txBody>
      </p:sp>
    </p:spTree>
    <p:extLst>
      <p:ext uri="{BB962C8B-B14F-4D97-AF65-F5344CB8AC3E}">
        <p14:creationId xmlns:p14="http://schemas.microsoft.com/office/powerpoint/2010/main" val="23621486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FD0BCE0-4D95-E8EE-F442-F5338BACE209}"/>
              </a:ext>
            </a:extLst>
          </p:cNvPr>
          <p:cNvSpPr>
            <a:spLocks noGrp="1"/>
          </p:cNvSpPr>
          <p:nvPr>
            <p:ph type="title"/>
          </p:nvPr>
        </p:nvSpPr>
        <p:spPr/>
        <p:txBody>
          <a:bodyPr/>
          <a:lstStyle/>
          <a:p>
            <a:r>
              <a:rPr lang="en-IN" sz="2800" dirty="0"/>
              <a:t>1. Discovery/Assessment</a:t>
            </a:r>
            <a:endParaRPr lang="en-US" sz="2800" dirty="0"/>
          </a:p>
        </p:txBody>
      </p:sp>
      <p:sp>
        <p:nvSpPr>
          <p:cNvPr id="52" name="Rectangle 51">
            <a:extLst>
              <a:ext uri="{FF2B5EF4-FFF2-40B4-BE49-F238E27FC236}">
                <a16:creationId xmlns:a16="http://schemas.microsoft.com/office/drawing/2014/main" id="{2214D150-5132-280F-52ED-C7370CCA9CD5}"/>
              </a:ext>
            </a:extLst>
          </p:cNvPr>
          <p:cNvSpPr/>
          <p:nvPr/>
        </p:nvSpPr>
        <p:spPr>
          <a:xfrm>
            <a:off x="10022734" y="1687781"/>
            <a:ext cx="1854858" cy="696970"/>
          </a:xfrm>
          <a:prstGeom prst="rect">
            <a:avLst/>
          </a:prstGeom>
          <a:solidFill>
            <a:schemeClr val="accent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400" b="1" i="0" u="none" strike="noStrike" kern="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endParaRPr>
          </a:p>
        </p:txBody>
      </p:sp>
      <p:sp>
        <p:nvSpPr>
          <p:cNvPr id="53" name="Rectangle 52">
            <a:extLst>
              <a:ext uri="{FF2B5EF4-FFF2-40B4-BE49-F238E27FC236}">
                <a16:creationId xmlns:a16="http://schemas.microsoft.com/office/drawing/2014/main" id="{309C1766-D3EE-F4B3-BFCB-FE713C5AC574}"/>
              </a:ext>
            </a:extLst>
          </p:cNvPr>
          <p:cNvSpPr/>
          <p:nvPr/>
        </p:nvSpPr>
        <p:spPr>
          <a:xfrm>
            <a:off x="8096202" y="1687781"/>
            <a:ext cx="1854858" cy="696970"/>
          </a:xfrm>
          <a:prstGeom prst="rect">
            <a:avLst/>
          </a:prstGeom>
          <a:solidFill>
            <a:schemeClr val="accent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400" b="1" i="0" u="none" strike="noStrike" kern="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endParaRPr>
          </a:p>
        </p:txBody>
      </p:sp>
      <p:sp>
        <p:nvSpPr>
          <p:cNvPr id="54" name="Rectangle 53">
            <a:extLst>
              <a:ext uri="{FF2B5EF4-FFF2-40B4-BE49-F238E27FC236}">
                <a16:creationId xmlns:a16="http://schemas.microsoft.com/office/drawing/2014/main" id="{CEA56B93-EC40-F805-BCF7-5CBECB222A8B}"/>
              </a:ext>
            </a:extLst>
          </p:cNvPr>
          <p:cNvSpPr/>
          <p:nvPr/>
        </p:nvSpPr>
        <p:spPr>
          <a:xfrm>
            <a:off x="6169670" y="1687781"/>
            <a:ext cx="1854858" cy="696970"/>
          </a:xfrm>
          <a:prstGeom prst="rect">
            <a:avLst/>
          </a:prstGeom>
          <a:solidFill>
            <a:schemeClr val="accent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400" b="1" i="0" u="none" strike="noStrike" kern="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endParaRPr>
          </a:p>
        </p:txBody>
      </p:sp>
      <p:sp>
        <p:nvSpPr>
          <p:cNvPr id="55" name="Rectangle 54">
            <a:extLst>
              <a:ext uri="{FF2B5EF4-FFF2-40B4-BE49-F238E27FC236}">
                <a16:creationId xmlns:a16="http://schemas.microsoft.com/office/drawing/2014/main" id="{8BF971B7-B474-C5B3-C139-BF249AC67EAA}"/>
              </a:ext>
            </a:extLst>
          </p:cNvPr>
          <p:cNvSpPr/>
          <p:nvPr/>
        </p:nvSpPr>
        <p:spPr>
          <a:xfrm>
            <a:off x="4243138" y="1687781"/>
            <a:ext cx="1854858" cy="696970"/>
          </a:xfrm>
          <a:prstGeom prst="rect">
            <a:avLst/>
          </a:prstGeom>
          <a:solidFill>
            <a:schemeClr val="accent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400" b="1" i="0" u="none" strike="noStrike" kern="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endParaRPr>
          </a:p>
        </p:txBody>
      </p:sp>
      <p:sp>
        <p:nvSpPr>
          <p:cNvPr id="56" name="Rectangle 55">
            <a:extLst>
              <a:ext uri="{FF2B5EF4-FFF2-40B4-BE49-F238E27FC236}">
                <a16:creationId xmlns:a16="http://schemas.microsoft.com/office/drawing/2014/main" id="{8C70B5B6-5DD2-1E66-C07E-186C51DCC89F}"/>
              </a:ext>
            </a:extLst>
          </p:cNvPr>
          <p:cNvSpPr/>
          <p:nvPr/>
        </p:nvSpPr>
        <p:spPr>
          <a:xfrm>
            <a:off x="2316606" y="1687781"/>
            <a:ext cx="1854858" cy="696970"/>
          </a:xfrm>
          <a:prstGeom prst="rect">
            <a:avLst/>
          </a:prstGeom>
          <a:solidFill>
            <a:schemeClr val="accent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400" b="1" i="0" u="none" strike="noStrike" kern="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endParaRPr>
          </a:p>
        </p:txBody>
      </p:sp>
      <p:sp>
        <p:nvSpPr>
          <p:cNvPr id="57" name="Rectangle 56">
            <a:extLst>
              <a:ext uri="{FF2B5EF4-FFF2-40B4-BE49-F238E27FC236}">
                <a16:creationId xmlns:a16="http://schemas.microsoft.com/office/drawing/2014/main" id="{023995FC-5374-C89E-36E5-A885C3714FD6}"/>
              </a:ext>
            </a:extLst>
          </p:cNvPr>
          <p:cNvSpPr/>
          <p:nvPr/>
        </p:nvSpPr>
        <p:spPr>
          <a:xfrm>
            <a:off x="378708" y="1687781"/>
            <a:ext cx="1854858" cy="696970"/>
          </a:xfrm>
          <a:prstGeom prst="rect">
            <a:avLst/>
          </a:prstGeom>
          <a:solidFill>
            <a:schemeClr val="accent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400" b="1" i="0" u="none" strike="noStrike" kern="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endParaRPr>
          </a:p>
        </p:txBody>
      </p:sp>
      <p:sp>
        <p:nvSpPr>
          <p:cNvPr id="58" name="TextBox 57">
            <a:extLst>
              <a:ext uri="{FF2B5EF4-FFF2-40B4-BE49-F238E27FC236}">
                <a16:creationId xmlns:a16="http://schemas.microsoft.com/office/drawing/2014/main" id="{2A3EDFE8-4401-2740-6217-D41491EFE326}"/>
              </a:ext>
            </a:extLst>
          </p:cNvPr>
          <p:cNvSpPr txBox="1"/>
          <p:nvPr/>
        </p:nvSpPr>
        <p:spPr>
          <a:xfrm>
            <a:off x="515936" y="1781460"/>
            <a:ext cx="1992086" cy="523220"/>
          </a:xfrm>
          <a:prstGeom prst="rect">
            <a:avLst/>
          </a:prstGeom>
          <a:noFill/>
        </p:spPr>
        <p:txBody>
          <a:bodyPr wrap="square">
            <a:spAutoFit/>
          </a:bodyPr>
          <a:lstStyle/>
          <a:p>
            <a:r>
              <a:rPr lang="en-IN" sz="1400" b="1">
                <a:solidFill>
                  <a:srgbClr val="FFFFFF"/>
                </a:solidFill>
                <a:latin typeface="Verdana" panose="020B0604030504040204" pitchFamily="34" charset="0"/>
                <a:ea typeface="Verdana" panose="020B0604030504040204" pitchFamily="34" charset="0"/>
              </a:rPr>
              <a:t>Initiation &amp; Context Setup</a:t>
            </a:r>
          </a:p>
        </p:txBody>
      </p:sp>
      <p:sp>
        <p:nvSpPr>
          <p:cNvPr id="59" name="TextBox 58">
            <a:extLst>
              <a:ext uri="{FF2B5EF4-FFF2-40B4-BE49-F238E27FC236}">
                <a16:creationId xmlns:a16="http://schemas.microsoft.com/office/drawing/2014/main" id="{6BC5E4A3-A6CF-9D48-5501-C5F7F5F22FB7}"/>
              </a:ext>
            </a:extLst>
          </p:cNvPr>
          <p:cNvSpPr txBox="1"/>
          <p:nvPr/>
        </p:nvSpPr>
        <p:spPr>
          <a:xfrm>
            <a:off x="2438344" y="1774656"/>
            <a:ext cx="1717630" cy="523220"/>
          </a:xfrm>
          <a:prstGeom prst="rect">
            <a:avLst/>
          </a:prstGeom>
          <a:noFill/>
        </p:spPr>
        <p:txBody>
          <a:bodyPr wrap="square">
            <a:spAutoFit/>
          </a:bodyPr>
          <a:lstStyle/>
          <a:p>
            <a:r>
              <a:rPr lang="en-IN" sz="1400" b="1">
                <a:solidFill>
                  <a:srgbClr val="FFFFFF"/>
                </a:solidFill>
                <a:latin typeface="Verdana" panose="020B0604030504040204" pitchFamily="34" charset="0"/>
                <a:ea typeface="Verdana" panose="020B0604030504040204" pitchFamily="34" charset="0"/>
              </a:rPr>
              <a:t>Process Walkthrough</a:t>
            </a:r>
          </a:p>
        </p:txBody>
      </p:sp>
      <p:sp>
        <p:nvSpPr>
          <p:cNvPr id="60" name="TextBox 59">
            <a:extLst>
              <a:ext uri="{FF2B5EF4-FFF2-40B4-BE49-F238E27FC236}">
                <a16:creationId xmlns:a16="http://schemas.microsoft.com/office/drawing/2014/main" id="{8310A51E-CF69-7B32-AD44-F9C356223295}"/>
              </a:ext>
            </a:extLst>
          </p:cNvPr>
          <p:cNvSpPr txBox="1"/>
          <p:nvPr/>
        </p:nvSpPr>
        <p:spPr>
          <a:xfrm>
            <a:off x="4262617" y="1781460"/>
            <a:ext cx="1992086" cy="523220"/>
          </a:xfrm>
          <a:prstGeom prst="rect">
            <a:avLst/>
          </a:prstGeom>
          <a:noFill/>
        </p:spPr>
        <p:txBody>
          <a:bodyPr wrap="square">
            <a:spAutoFit/>
          </a:bodyPr>
          <a:lstStyle/>
          <a:p>
            <a:r>
              <a:rPr lang="en-IN" sz="1400" b="1">
                <a:solidFill>
                  <a:srgbClr val="FFFFFF"/>
                </a:solidFill>
                <a:latin typeface="Verdana" panose="020B0604030504040204" pitchFamily="34" charset="0"/>
                <a:ea typeface="Verdana" panose="020B0604030504040204" pitchFamily="34" charset="0"/>
              </a:rPr>
              <a:t>Task Breakdown (WBS)</a:t>
            </a:r>
          </a:p>
        </p:txBody>
      </p:sp>
      <p:sp>
        <p:nvSpPr>
          <p:cNvPr id="61" name="TextBox 60">
            <a:extLst>
              <a:ext uri="{FF2B5EF4-FFF2-40B4-BE49-F238E27FC236}">
                <a16:creationId xmlns:a16="http://schemas.microsoft.com/office/drawing/2014/main" id="{DCFDC547-F4D9-E693-7CF6-03E822B0F397}"/>
              </a:ext>
            </a:extLst>
          </p:cNvPr>
          <p:cNvSpPr txBox="1"/>
          <p:nvPr/>
        </p:nvSpPr>
        <p:spPr>
          <a:xfrm>
            <a:off x="6176350" y="1724151"/>
            <a:ext cx="1872343" cy="523220"/>
          </a:xfrm>
          <a:prstGeom prst="rect">
            <a:avLst/>
          </a:prstGeom>
          <a:noFill/>
        </p:spPr>
        <p:txBody>
          <a:bodyPr wrap="square">
            <a:spAutoFit/>
          </a:bodyPr>
          <a:lstStyle/>
          <a:p>
            <a:r>
              <a:rPr lang="en-IN" sz="1400" b="1">
                <a:solidFill>
                  <a:srgbClr val="FFFFFF"/>
                </a:solidFill>
                <a:latin typeface="Verdana" panose="020B0604030504040204" pitchFamily="34" charset="0"/>
                <a:ea typeface="Verdana" panose="020B0604030504040204" pitchFamily="34" charset="0"/>
              </a:rPr>
              <a:t>Task Classification</a:t>
            </a:r>
          </a:p>
        </p:txBody>
      </p:sp>
      <p:sp>
        <p:nvSpPr>
          <p:cNvPr id="62" name="TextBox 61">
            <a:extLst>
              <a:ext uri="{FF2B5EF4-FFF2-40B4-BE49-F238E27FC236}">
                <a16:creationId xmlns:a16="http://schemas.microsoft.com/office/drawing/2014/main" id="{3552A523-D901-16A7-2A7B-1A6433277387}"/>
              </a:ext>
            </a:extLst>
          </p:cNvPr>
          <p:cNvSpPr txBox="1"/>
          <p:nvPr/>
        </p:nvSpPr>
        <p:spPr>
          <a:xfrm>
            <a:off x="8173558" y="1774656"/>
            <a:ext cx="1777502" cy="523220"/>
          </a:xfrm>
          <a:prstGeom prst="rect">
            <a:avLst/>
          </a:prstGeom>
          <a:noFill/>
        </p:spPr>
        <p:txBody>
          <a:bodyPr wrap="square">
            <a:spAutoFit/>
          </a:bodyPr>
          <a:lstStyle/>
          <a:p>
            <a:r>
              <a:rPr lang="en-IN" sz="1400" b="1">
                <a:solidFill>
                  <a:srgbClr val="FFFFFF"/>
                </a:solidFill>
                <a:latin typeface="Verdana" panose="020B0604030504040204" pitchFamily="34" charset="0"/>
                <a:ea typeface="Verdana" panose="020B0604030504040204" pitchFamily="34" charset="0"/>
              </a:rPr>
              <a:t>Estimation &amp; Prioritization</a:t>
            </a:r>
          </a:p>
        </p:txBody>
      </p:sp>
      <p:sp>
        <p:nvSpPr>
          <p:cNvPr id="63" name="TextBox 62">
            <a:extLst>
              <a:ext uri="{FF2B5EF4-FFF2-40B4-BE49-F238E27FC236}">
                <a16:creationId xmlns:a16="http://schemas.microsoft.com/office/drawing/2014/main" id="{A278F6CA-A042-2079-5654-6A82F5F1C5FA}"/>
              </a:ext>
            </a:extLst>
          </p:cNvPr>
          <p:cNvSpPr txBox="1"/>
          <p:nvPr/>
        </p:nvSpPr>
        <p:spPr>
          <a:xfrm>
            <a:off x="10287819" y="1831872"/>
            <a:ext cx="1324688" cy="307777"/>
          </a:xfrm>
          <a:prstGeom prst="rect">
            <a:avLst/>
          </a:prstGeom>
          <a:noFill/>
        </p:spPr>
        <p:txBody>
          <a:bodyPr wrap="square">
            <a:spAutoFit/>
          </a:bodyPr>
          <a:lstStyle/>
          <a:p>
            <a:r>
              <a:rPr lang="en-IN" sz="1400" b="1">
                <a:solidFill>
                  <a:srgbClr val="FFFFFF"/>
                </a:solidFill>
                <a:latin typeface="Verdana" panose="020B0604030504040204" pitchFamily="34" charset="0"/>
                <a:ea typeface="Verdana" panose="020B0604030504040204" pitchFamily="34" charset="0"/>
              </a:rPr>
              <a:t>Handover</a:t>
            </a:r>
          </a:p>
        </p:txBody>
      </p:sp>
      <p:sp>
        <p:nvSpPr>
          <p:cNvPr id="64" name="Rounded Rectangle 8">
            <a:extLst>
              <a:ext uri="{FF2B5EF4-FFF2-40B4-BE49-F238E27FC236}">
                <a16:creationId xmlns:a16="http://schemas.microsoft.com/office/drawing/2014/main" id="{C31B97C8-3B28-875C-16EA-495531703CBB}"/>
              </a:ext>
            </a:extLst>
          </p:cNvPr>
          <p:cNvSpPr/>
          <p:nvPr/>
        </p:nvSpPr>
        <p:spPr>
          <a:xfrm>
            <a:off x="378708" y="2478430"/>
            <a:ext cx="1854859" cy="2322170"/>
          </a:xfrm>
          <a:prstGeom prst="roundRect">
            <a:avLst>
              <a:gd name="adj" fmla="val 4988"/>
            </a:avLst>
          </a:prstGeom>
          <a:solidFill>
            <a:srgbClr val="FFFFFF"/>
          </a:solidFill>
          <a:ln w="12700" cap="flat" cmpd="sng" algn="ctr">
            <a:noFill/>
            <a:prstDash val="solid"/>
            <a:miter lim="800000"/>
          </a:ln>
          <a:effectLst>
            <a:outerShdw blurRad="63500" algn="ctr"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a:ln>
                  <a:noFill/>
                </a:ln>
                <a:solidFill>
                  <a:srgbClr val="FFFFFF"/>
                </a:solidFill>
                <a:effectLst/>
                <a:uLnTx/>
                <a:uFillTx/>
                <a:latin typeface="Aptos"/>
                <a:ea typeface="+mn-ea"/>
                <a:cs typeface="+mn-cs"/>
              </a:rPr>
              <a:t>Approved discovery pack</a:t>
            </a:r>
            <a:endParaRPr kumimoji="0" lang="en-US" sz="1400" b="0" i="0" u="none" strike="noStrike" kern="0" cap="none" spc="0" normalizeH="0" baseline="0" noProof="0">
              <a:ln>
                <a:noFill/>
              </a:ln>
              <a:solidFill>
                <a:srgbClr val="FFFFFF"/>
              </a:solidFill>
              <a:effectLst/>
              <a:uLnTx/>
              <a:uFillTx/>
              <a:latin typeface="Aptos"/>
              <a:ea typeface="+mn-ea"/>
              <a:cs typeface="+mn-cs"/>
            </a:endParaRPr>
          </a:p>
        </p:txBody>
      </p:sp>
      <p:sp>
        <p:nvSpPr>
          <p:cNvPr id="65" name="Rounded Rectangle 8">
            <a:extLst>
              <a:ext uri="{FF2B5EF4-FFF2-40B4-BE49-F238E27FC236}">
                <a16:creationId xmlns:a16="http://schemas.microsoft.com/office/drawing/2014/main" id="{C16DD853-C4E5-19E2-9AA6-8049DE493969}"/>
              </a:ext>
            </a:extLst>
          </p:cNvPr>
          <p:cNvSpPr/>
          <p:nvPr/>
        </p:nvSpPr>
        <p:spPr>
          <a:xfrm>
            <a:off x="2316606" y="2478430"/>
            <a:ext cx="1854859" cy="2322170"/>
          </a:xfrm>
          <a:prstGeom prst="roundRect">
            <a:avLst>
              <a:gd name="adj" fmla="val 4988"/>
            </a:avLst>
          </a:prstGeom>
          <a:solidFill>
            <a:srgbClr val="FFFFFF"/>
          </a:solidFill>
          <a:ln w="12700" cap="flat" cmpd="sng" algn="ctr">
            <a:noFill/>
            <a:prstDash val="solid"/>
            <a:miter lim="800000"/>
          </a:ln>
          <a:effectLst>
            <a:outerShdw blurRad="63500" algn="ctr"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a:ln>
                  <a:noFill/>
                </a:ln>
                <a:solidFill>
                  <a:srgbClr val="FFFFFF"/>
                </a:solidFill>
                <a:effectLst/>
                <a:uLnTx/>
                <a:uFillTx/>
                <a:latin typeface="Aptos"/>
                <a:ea typeface="+mn-ea"/>
                <a:cs typeface="+mn-cs"/>
              </a:rPr>
              <a:t>Approved discovery pack</a:t>
            </a:r>
            <a:endParaRPr kumimoji="0" lang="en-US" sz="1400" b="0" i="0" u="none" strike="noStrike" kern="0" cap="none" spc="0" normalizeH="0" baseline="0" noProof="0">
              <a:ln>
                <a:noFill/>
              </a:ln>
              <a:solidFill>
                <a:srgbClr val="FFFFFF"/>
              </a:solidFill>
              <a:effectLst/>
              <a:uLnTx/>
              <a:uFillTx/>
              <a:latin typeface="Aptos"/>
              <a:ea typeface="+mn-ea"/>
              <a:cs typeface="+mn-cs"/>
            </a:endParaRPr>
          </a:p>
        </p:txBody>
      </p:sp>
      <p:sp>
        <p:nvSpPr>
          <p:cNvPr id="66" name="Rounded Rectangle 8">
            <a:extLst>
              <a:ext uri="{FF2B5EF4-FFF2-40B4-BE49-F238E27FC236}">
                <a16:creationId xmlns:a16="http://schemas.microsoft.com/office/drawing/2014/main" id="{B78CC5FE-BDA5-5184-BCD2-2D5271F8E8BA}"/>
              </a:ext>
            </a:extLst>
          </p:cNvPr>
          <p:cNvSpPr/>
          <p:nvPr/>
        </p:nvSpPr>
        <p:spPr>
          <a:xfrm>
            <a:off x="4262617" y="2478430"/>
            <a:ext cx="1854859" cy="2322170"/>
          </a:xfrm>
          <a:prstGeom prst="roundRect">
            <a:avLst>
              <a:gd name="adj" fmla="val 4988"/>
            </a:avLst>
          </a:prstGeom>
          <a:solidFill>
            <a:srgbClr val="FFFFFF"/>
          </a:solidFill>
          <a:ln w="12700" cap="flat" cmpd="sng" algn="ctr">
            <a:noFill/>
            <a:prstDash val="solid"/>
            <a:miter lim="800000"/>
          </a:ln>
          <a:effectLst>
            <a:outerShdw blurRad="63500" algn="ctr"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a:ln>
                  <a:noFill/>
                </a:ln>
                <a:solidFill>
                  <a:srgbClr val="FFFFFF"/>
                </a:solidFill>
                <a:effectLst/>
                <a:uLnTx/>
                <a:uFillTx/>
                <a:latin typeface="Aptos"/>
                <a:ea typeface="+mn-ea"/>
                <a:cs typeface="+mn-cs"/>
              </a:rPr>
              <a:t>Approved discovery pack</a:t>
            </a:r>
            <a:endParaRPr kumimoji="0" lang="en-US" sz="1400" b="0" i="0" u="none" strike="noStrike" kern="0" cap="none" spc="0" normalizeH="0" baseline="0" noProof="0">
              <a:ln>
                <a:noFill/>
              </a:ln>
              <a:solidFill>
                <a:srgbClr val="FFFFFF"/>
              </a:solidFill>
              <a:effectLst/>
              <a:uLnTx/>
              <a:uFillTx/>
              <a:latin typeface="Aptos"/>
              <a:ea typeface="+mn-ea"/>
              <a:cs typeface="+mn-cs"/>
            </a:endParaRPr>
          </a:p>
        </p:txBody>
      </p:sp>
      <p:sp>
        <p:nvSpPr>
          <p:cNvPr id="67" name="Rounded Rectangle 8">
            <a:extLst>
              <a:ext uri="{FF2B5EF4-FFF2-40B4-BE49-F238E27FC236}">
                <a16:creationId xmlns:a16="http://schemas.microsoft.com/office/drawing/2014/main" id="{34EB1E3A-9C90-50DA-7218-F3094AA62AA8}"/>
              </a:ext>
            </a:extLst>
          </p:cNvPr>
          <p:cNvSpPr/>
          <p:nvPr/>
        </p:nvSpPr>
        <p:spPr>
          <a:xfrm>
            <a:off x="6193834" y="2478430"/>
            <a:ext cx="1854859" cy="2322170"/>
          </a:xfrm>
          <a:prstGeom prst="roundRect">
            <a:avLst>
              <a:gd name="adj" fmla="val 4988"/>
            </a:avLst>
          </a:prstGeom>
          <a:solidFill>
            <a:srgbClr val="FFFFFF"/>
          </a:solidFill>
          <a:ln w="12700" cap="flat" cmpd="sng" algn="ctr">
            <a:noFill/>
            <a:prstDash val="solid"/>
            <a:miter lim="800000"/>
          </a:ln>
          <a:effectLst>
            <a:outerShdw blurRad="63500" algn="ctr"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a:ln>
                  <a:noFill/>
                </a:ln>
                <a:solidFill>
                  <a:srgbClr val="FFFFFF"/>
                </a:solidFill>
                <a:effectLst/>
                <a:uLnTx/>
                <a:uFillTx/>
                <a:latin typeface="Aptos"/>
                <a:ea typeface="+mn-ea"/>
                <a:cs typeface="+mn-cs"/>
              </a:rPr>
              <a:t>Approved discovery pack</a:t>
            </a:r>
            <a:endParaRPr kumimoji="0" lang="en-US" sz="1400" b="0" i="0" u="none" strike="noStrike" kern="0" cap="none" spc="0" normalizeH="0" baseline="0" noProof="0">
              <a:ln>
                <a:noFill/>
              </a:ln>
              <a:solidFill>
                <a:srgbClr val="FFFFFF"/>
              </a:solidFill>
              <a:effectLst/>
              <a:uLnTx/>
              <a:uFillTx/>
              <a:latin typeface="Aptos"/>
              <a:ea typeface="+mn-ea"/>
              <a:cs typeface="+mn-cs"/>
            </a:endParaRPr>
          </a:p>
        </p:txBody>
      </p:sp>
      <p:sp>
        <p:nvSpPr>
          <p:cNvPr id="68" name="Rounded Rectangle 8">
            <a:extLst>
              <a:ext uri="{FF2B5EF4-FFF2-40B4-BE49-F238E27FC236}">
                <a16:creationId xmlns:a16="http://schemas.microsoft.com/office/drawing/2014/main" id="{BE0496C3-5BE9-342C-E6B2-0A3CC7AAD51D}"/>
              </a:ext>
            </a:extLst>
          </p:cNvPr>
          <p:cNvSpPr/>
          <p:nvPr/>
        </p:nvSpPr>
        <p:spPr>
          <a:xfrm>
            <a:off x="8134879" y="2478430"/>
            <a:ext cx="1854859" cy="2322170"/>
          </a:xfrm>
          <a:prstGeom prst="roundRect">
            <a:avLst>
              <a:gd name="adj" fmla="val 4988"/>
            </a:avLst>
          </a:prstGeom>
          <a:solidFill>
            <a:srgbClr val="FFFFFF"/>
          </a:solidFill>
          <a:ln w="12700" cap="flat" cmpd="sng" algn="ctr">
            <a:noFill/>
            <a:prstDash val="solid"/>
            <a:miter lim="800000"/>
          </a:ln>
          <a:effectLst>
            <a:outerShdw blurRad="63500" algn="ctr"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a:ln>
                  <a:noFill/>
                </a:ln>
                <a:solidFill>
                  <a:srgbClr val="FFFFFF"/>
                </a:solidFill>
                <a:effectLst/>
                <a:uLnTx/>
                <a:uFillTx/>
                <a:latin typeface="Aptos"/>
                <a:ea typeface="+mn-ea"/>
                <a:cs typeface="+mn-cs"/>
              </a:rPr>
              <a:t>Approved discovery pack</a:t>
            </a:r>
            <a:endParaRPr kumimoji="0" lang="en-US" sz="1400" b="0" i="0" u="none" strike="noStrike" kern="0" cap="none" spc="0" normalizeH="0" baseline="0" noProof="0">
              <a:ln>
                <a:noFill/>
              </a:ln>
              <a:solidFill>
                <a:srgbClr val="FFFFFF"/>
              </a:solidFill>
              <a:effectLst/>
              <a:uLnTx/>
              <a:uFillTx/>
              <a:latin typeface="Aptos"/>
              <a:ea typeface="+mn-ea"/>
              <a:cs typeface="+mn-cs"/>
            </a:endParaRPr>
          </a:p>
        </p:txBody>
      </p:sp>
      <p:sp>
        <p:nvSpPr>
          <p:cNvPr id="69" name="Rounded Rectangle 8">
            <a:extLst>
              <a:ext uri="{FF2B5EF4-FFF2-40B4-BE49-F238E27FC236}">
                <a16:creationId xmlns:a16="http://schemas.microsoft.com/office/drawing/2014/main" id="{6605B47C-D045-719D-D1D0-18FB5E217171}"/>
              </a:ext>
            </a:extLst>
          </p:cNvPr>
          <p:cNvSpPr/>
          <p:nvPr/>
        </p:nvSpPr>
        <p:spPr>
          <a:xfrm>
            <a:off x="10077982" y="2478430"/>
            <a:ext cx="1854859" cy="2322170"/>
          </a:xfrm>
          <a:prstGeom prst="roundRect">
            <a:avLst>
              <a:gd name="adj" fmla="val 4988"/>
            </a:avLst>
          </a:prstGeom>
          <a:solidFill>
            <a:srgbClr val="FFFFFF"/>
          </a:solidFill>
          <a:ln w="12700" cap="flat" cmpd="sng" algn="ctr">
            <a:noFill/>
            <a:prstDash val="solid"/>
            <a:miter lim="800000"/>
          </a:ln>
          <a:effectLst>
            <a:outerShdw blurRad="63500" algn="ctr"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a:ln>
                  <a:noFill/>
                </a:ln>
                <a:solidFill>
                  <a:srgbClr val="FFFFFF"/>
                </a:solidFill>
                <a:effectLst/>
                <a:uLnTx/>
                <a:uFillTx/>
                <a:latin typeface="Aptos"/>
                <a:ea typeface="+mn-ea"/>
                <a:cs typeface="+mn-cs"/>
              </a:rPr>
              <a:t>Approved discovery pack</a:t>
            </a:r>
            <a:endParaRPr kumimoji="0" lang="en-US" sz="1400" b="0" i="0" u="none" strike="noStrike" kern="0" cap="none" spc="0" normalizeH="0" baseline="0" noProof="0">
              <a:ln>
                <a:noFill/>
              </a:ln>
              <a:solidFill>
                <a:srgbClr val="FFFFFF"/>
              </a:solidFill>
              <a:effectLst/>
              <a:uLnTx/>
              <a:uFillTx/>
              <a:latin typeface="Aptos"/>
              <a:ea typeface="+mn-ea"/>
              <a:cs typeface="+mn-cs"/>
            </a:endParaRPr>
          </a:p>
        </p:txBody>
      </p:sp>
      <p:sp>
        <p:nvSpPr>
          <p:cNvPr id="70" name="TextBox 69">
            <a:extLst>
              <a:ext uri="{FF2B5EF4-FFF2-40B4-BE49-F238E27FC236}">
                <a16:creationId xmlns:a16="http://schemas.microsoft.com/office/drawing/2014/main" id="{877E0C6F-2FB9-EA21-5C64-AA0696E33D54}"/>
              </a:ext>
            </a:extLst>
          </p:cNvPr>
          <p:cNvSpPr txBox="1"/>
          <p:nvPr/>
        </p:nvSpPr>
        <p:spPr>
          <a:xfrm>
            <a:off x="457363" y="2622984"/>
            <a:ext cx="1728876" cy="1384995"/>
          </a:xfrm>
          <a:prstGeom prst="rect">
            <a:avLst/>
          </a:prstGeom>
          <a:noFill/>
        </p:spPr>
        <p:txBody>
          <a:bodyPr wrap="square">
            <a:spAutoFit/>
          </a:bodyPr>
          <a:lstStyle/>
          <a:p>
            <a:pPr marL="171450" indent="-171450">
              <a:buFont typeface="Arial" panose="020B0604020202020204" pitchFamily="34" charset="0"/>
              <a:buChar char="•"/>
            </a:pPr>
            <a:r>
              <a:rPr lang="en-US" sz="1200">
                <a:solidFill>
                  <a:srgbClr val="000000"/>
                </a:solidFill>
                <a:latin typeface="Verdana" panose="020B0604030504040204" pitchFamily="34" charset="0"/>
                <a:ea typeface="Verdana" panose="020B0604030504040204" pitchFamily="34" charset="0"/>
              </a:rPr>
              <a:t>Understand project goals &amp; scope</a:t>
            </a:r>
          </a:p>
          <a:p>
            <a:pPr marL="171450" indent="-171450">
              <a:buFont typeface="Arial" panose="020B0604020202020204" pitchFamily="34" charset="0"/>
              <a:buChar char="•"/>
            </a:pPr>
            <a:r>
              <a:rPr lang="en-US" sz="1200">
                <a:solidFill>
                  <a:srgbClr val="000000"/>
                </a:solidFill>
                <a:latin typeface="Verdana" panose="020B0604030504040204" pitchFamily="34" charset="0"/>
                <a:ea typeface="Verdana" panose="020B0604030504040204" pitchFamily="34" charset="0"/>
              </a:rPr>
              <a:t>Gather client documentation, BRDs, and process maps</a:t>
            </a:r>
            <a:endParaRPr lang="en-IN" sz="1200">
              <a:solidFill>
                <a:srgbClr val="000000"/>
              </a:solidFill>
              <a:latin typeface="Verdana" panose="020B0604030504040204" pitchFamily="34" charset="0"/>
              <a:ea typeface="Verdana" panose="020B0604030504040204" pitchFamily="34" charset="0"/>
            </a:endParaRPr>
          </a:p>
        </p:txBody>
      </p:sp>
      <p:sp>
        <p:nvSpPr>
          <p:cNvPr id="71" name="TextBox 70">
            <a:extLst>
              <a:ext uri="{FF2B5EF4-FFF2-40B4-BE49-F238E27FC236}">
                <a16:creationId xmlns:a16="http://schemas.microsoft.com/office/drawing/2014/main" id="{133CAD48-7C9C-8C82-BB8C-557D0482944A}"/>
              </a:ext>
            </a:extLst>
          </p:cNvPr>
          <p:cNvSpPr txBox="1"/>
          <p:nvPr/>
        </p:nvSpPr>
        <p:spPr>
          <a:xfrm>
            <a:off x="2394762" y="2622984"/>
            <a:ext cx="1669372" cy="1384995"/>
          </a:xfrm>
          <a:prstGeom prst="rect">
            <a:avLst/>
          </a:prstGeom>
          <a:noFill/>
        </p:spPr>
        <p:txBody>
          <a:bodyPr wrap="square">
            <a:spAutoFit/>
          </a:bodyPr>
          <a:lstStyle/>
          <a:p>
            <a:pPr marL="171450" indent="-171450">
              <a:buFont typeface="Arial" panose="020B0604020202020204" pitchFamily="34" charset="0"/>
              <a:buChar char="•"/>
            </a:pPr>
            <a:r>
              <a:rPr lang="en-US" sz="1200">
                <a:solidFill>
                  <a:srgbClr val="000000"/>
                </a:solidFill>
                <a:latin typeface="Verdana" panose="020B0604030504040204" pitchFamily="34" charset="0"/>
                <a:ea typeface="Verdana" panose="020B0604030504040204" pitchFamily="34" charset="0"/>
              </a:rPr>
              <a:t>Conduct walkthrough sessions with SMEs </a:t>
            </a:r>
          </a:p>
          <a:p>
            <a:pPr marL="171450" indent="-171450">
              <a:buFont typeface="Arial" panose="020B0604020202020204" pitchFamily="34" charset="0"/>
              <a:buChar char="•"/>
            </a:pPr>
            <a:r>
              <a:rPr lang="en-US" sz="1200">
                <a:solidFill>
                  <a:srgbClr val="000000"/>
                </a:solidFill>
                <a:latin typeface="Verdana" panose="020B0604030504040204" pitchFamily="34" charset="0"/>
                <a:ea typeface="Verdana" panose="020B0604030504040204" pitchFamily="34" charset="0"/>
              </a:rPr>
              <a:t>Capture existing workflows &amp; touchpoints</a:t>
            </a:r>
            <a:endParaRPr lang="en-IN" sz="1200">
              <a:solidFill>
                <a:srgbClr val="000000"/>
              </a:solidFill>
              <a:latin typeface="Verdana" panose="020B0604030504040204" pitchFamily="34" charset="0"/>
              <a:ea typeface="Verdana" panose="020B0604030504040204" pitchFamily="34" charset="0"/>
            </a:endParaRPr>
          </a:p>
        </p:txBody>
      </p:sp>
      <p:sp>
        <p:nvSpPr>
          <p:cNvPr id="72" name="TextBox 71">
            <a:extLst>
              <a:ext uri="{FF2B5EF4-FFF2-40B4-BE49-F238E27FC236}">
                <a16:creationId xmlns:a16="http://schemas.microsoft.com/office/drawing/2014/main" id="{BE49C4AD-B429-658C-34AC-6EA71DBFCB42}"/>
              </a:ext>
            </a:extLst>
          </p:cNvPr>
          <p:cNvSpPr txBox="1"/>
          <p:nvPr/>
        </p:nvSpPr>
        <p:spPr>
          <a:xfrm>
            <a:off x="10159029" y="2629403"/>
            <a:ext cx="1654264" cy="2123658"/>
          </a:xfrm>
          <a:prstGeom prst="rect">
            <a:avLst/>
          </a:prstGeom>
          <a:noFill/>
        </p:spPr>
        <p:txBody>
          <a:bodyPr wrap="square">
            <a:spAutoFit/>
          </a:bodyPr>
          <a:lstStyle/>
          <a:p>
            <a:pPr marL="171450" indent="-171450">
              <a:buFont typeface="Arial" panose="020B0604020202020204" pitchFamily="34" charset="0"/>
              <a:buChar char="•"/>
            </a:pPr>
            <a:r>
              <a:rPr lang="en-US" sz="1200">
                <a:solidFill>
                  <a:srgbClr val="000000"/>
                </a:solidFill>
                <a:latin typeface="Verdana" panose="020B0604030504040204" pitchFamily="34" charset="0"/>
                <a:ea typeface="Verdana" panose="020B0604030504040204" pitchFamily="34" charset="0"/>
              </a:rPr>
              <a:t>Finalize agents and sprint-level epics for development handover</a:t>
            </a:r>
          </a:p>
          <a:p>
            <a:pPr marL="171450" indent="-171450">
              <a:buFont typeface="Arial" panose="020B0604020202020204" pitchFamily="34" charset="0"/>
              <a:buChar char="•"/>
            </a:pPr>
            <a:r>
              <a:rPr lang="en-US" sz="1200">
                <a:solidFill>
                  <a:srgbClr val="000000"/>
                </a:solidFill>
                <a:latin typeface="Verdana" panose="020B0604030504040204" pitchFamily="34" charset="0"/>
                <a:ea typeface="Verdana" panose="020B0604030504040204" pitchFamily="34" charset="0"/>
              </a:rPr>
              <a:t>Present final Discovery outputs to development stakeholders</a:t>
            </a:r>
          </a:p>
          <a:p>
            <a:pPr marL="171450" indent="-171450">
              <a:buFont typeface="Arial" panose="020B0604020202020204" pitchFamily="34" charset="0"/>
              <a:buChar char="•"/>
            </a:pPr>
            <a:endParaRPr lang="en-IN" sz="1200">
              <a:solidFill>
                <a:srgbClr val="000000"/>
              </a:solidFill>
              <a:latin typeface="Verdana" panose="020B0604030504040204" pitchFamily="34" charset="0"/>
              <a:ea typeface="Verdana" panose="020B0604030504040204" pitchFamily="34" charset="0"/>
            </a:endParaRPr>
          </a:p>
        </p:txBody>
      </p:sp>
      <p:sp>
        <p:nvSpPr>
          <p:cNvPr id="73" name="TextBox 72">
            <a:extLst>
              <a:ext uri="{FF2B5EF4-FFF2-40B4-BE49-F238E27FC236}">
                <a16:creationId xmlns:a16="http://schemas.microsoft.com/office/drawing/2014/main" id="{F23E7AD9-0653-ED25-AD6B-8C3030D1CB56}"/>
              </a:ext>
            </a:extLst>
          </p:cNvPr>
          <p:cNvSpPr txBox="1"/>
          <p:nvPr/>
        </p:nvSpPr>
        <p:spPr>
          <a:xfrm>
            <a:off x="4341678" y="2623852"/>
            <a:ext cx="1754322" cy="1938992"/>
          </a:xfrm>
          <a:prstGeom prst="rect">
            <a:avLst/>
          </a:prstGeom>
          <a:noFill/>
        </p:spPr>
        <p:txBody>
          <a:bodyPr wrap="square">
            <a:spAutoFit/>
          </a:bodyPr>
          <a:lstStyle/>
          <a:p>
            <a:pPr marL="171450" indent="-171450">
              <a:buFont typeface="Arial" panose="020B0604020202020204" pitchFamily="34" charset="0"/>
              <a:buChar char="•"/>
            </a:pPr>
            <a:r>
              <a:rPr lang="en-US" sz="1200">
                <a:solidFill>
                  <a:srgbClr val="000000"/>
                </a:solidFill>
                <a:latin typeface="Verdana" panose="020B0604030504040204" pitchFamily="34" charset="0"/>
                <a:ea typeface="Verdana" panose="020B0604030504040204" pitchFamily="34" charset="0"/>
              </a:rPr>
              <a:t>Decompose processes into manageable WBS items</a:t>
            </a:r>
          </a:p>
          <a:p>
            <a:pPr marL="171450" indent="-171450">
              <a:buFont typeface="Arial" panose="020B0604020202020204" pitchFamily="34" charset="0"/>
              <a:buChar char="•"/>
            </a:pPr>
            <a:r>
              <a:rPr lang="en-US" sz="1200">
                <a:solidFill>
                  <a:srgbClr val="000000"/>
                </a:solidFill>
                <a:latin typeface="Verdana" panose="020B0604030504040204" pitchFamily="34" charset="0"/>
                <a:ea typeface="Verdana" panose="020B0604030504040204" pitchFamily="34" charset="0"/>
              </a:rPr>
              <a:t>Break down processes into atomic, automatable tasks</a:t>
            </a:r>
            <a:br>
              <a:rPr lang="en-US" sz="1200">
                <a:solidFill>
                  <a:srgbClr val="000000"/>
                </a:solidFill>
                <a:latin typeface="Verdana" panose="020B0604030504040204" pitchFamily="34" charset="0"/>
                <a:ea typeface="Verdana" panose="020B0604030504040204" pitchFamily="34" charset="0"/>
              </a:rPr>
            </a:br>
            <a:endParaRPr lang="en-IN" sz="1200">
              <a:solidFill>
                <a:srgbClr val="000000"/>
              </a:solidFill>
              <a:latin typeface="Verdana" panose="020B0604030504040204" pitchFamily="34" charset="0"/>
              <a:ea typeface="Verdana" panose="020B0604030504040204" pitchFamily="34" charset="0"/>
            </a:endParaRPr>
          </a:p>
        </p:txBody>
      </p:sp>
      <p:sp>
        <p:nvSpPr>
          <p:cNvPr id="74" name="TextBox 73">
            <a:extLst>
              <a:ext uri="{FF2B5EF4-FFF2-40B4-BE49-F238E27FC236}">
                <a16:creationId xmlns:a16="http://schemas.microsoft.com/office/drawing/2014/main" id="{4E35580D-5423-0261-2BDD-B47095C22AF3}"/>
              </a:ext>
            </a:extLst>
          </p:cNvPr>
          <p:cNvSpPr txBox="1"/>
          <p:nvPr/>
        </p:nvSpPr>
        <p:spPr>
          <a:xfrm>
            <a:off x="6176349" y="2622984"/>
            <a:ext cx="1872343" cy="1384995"/>
          </a:xfrm>
          <a:prstGeom prst="rect">
            <a:avLst/>
          </a:prstGeom>
          <a:noFill/>
        </p:spPr>
        <p:txBody>
          <a:bodyPr wrap="square">
            <a:spAutoFit/>
          </a:bodyPr>
          <a:lstStyle/>
          <a:p>
            <a:pPr marL="171450" indent="-171450">
              <a:buFont typeface="Arial" panose="020B0604020202020204" pitchFamily="34" charset="0"/>
              <a:buChar char="•"/>
            </a:pPr>
            <a:r>
              <a:rPr lang="en-US" sz="1200">
                <a:solidFill>
                  <a:srgbClr val="000000"/>
                </a:solidFill>
                <a:latin typeface="Verdana" panose="020B0604030504040204" pitchFamily="34" charset="0"/>
                <a:ea typeface="Verdana" panose="020B0604030504040204" pitchFamily="34" charset="0"/>
              </a:rPr>
              <a:t>For each WBS task: Match tasks to existing agents, Log gaps where agents need to be built, Confirm human-led steps</a:t>
            </a:r>
            <a:endParaRPr lang="en-IN" sz="1200">
              <a:solidFill>
                <a:srgbClr val="000000"/>
              </a:solidFill>
              <a:latin typeface="Verdana" panose="020B0604030504040204" pitchFamily="34" charset="0"/>
              <a:ea typeface="Verdana" panose="020B0604030504040204" pitchFamily="34" charset="0"/>
            </a:endParaRPr>
          </a:p>
        </p:txBody>
      </p:sp>
      <p:sp>
        <p:nvSpPr>
          <p:cNvPr id="75" name="TextBox 74">
            <a:extLst>
              <a:ext uri="{FF2B5EF4-FFF2-40B4-BE49-F238E27FC236}">
                <a16:creationId xmlns:a16="http://schemas.microsoft.com/office/drawing/2014/main" id="{D9999976-8ABC-3484-4FCE-CA35EB034C42}"/>
              </a:ext>
            </a:extLst>
          </p:cNvPr>
          <p:cNvSpPr txBox="1"/>
          <p:nvPr/>
        </p:nvSpPr>
        <p:spPr>
          <a:xfrm>
            <a:off x="8205637" y="2629403"/>
            <a:ext cx="1669757" cy="1754326"/>
          </a:xfrm>
          <a:prstGeom prst="rect">
            <a:avLst/>
          </a:prstGeom>
          <a:noFill/>
        </p:spPr>
        <p:txBody>
          <a:bodyPr wrap="square">
            <a:spAutoFit/>
          </a:bodyPr>
          <a:lstStyle/>
          <a:p>
            <a:pPr marL="171450" indent="-171450">
              <a:buFont typeface="Arial" panose="020B0604020202020204" pitchFamily="34" charset="0"/>
              <a:buChar char="•"/>
            </a:pPr>
            <a:r>
              <a:rPr lang="en-US" sz="1200">
                <a:solidFill>
                  <a:srgbClr val="000000"/>
                </a:solidFill>
                <a:latin typeface="Verdana" panose="020B0604030504040204" pitchFamily="34" charset="0"/>
                <a:ea typeface="Verdana" panose="020B0604030504040204" pitchFamily="34" charset="0"/>
              </a:rPr>
              <a:t>Estimate effort for Agent reuse, Agent build time, Human effort (where needed)</a:t>
            </a:r>
          </a:p>
          <a:p>
            <a:pPr marL="171450" indent="-171450">
              <a:buFont typeface="Arial" panose="020B0604020202020204" pitchFamily="34" charset="0"/>
              <a:buChar char="•"/>
            </a:pPr>
            <a:r>
              <a:rPr lang="en-US" sz="1200">
                <a:solidFill>
                  <a:srgbClr val="000000"/>
                </a:solidFill>
                <a:latin typeface="Verdana" panose="020B0604030504040204" pitchFamily="34" charset="0"/>
                <a:ea typeface="Verdana" panose="020B0604030504040204" pitchFamily="34" charset="0"/>
              </a:rPr>
              <a:t>Prioritize based on impact and feasibility</a:t>
            </a:r>
            <a:endParaRPr lang="en-IN" sz="1200">
              <a:solidFill>
                <a:srgbClr val="000000"/>
              </a:solidFill>
              <a:latin typeface="Verdana" panose="020B0604030504040204" pitchFamily="34" charset="0"/>
              <a:ea typeface="Verdana" panose="020B0604030504040204" pitchFamily="34" charset="0"/>
            </a:endParaRPr>
          </a:p>
        </p:txBody>
      </p:sp>
      <p:grpSp>
        <p:nvGrpSpPr>
          <p:cNvPr id="79" name="Group 78">
            <a:extLst>
              <a:ext uri="{FF2B5EF4-FFF2-40B4-BE49-F238E27FC236}">
                <a16:creationId xmlns:a16="http://schemas.microsoft.com/office/drawing/2014/main" id="{F932D5FC-E9B9-7641-ECDA-0166AE8960AA}"/>
              </a:ext>
            </a:extLst>
          </p:cNvPr>
          <p:cNvGrpSpPr/>
          <p:nvPr/>
        </p:nvGrpSpPr>
        <p:grpSpPr>
          <a:xfrm>
            <a:off x="378707" y="5255638"/>
            <a:ext cx="11554134" cy="696970"/>
            <a:chOff x="12196905" y="619242"/>
            <a:chExt cx="2206684" cy="646332"/>
          </a:xfrm>
        </p:grpSpPr>
        <p:sp>
          <p:nvSpPr>
            <p:cNvPr id="80" name="Rounded Rectangle 12">
              <a:extLst>
                <a:ext uri="{FF2B5EF4-FFF2-40B4-BE49-F238E27FC236}">
                  <a16:creationId xmlns:a16="http://schemas.microsoft.com/office/drawing/2014/main" id="{92FB9087-8F95-6929-1F05-10C8D2666BB0}"/>
                </a:ext>
              </a:extLst>
            </p:cNvPr>
            <p:cNvSpPr/>
            <p:nvPr/>
          </p:nvSpPr>
          <p:spPr>
            <a:xfrm>
              <a:off x="12196905" y="619242"/>
              <a:ext cx="2206684" cy="646332"/>
            </a:xfrm>
            <a:prstGeom prst="roundRect">
              <a:avLst/>
            </a:prstGeom>
            <a:solidFill>
              <a:schemeClr val="accent2"/>
            </a:solidFill>
            <a:ln w="6350" cap="flat" cmpd="sng" algn="ctr">
              <a:no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b="1" i="0" u="none" strike="noStrike" kern="0" cap="none" spc="0" normalizeH="0" baseline="0" noProof="0">
                <a:ln>
                  <a:noFill/>
                </a:ln>
                <a:solidFill>
                  <a:srgbClr val="FFFFFF"/>
                </a:solidFill>
                <a:effectLst/>
                <a:uLnTx/>
                <a:uFillTx/>
                <a:latin typeface="Aptos"/>
                <a:ea typeface="+mn-ea"/>
                <a:cs typeface="+mn-cs"/>
              </a:endParaRPr>
            </a:p>
          </p:txBody>
        </p:sp>
        <p:sp>
          <p:nvSpPr>
            <p:cNvPr id="81" name="TextBox 80">
              <a:extLst>
                <a:ext uri="{FF2B5EF4-FFF2-40B4-BE49-F238E27FC236}">
                  <a16:creationId xmlns:a16="http://schemas.microsoft.com/office/drawing/2014/main" id="{EB75F619-D9C8-3979-94D3-E3C1F21E737E}"/>
                </a:ext>
              </a:extLst>
            </p:cNvPr>
            <p:cNvSpPr txBox="1"/>
            <p:nvPr/>
          </p:nvSpPr>
          <p:spPr>
            <a:xfrm>
              <a:off x="12226449" y="802763"/>
              <a:ext cx="2154308" cy="228332"/>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FFFFFF"/>
                  </a:solidFill>
                  <a:effectLst/>
                  <a:uLnTx/>
                  <a:uFillTx/>
                  <a:latin typeface="Verdana" panose="020B0604030504040204" pitchFamily="34" charset="0"/>
                  <a:ea typeface="Verdana" panose="020B0604030504040204" pitchFamily="34" charset="0"/>
                </a:rPr>
                <a:t>High-level WBS, Effort Estimation, Task classification mapping (MAVCA Framework)</a:t>
              </a:r>
              <a:endParaRPr kumimoji="0" lang="en-IN" sz="1000" b="1" i="0" u="none" strike="noStrike" kern="0" cap="none" spc="0" normalizeH="0" baseline="0" noProof="0">
                <a:ln>
                  <a:noFill/>
                </a:ln>
                <a:solidFill>
                  <a:srgbClr val="FFFFFF"/>
                </a:solidFill>
                <a:effectLst/>
                <a:uLnTx/>
                <a:uFillTx/>
                <a:latin typeface="Verdana" panose="020B0604030504040204" pitchFamily="34" charset="0"/>
                <a:ea typeface="Verdana" panose="020B0604030504040204" pitchFamily="34" charset="0"/>
              </a:endParaRPr>
            </a:p>
          </p:txBody>
        </p:sp>
      </p:grpSp>
      <p:sp>
        <p:nvSpPr>
          <p:cNvPr id="100" name="Right Arrow 1">
            <a:extLst>
              <a:ext uri="{FF2B5EF4-FFF2-40B4-BE49-F238E27FC236}">
                <a16:creationId xmlns:a16="http://schemas.microsoft.com/office/drawing/2014/main" id="{2CB9C4F7-8BC9-BB51-091D-356EDE94F0A0}"/>
              </a:ext>
            </a:extLst>
          </p:cNvPr>
          <p:cNvSpPr/>
          <p:nvPr/>
        </p:nvSpPr>
        <p:spPr>
          <a:xfrm rot="5400000">
            <a:off x="5980302" y="4970319"/>
            <a:ext cx="299566" cy="249236"/>
          </a:xfrm>
          <a:prstGeom prst="rightArrow">
            <a:avLst>
              <a:gd name="adj1" fmla="val 50000"/>
              <a:gd name="adj2" fmla="val 49999"/>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71">
              <a:buClrTx/>
              <a:defRPr/>
            </a:pPr>
            <a:endParaRPr lang="en-US" sz="1200" b="1" kern="1200">
              <a:solidFill>
                <a:srgbClr val="FFFFFF"/>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40031262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7F3E-BD46-F100-B114-6E0D2FDC1167}"/>
              </a:ext>
            </a:extLst>
          </p:cNvPr>
          <p:cNvSpPr>
            <a:spLocks noGrp="1"/>
          </p:cNvSpPr>
          <p:nvPr>
            <p:ph type="title"/>
          </p:nvPr>
        </p:nvSpPr>
        <p:spPr/>
        <p:txBody>
          <a:bodyPr/>
          <a:lstStyle/>
          <a:p>
            <a:r>
              <a:rPr lang="en-US" dirty="0"/>
              <a:t>2. AVA+ Implementation Steps - WIP</a:t>
            </a:r>
          </a:p>
        </p:txBody>
      </p:sp>
      <p:sp>
        <p:nvSpPr>
          <p:cNvPr id="3" name="Rectangle 2">
            <a:extLst>
              <a:ext uri="{FF2B5EF4-FFF2-40B4-BE49-F238E27FC236}">
                <a16:creationId xmlns:a16="http://schemas.microsoft.com/office/drawing/2014/main" id="{5E28B6FA-240C-19DB-B60B-2143FE8A6CB7}"/>
              </a:ext>
            </a:extLst>
          </p:cNvPr>
          <p:cNvSpPr/>
          <p:nvPr/>
        </p:nvSpPr>
        <p:spPr>
          <a:xfrm>
            <a:off x="1704155" y="1578444"/>
            <a:ext cx="1804652" cy="1600019"/>
          </a:xfrm>
          <a:prstGeom prst="rect">
            <a:avLst/>
          </a:prstGeom>
          <a:solidFill>
            <a:schemeClr val="bg1"/>
          </a:solidFill>
          <a:ln>
            <a:solidFill>
              <a:schemeClr val="accent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dirty="0">
                <a:solidFill>
                  <a:schemeClr val="tx1">
                    <a:lumMod val="75000"/>
                    <a:lumOff val="25000"/>
                  </a:schemeClr>
                </a:solidFill>
                <a:latin typeface="Century Gothic" panose="020B0502020202020204" pitchFamily="34" charset="0"/>
              </a:rPr>
              <a:t>Cloud Setup</a:t>
            </a:r>
          </a:p>
          <a:p>
            <a:pPr algn="ctr"/>
            <a:endParaRPr lang="en-US" sz="1200" dirty="0">
              <a:solidFill>
                <a:schemeClr val="tx1">
                  <a:lumMod val="75000"/>
                  <a:lumOff val="25000"/>
                </a:schemeClr>
              </a:solidFill>
              <a:latin typeface="Century Gothic" panose="020B0502020202020204" pitchFamily="34" charset="0"/>
            </a:endParaRPr>
          </a:p>
          <a:p>
            <a:pPr algn="ctr"/>
            <a:r>
              <a:rPr lang="en-US" sz="1200" dirty="0">
                <a:solidFill>
                  <a:schemeClr val="tx1">
                    <a:lumMod val="75000"/>
                    <a:lumOff val="25000"/>
                  </a:schemeClr>
                </a:solidFill>
                <a:latin typeface="Century Gothic" panose="020B0502020202020204" pitchFamily="34" charset="0"/>
              </a:rPr>
              <a:t>for Azure Open AI Configurations</a:t>
            </a:r>
          </a:p>
        </p:txBody>
      </p:sp>
      <p:sp>
        <p:nvSpPr>
          <p:cNvPr id="5" name="Rectangle 4">
            <a:extLst>
              <a:ext uri="{FF2B5EF4-FFF2-40B4-BE49-F238E27FC236}">
                <a16:creationId xmlns:a16="http://schemas.microsoft.com/office/drawing/2014/main" id="{92F2198C-C748-AC4C-A6F0-2F13360D2B91}"/>
              </a:ext>
            </a:extLst>
          </p:cNvPr>
          <p:cNvSpPr/>
          <p:nvPr/>
        </p:nvSpPr>
        <p:spPr>
          <a:xfrm>
            <a:off x="3853883" y="1578444"/>
            <a:ext cx="1804652" cy="1600019"/>
          </a:xfrm>
          <a:prstGeom prst="rect">
            <a:avLst/>
          </a:prstGeom>
          <a:solidFill>
            <a:schemeClr val="bg1"/>
          </a:solidFill>
          <a:ln>
            <a:solidFill>
              <a:schemeClr val="accent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dirty="0">
                <a:solidFill>
                  <a:schemeClr val="tx1">
                    <a:lumMod val="75000"/>
                    <a:lumOff val="25000"/>
                  </a:schemeClr>
                </a:solidFill>
                <a:latin typeface="Century Gothic" panose="020B0502020202020204" pitchFamily="34" charset="0"/>
              </a:rPr>
              <a:t>Database &amp; Tables creation</a:t>
            </a:r>
          </a:p>
          <a:p>
            <a:pPr algn="ctr"/>
            <a:endParaRPr lang="en-US" sz="1200" dirty="0">
              <a:solidFill>
                <a:schemeClr val="tx1">
                  <a:lumMod val="75000"/>
                  <a:lumOff val="25000"/>
                </a:schemeClr>
              </a:solidFill>
              <a:latin typeface="Century Gothic" panose="020B0502020202020204" pitchFamily="34" charset="0"/>
            </a:endParaRPr>
          </a:p>
          <a:p>
            <a:pPr algn="ctr"/>
            <a:r>
              <a:rPr lang="en-US" sz="1200" dirty="0">
                <a:solidFill>
                  <a:schemeClr val="tx1">
                    <a:lumMod val="75000"/>
                    <a:lumOff val="25000"/>
                  </a:schemeClr>
                </a:solidFill>
                <a:latin typeface="Century Gothic" panose="020B0502020202020204" pitchFamily="34" charset="0"/>
              </a:rPr>
              <a:t>for transactions and analytics</a:t>
            </a:r>
          </a:p>
          <a:p>
            <a:pPr algn="ctr"/>
            <a:endParaRPr lang="en-US" sz="1400" b="1" dirty="0">
              <a:solidFill>
                <a:schemeClr val="tx1">
                  <a:lumMod val="75000"/>
                  <a:lumOff val="25000"/>
                </a:schemeClr>
              </a:solidFill>
              <a:latin typeface="Century Gothic" panose="020B0502020202020204" pitchFamily="34" charset="0"/>
            </a:endParaRPr>
          </a:p>
        </p:txBody>
      </p:sp>
      <p:sp>
        <p:nvSpPr>
          <p:cNvPr id="6" name="Rectangle 5">
            <a:extLst>
              <a:ext uri="{FF2B5EF4-FFF2-40B4-BE49-F238E27FC236}">
                <a16:creationId xmlns:a16="http://schemas.microsoft.com/office/drawing/2014/main" id="{747010B2-1BD4-DDDD-18BD-21FCFEA02771}"/>
              </a:ext>
            </a:extLst>
          </p:cNvPr>
          <p:cNvSpPr/>
          <p:nvPr/>
        </p:nvSpPr>
        <p:spPr>
          <a:xfrm>
            <a:off x="5980667" y="1578444"/>
            <a:ext cx="1804652" cy="1600019"/>
          </a:xfrm>
          <a:prstGeom prst="rect">
            <a:avLst/>
          </a:prstGeom>
          <a:solidFill>
            <a:schemeClr val="bg1"/>
          </a:solidFill>
          <a:ln>
            <a:solidFill>
              <a:schemeClr val="accent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dirty="0">
                <a:solidFill>
                  <a:schemeClr val="tx1">
                    <a:lumMod val="75000"/>
                    <a:lumOff val="25000"/>
                  </a:schemeClr>
                </a:solidFill>
                <a:latin typeface="Century Gothic" panose="020B0502020202020204" pitchFamily="34" charset="0"/>
              </a:rPr>
              <a:t>Initial Data Load</a:t>
            </a:r>
          </a:p>
          <a:p>
            <a:pPr algn="ctr"/>
            <a:endParaRPr lang="en-US" sz="1200" dirty="0">
              <a:solidFill>
                <a:schemeClr val="tx1">
                  <a:lumMod val="75000"/>
                  <a:lumOff val="25000"/>
                </a:schemeClr>
              </a:solidFill>
              <a:latin typeface="Century Gothic" panose="020B0502020202020204" pitchFamily="34" charset="0"/>
            </a:endParaRPr>
          </a:p>
          <a:p>
            <a:pPr algn="ctr"/>
            <a:r>
              <a:rPr lang="en-US" sz="1200" dirty="0">
                <a:solidFill>
                  <a:schemeClr val="tx1">
                    <a:lumMod val="75000"/>
                    <a:lumOff val="25000"/>
                  </a:schemeClr>
                </a:solidFill>
                <a:latin typeface="Century Gothic" panose="020B0502020202020204" pitchFamily="34" charset="0"/>
              </a:rPr>
              <a:t>of prompt templates and other benchmarked configurations</a:t>
            </a:r>
          </a:p>
          <a:p>
            <a:pPr algn="ctr"/>
            <a:endParaRPr lang="en-US" sz="1400" b="1" dirty="0">
              <a:solidFill>
                <a:schemeClr val="tx1">
                  <a:lumMod val="75000"/>
                  <a:lumOff val="25000"/>
                </a:schemeClr>
              </a:solidFill>
              <a:latin typeface="Century Gothic" panose="020B0502020202020204" pitchFamily="34" charset="0"/>
            </a:endParaRPr>
          </a:p>
        </p:txBody>
      </p:sp>
      <p:sp>
        <p:nvSpPr>
          <p:cNvPr id="7" name="Rectangle 6">
            <a:extLst>
              <a:ext uri="{FF2B5EF4-FFF2-40B4-BE49-F238E27FC236}">
                <a16:creationId xmlns:a16="http://schemas.microsoft.com/office/drawing/2014/main" id="{D3C3E274-15B0-31A3-5F80-6F18E8CFE528}"/>
              </a:ext>
            </a:extLst>
          </p:cNvPr>
          <p:cNvSpPr/>
          <p:nvPr/>
        </p:nvSpPr>
        <p:spPr>
          <a:xfrm>
            <a:off x="8135834" y="1578444"/>
            <a:ext cx="1804652" cy="1600019"/>
          </a:xfrm>
          <a:prstGeom prst="rect">
            <a:avLst/>
          </a:prstGeom>
          <a:solidFill>
            <a:schemeClr val="bg1"/>
          </a:solidFill>
          <a:ln>
            <a:solidFill>
              <a:schemeClr val="accent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dirty="0">
                <a:solidFill>
                  <a:schemeClr val="tx1">
                    <a:lumMod val="75000"/>
                    <a:lumOff val="25000"/>
                  </a:schemeClr>
                </a:solidFill>
                <a:latin typeface="Century Gothic" panose="020B0502020202020204" pitchFamily="34" charset="0"/>
              </a:rPr>
              <a:t>API apps deployment</a:t>
            </a:r>
          </a:p>
          <a:p>
            <a:pPr algn="ctr"/>
            <a:endParaRPr lang="en-US" sz="1200" dirty="0">
              <a:solidFill>
                <a:schemeClr val="tx1">
                  <a:lumMod val="75000"/>
                  <a:lumOff val="25000"/>
                </a:schemeClr>
              </a:solidFill>
              <a:latin typeface="Century Gothic" panose="020B0502020202020204" pitchFamily="34" charset="0"/>
            </a:endParaRPr>
          </a:p>
          <a:p>
            <a:pPr algn="ctr"/>
            <a:r>
              <a:rPr lang="en-US" sz="1200" dirty="0">
                <a:solidFill>
                  <a:schemeClr val="tx1">
                    <a:lumMod val="75000"/>
                    <a:lumOff val="25000"/>
                  </a:schemeClr>
                </a:solidFill>
                <a:latin typeface="Century Gothic" panose="020B0502020202020204" pitchFamily="34" charset="0"/>
              </a:rPr>
              <a:t>for DA and admin app containers &amp; clusters setup</a:t>
            </a:r>
            <a:endParaRPr lang="en-US" sz="1200" b="1" dirty="0">
              <a:solidFill>
                <a:schemeClr val="tx1">
                  <a:lumMod val="75000"/>
                  <a:lumOff val="25000"/>
                </a:schemeClr>
              </a:solidFill>
              <a:latin typeface="Century Gothic" panose="020B0502020202020204" pitchFamily="34" charset="0"/>
            </a:endParaRPr>
          </a:p>
        </p:txBody>
      </p:sp>
      <p:sp>
        <p:nvSpPr>
          <p:cNvPr id="8" name="Rectangle 7">
            <a:extLst>
              <a:ext uri="{FF2B5EF4-FFF2-40B4-BE49-F238E27FC236}">
                <a16:creationId xmlns:a16="http://schemas.microsoft.com/office/drawing/2014/main" id="{A09360D9-17E4-C65C-7CA6-D0F36CDBADA8}"/>
              </a:ext>
            </a:extLst>
          </p:cNvPr>
          <p:cNvSpPr/>
          <p:nvPr/>
        </p:nvSpPr>
        <p:spPr>
          <a:xfrm>
            <a:off x="10290999" y="1578444"/>
            <a:ext cx="1804652" cy="1600019"/>
          </a:xfrm>
          <a:prstGeom prst="rect">
            <a:avLst/>
          </a:prstGeom>
          <a:solidFill>
            <a:schemeClr val="bg1"/>
          </a:solidFill>
          <a:ln>
            <a:solidFill>
              <a:schemeClr val="accent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dirty="0">
                <a:solidFill>
                  <a:schemeClr val="tx1">
                    <a:lumMod val="75000"/>
                    <a:lumOff val="25000"/>
                  </a:schemeClr>
                </a:solidFill>
                <a:latin typeface="Century Gothic" panose="020B0502020202020204" pitchFamily="34" charset="0"/>
              </a:rPr>
              <a:t>Webapps Deployment</a:t>
            </a:r>
          </a:p>
          <a:p>
            <a:pPr algn="ctr"/>
            <a:endParaRPr lang="en-US" sz="1200" dirty="0">
              <a:solidFill>
                <a:schemeClr val="tx1">
                  <a:lumMod val="75000"/>
                  <a:lumOff val="25000"/>
                </a:schemeClr>
              </a:solidFill>
              <a:latin typeface="Century Gothic" panose="020B0502020202020204" pitchFamily="34" charset="0"/>
            </a:endParaRPr>
          </a:p>
          <a:p>
            <a:pPr algn="ctr"/>
            <a:r>
              <a:rPr lang="en-US" sz="1200" dirty="0">
                <a:solidFill>
                  <a:schemeClr val="tx1">
                    <a:lumMod val="75000"/>
                    <a:lumOff val="25000"/>
                  </a:schemeClr>
                </a:solidFill>
                <a:latin typeface="Century Gothic" panose="020B0502020202020204" pitchFamily="34" charset="0"/>
              </a:rPr>
              <a:t>for DA UI and admin UI app containers &amp; clusters setup</a:t>
            </a:r>
            <a:endParaRPr lang="en-US" sz="1200" b="1" dirty="0">
              <a:solidFill>
                <a:schemeClr val="tx1">
                  <a:lumMod val="75000"/>
                  <a:lumOff val="25000"/>
                </a:schemeClr>
              </a:solidFill>
              <a:latin typeface="Century Gothic" panose="020B0502020202020204" pitchFamily="34" charset="0"/>
            </a:endParaRPr>
          </a:p>
          <a:p>
            <a:pPr algn="ctr"/>
            <a:endParaRPr lang="en-US" sz="1400" b="1" dirty="0">
              <a:solidFill>
                <a:schemeClr val="tx1">
                  <a:lumMod val="75000"/>
                  <a:lumOff val="25000"/>
                </a:schemeClr>
              </a:solidFill>
              <a:latin typeface="Century Gothic" panose="020B0502020202020204" pitchFamily="34" charset="0"/>
            </a:endParaRPr>
          </a:p>
        </p:txBody>
      </p:sp>
      <p:sp>
        <p:nvSpPr>
          <p:cNvPr id="9" name="Rectangle 8">
            <a:extLst>
              <a:ext uri="{FF2B5EF4-FFF2-40B4-BE49-F238E27FC236}">
                <a16:creationId xmlns:a16="http://schemas.microsoft.com/office/drawing/2014/main" id="{EE5B2D6B-1592-E67E-3217-58C9EB1B5714}"/>
              </a:ext>
            </a:extLst>
          </p:cNvPr>
          <p:cNvSpPr/>
          <p:nvPr/>
        </p:nvSpPr>
        <p:spPr>
          <a:xfrm>
            <a:off x="1704155" y="4099445"/>
            <a:ext cx="1804652" cy="1600019"/>
          </a:xfrm>
          <a:prstGeom prst="rect">
            <a:avLst/>
          </a:prstGeom>
          <a:solidFill>
            <a:schemeClr val="bg1"/>
          </a:solidFill>
          <a:ln>
            <a:solidFill>
              <a:schemeClr val="accent4"/>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dirty="0">
                <a:solidFill>
                  <a:schemeClr val="tx1">
                    <a:lumMod val="75000"/>
                    <a:lumOff val="25000"/>
                  </a:schemeClr>
                </a:solidFill>
                <a:latin typeface="Century Gothic" panose="020B0502020202020204" pitchFamily="34" charset="0"/>
              </a:rPr>
              <a:t>Prompt engineering</a:t>
            </a:r>
          </a:p>
          <a:p>
            <a:pPr algn="ctr"/>
            <a:endParaRPr lang="en-US" sz="1200" dirty="0">
              <a:solidFill>
                <a:schemeClr val="tx1">
                  <a:lumMod val="75000"/>
                  <a:lumOff val="25000"/>
                </a:schemeClr>
              </a:solidFill>
              <a:latin typeface="Century Gothic" panose="020B0502020202020204" pitchFamily="34" charset="0"/>
            </a:endParaRPr>
          </a:p>
          <a:p>
            <a:pPr algn="ctr"/>
            <a:r>
              <a:rPr lang="en-US" sz="1200" dirty="0">
                <a:solidFill>
                  <a:schemeClr val="tx1">
                    <a:lumMod val="75000"/>
                    <a:lumOff val="25000"/>
                  </a:schemeClr>
                </a:solidFill>
                <a:latin typeface="Century Gothic" panose="020B0502020202020204" pitchFamily="34" charset="0"/>
              </a:rPr>
              <a:t>for creating contextual prompt templates</a:t>
            </a:r>
          </a:p>
          <a:p>
            <a:pPr algn="ctr"/>
            <a:endParaRPr lang="en-US" sz="1400" b="1" dirty="0">
              <a:solidFill>
                <a:schemeClr val="tx1">
                  <a:lumMod val="75000"/>
                  <a:lumOff val="25000"/>
                </a:schemeClr>
              </a:solidFill>
              <a:latin typeface="Century Gothic" panose="020B0502020202020204" pitchFamily="34" charset="0"/>
            </a:endParaRPr>
          </a:p>
        </p:txBody>
      </p:sp>
      <p:sp>
        <p:nvSpPr>
          <p:cNvPr id="10" name="Rectangle 9">
            <a:extLst>
              <a:ext uri="{FF2B5EF4-FFF2-40B4-BE49-F238E27FC236}">
                <a16:creationId xmlns:a16="http://schemas.microsoft.com/office/drawing/2014/main" id="{E5621BF7-D9F4-6401-1278-E89E58CB6836}"/>
              </a:ext>
            </a:extLst>
          </p:cNvPr>
          <p:cNvSpPr/>
          <p:nvPr/>
        </p:nvSpPr>
        <p:spPr>
          <a:xfrm>
            <a:off x="3852931" y="4099445"/>
            <a:ext cx="3932389" cy="1600019"/>
          </a:xfrm>
          <a:prstGeom prst="rect">
            <a:avLst/>
          </a:prstGeom>
          <a:solidFill>
            <a:schemeClr val="bg1"/>
          </a:solidFill>
          <a:ln>
            <a:solidFill>
              <a:schemeClr val="accent4"/>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dirty="0">
                <a:solidFill>
                  <a:schemeClr val="tx1">
                    <a:lumMod val="75000"/>
                    <a:lumOff val="25000"/>
                  </a:schemeClr>
                </a:solidFill>
                <a:latin typeface="Century Gothic" panose="020B0502020202020204" pitchFamily="34" charset="0"/>
              </a:rPr>
              <a:t>Contextual Engineering</a:t>
            </a:r>
          </a:p>
          <a:p>
            <a:pPr algn="ctr"/>
            <a:endParaRPr lang="en-US" sz="1400" b="1" dirty="0">
              <a:solidFill>
                <a:schemeClr val="tx1">
                  <a:lumMod val="75000"/>
                  <a:lumOff val="25000"/>
                </a:schemeClr>
              </a:solidFill>
              <a:latin typeface="Century Gothic" panose="020B0502020202020204" pitchFamily="34" charset="0"/>
            </a:endParaRPr>
          </a:p>
          <a:p>
            <a:pPr marL="283457" lvl="1" indent="-285744">
              <a:buFont typeface="Arial" panose="020B0604020202020204" pitchFamily="34" charset="0"/>
              <a:buChar char="•"/>
            </a:pPr>
            <a:r>
              <a:rPr lang="en-US" sz="1200" dirty="0">
                <a:solidFill>
                  <a:schemeClr val="tx1">
                    <a:lumMod val="75000"/>
                    <a:lumOff val="25000"/>
                  </a:schemeClr>
                </a:solidFill>
                <a:latin typeface="Century Gothic" panose="020B0502020202020204" pitchFamily="34" charset="0"/>
              </a:rPr>
              <a:t>Setting up of vector datastore</a:t>
            </a:r>
          </a:p>
          <a:p>
            <a:pPr marL="283457" lvl="1" indent="-285744">
              <a:buFont typeface="Arial" panose="020B0604020202020204" pitchFamily="34" charset="0"/>
              <a:buChar char="•"/>
            </a:pPr>
            <a:r>
              <a:rPr lang="en-US" sz="1200" dirty="0">
                <a:solidFill>
                  <a:schemeClr val="tx1">
                    <a:lumMod val="75000"/>
                    <a:lumOff val="25000"/>
                  </a:schemeClr>
                </a:solidFill>
                <a:latin typeface="Century Gothic" panose="020B0502020202020204" pitchFamily="34" charset="0"/>
              </a:rPr>
              <a:t>Batch program for initial load of domain/code data embeddings into vector datastores</a:t>
            </a:r>
          </a:p>
          <a:p>
            <a:pPr marL="283457" lvl="1" indent="-285744">
              <a:buFont typeface="Arial" panose="020B0604020202020204" pitchFamily="34" charset="0"/>
              <a:buChar char="•"/>
            </a:pPr>
            <a:r>
              <a:rPr lang="en-US" sz="1200" dirty="0">
                <a:solidFill>
                  <a:schemeClr val="tx1">
                    <a:lumMod val="75000"/>
                    <a:lumOff val="25000"/>
                  </a:schemeClr>
                </a:solidFill>
                <a:latin typeface="Century Gothic" panose="020B0502020202020204" pitchFamily="34" charset="0"/>
              </a:rPr>
              <a:t>Indexer creation for periodical data updates</a:t>
            </a:r>
          </a:p>
          <a:p>
            <a:pPr marL="283457" lvl="1" indent="-285744">
              <a:buFont typeface="Arial" panose="020B0604020202020204" pitchFamily="34" charset="0"/>
              <a:buChar char="•"/>
            </a:pPr>
            <a:r>
              <a:rPr lang="en-US" sz="1200" dirty="0">
                <a:solidFill>
                  <a:schemeClr val="tx1">
                    <a:lumMod val="75000"/>
                    <a:lumOff val="25000"/>
                  </a:schemeClr>
                </a:solidFill>
                <a:latin typeface="Century Gothic" panose="020B0502020202020204" pitchFamily="34" charset="0"/>
              </a:rPr>
              <a:t>API for contextual data retrieval</a:t>
            </a:r>
          </a:p>
          <a:p>
            <a:pPr algn="ctr"/>
            <a:endParaRPr lang="en-US" sz="1400" b="1" dirty="0">
              <a:solidFill>
                <a:schemeClr val="tx1">
                  <a:lumMod val="75000"/>
                  <a:lumOff val="25000"/>
                </a:schemeClr>
              </a:solidFill>
              <a:latin typeface="Century Gothic" panose="020B0502020202020204" pitchFamily="34" charset="0"/>
            </a:endParaRPr>
          </a:p>
        </p:txBody>
      </p:sp>
      <p:sp>
        <p:nvSpPr>
          <p:cNvPr id="12" name="Rectangle 11">
            <a:extLst>
              <a:ext uri="{FF2B5EF4-FFF2-40B4-BE49-F238E27FC236}">
                <a16:creationId xmlns:a16="http://schemas.microsoft.com/office/drawing/2014/main" id="{336F3139-3087-2C17-9E5E-D3C16E33B621}"/>
              </a:ext>
            </a:extLst>
          </p:cNvPr>
          <p:cNvSpPr/>
          <p:nvPr/>
        </p:nvSpPr>
        <p:spPr>
          <a:xfrm>
            <a:off x="8135834" y="4099445"/>
            <a:ext cx="1804652" cy="1600019"/>
          </a:xfrm>
          <a:prstGeom prst="rect">
            <a:avLst/>
          </a:prstGeom>
          <a:solidFill>
            <a:schemeClr val="bg1"/>
          </a:solidFill>
          <a:ln>
            <a:solidFill>
              <a:schemeClr val="accent4"/>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dirty="0">
                <a:solidFill>
                  <a:schemeClr val="tx1">
                    <a:lumMod val="75000"/>
                    <a:lumOff val="25000"/>
                  </a:schemeClr>
                </a:solidFill>
                <a:latin typeface="Century Gothic" panose="020B0502020202020204" pitchFamily="34" charset="0"/>
              </a:rPr>
              <a:t>Prompt tuning</a:t>
            </a:r>
          </a:p>
          <a:p>
            <a:pPr lvl="1" algn="ctr"/>
            <a:endParaRPr lang="en-US" sz="1200" dirty="0">
              <a:solidFill>
                <a:schemeClr val="tx1">
                  <a:lumMod val="75000"/>
                  <a:lumOff val="25000"/>
                </a:schemeClr>
              </a:solidFill>
              <a:latin typeface="Century Gothic" panose="020B0502020202020204" pitchFamily="34" charset="0"/>
            </a:endParaRPr>
          </a:p>
          <a:p>
            <a:pPr lvl="1" algn="ctr"/>
            <a:r>
              <a:rPr lang="en-US" sz="1200" dirty="0">
                <a:solidFill>
                  <a:schemeClr val="tx1">
                    <a:lumMod val="75000"/>
                    <a:lumOff val="25000"/>
                  </a:schemeClr>
                </a:solidFill>
                <a:latin typeface="Century Gothic" panose="020B0502020202020204" pitchFamily="34" charset="0"/>
              </a:rPr>
              <a:t>by creating code snippets for prompt augmentation</a:t>
            </a:r>
          </a:p>
        </p:txBody>
      </p:sp>
      <p:sp>
        <p:nvSpPr>
          <p:cNvPr id="13" name="Rectangle 12">
            <a:extLst>
              <a:ext uri="{FF2B5EF4-FFF2-40B4-BE49-F238E27FC236}">
                <a16:creationId xmlns:a16="http://schemas.microsoft.com/office/drawing/2014/main" id="{12261E21-73D9-1015-92F0-DFB5C637B848}"/>
              </a:ext>
            </a:extLst>
          </p:cNvPr>
          <p:cNvSpPr/>
          <p:nvPr/>
        </p:nvSpPr>
        <p:spPr>
          <a:xfrm>
            <a:off x="10290999" y="4099445"/>
            <a:ext cx="1804652" cy="1600019"/>
          </a:xfrm>
          <a:prstGeom prst="rect">
            <a:avLst/>
          </a:prstGeom>
          <a:solidFill>
            <a:schemeClr val="bg1"/>
          </a:solidFill>
          <a:ln>
            <a:solidFill>
              <a:schemeClr val="accent4"/>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dirty="0">
                <a:solidFill>
                  <a:schemeClr val="tx1">
                    <a:lumMod val="75000"/>
                    <a:lumOff val="25000"/>
                  </a:schemeClr>
                </a:solidFill>
                <a:latin typeface="Century Gothic" panose="020B0502020202020204" pitchFamily="34" charset="0"/>
              </a:rPr>
              <a:t>Validation</a:t>
            </a:r>
          </a:p>
          <a:p>
            <a:pPr algn="ctr"/>
            <a:endParaRPr lang="en-US" sz="1400" b="1" dirty="0">
              <a:solidFill>
                <a:schemeClr val="tx1">
                  <a:lumMod val="75000"/>
                  <a:lumOff val="25000"/>
                </a:schemeClr>
              </a:solidFill>
              <a:latin typeface="Century Gothic" panose="020B0502020202020204" pitchFamily="34" charset="0"/>
            </a:endParaRPr>
          </a:p>
          <a:p>
            <a:pPr algn="ctr"/>
            <a:r>
              <a:rPr lang="en-US" sz="1200" dirty="0">
                <a:solidFill>
                  <a:schemeClr val="tx1">
                    <a:lumMod val="75000"/>
                    <a:lumOff val="25000"/>
                  </a:schemeClr>
                </a:solidFill>
                <a:latin typeface="Century Gothic" panose="020B0502020202020204" pitchFamily="34" charset="0"/>
              </a:rPr>
              <a:t>of results for accuracy</a:t>
            </a:r>
          </a:p>
          <a:p>
            <a:pPr algn="ctr"/>
            <a:endParaRPr lang="en-US" sz="1400" b="1" dirty="0">
              <a:solidFill>
                <a:schemeClr val="tx1">
                  <a:lumMod val="75000"/>
                  <a:lumOff val="25000"/>
                </a:schemeClr>
              </a:solidFill>
              <a:latin typeface="Century Gothic" panose="020B0502020202020204" pitchFamily="34" charset="0"/>
            </a:endParaRPr>
          </a:p>
        </p:txBody>
      </p:sp>
      <p:sp>
        <p:nvSpPr>
          <p:cNvPr id="14" name="Oval 13">
            <a:extLst>
              <a:ext uri="{FF2B5EF4-FFF2-40B4-BE49-F238E27FC236}">
                <a16:creationId xmlns:a16="http://schemas.microsoft.com/office/drawing/2014/main" id="{66C60F9E-B685-2E99-9B23-BCC8AD0228DD}"/>
              </a:ext>
            </a:extLst>
          </p:cNvPr>
          <p:cNvSpPr/>
          <p:nvPr/>
        </p:nvSpPr>
        <p:spPr>
          <a:xfrm>
            <a:off x="1542742" y="1355265"/>
            <a:ext cx="322825" cy="327323"/>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lumMod val="65000"/>
                    <a:lumOff val="35000"/>
                  </a:schemeClr>
                </a:solidFill>
                <a:latin typeface="Century Gothic" panose="020B0502020202020204" pitchFamily="34" charset="0"/>
              </a:rPr>
              <a:t>1</a:t>
            </a:r>
          </a:p>
        </p:txBody>
      </p:sp>
      <p:sp>
        <p:nvSpPr>
          <p:cNvPr id="15" name="Oval 14">
            <a:extLst>
              <a:ext uri="{FF2B5EF4-FFF2-40B4-BE49-F238E27FC236}">
                <a16:creationId xmlns:a16="http://schemas.microsoft.com/office/drawing/2014/main" id="{52BB1E45-ACD5-52E7-D68F-CADCF6AAD840}"/>
              </a:ext>
            </a:extLst>
          </p:cNvPr>
          <p:cNvSpPr/>
          <p:nvPr/>
        </p:nvSpPr>
        <p:spPr>
          <a:xfrm>
            <a:off x="3667601" y="1355265"/>
            <a:ext cx="322825" cy="327323"/>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lumMod val="65000"/>
                    <a:lumOff val="35000"/>
                  </a:schemeClr>
                </a:solidFill>
                <a:latin typeface="Century Gothic" panose="020B0502020202020204" pitchFamily="34" charset="0"/>
              </a:rPr>
              <a:t>2</a:t>
            </a:r>
          </a:p>
        </p:txBody>
      </p:sp>
      <p:sp>
        <p:nvSpPr>
          <p:cNvPr id="16" name="Oval 15">
            <a:extLst>
              <a:ext uri="{FF2B5EF4-FFF2-40B4-BE49-F238E27FC236}">
                <a16:creationId xmlns:a16="http://schemas.microsoft.com/office/drawing/2014/main" id="{1A219BD7-1CF7-F4DA-5476-EC8BCB87E0C6}"/>
              </a:ext>
            </a:extLst>
          </p:cNvPr>
          <p:cNvSpPr/>
          <p:nvPr/>
        </p:nvSpPr>
        <p:spPr>
          <a:xfrm>
            <a:off x="5819256" y="1355265"/>
            <a:ext cx="322825" cy="327323"/>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lumMod val="65000"/>
                    <a:lumOff val="35000"/>
                  </a:schemeClr>
                </a:solidFill>
                <a:latin typeface="Century Gothic" panose="020B0502020202020204" pitchFamily="34" charset="0"/>
              </a:rPr>
              <a:t>3</a:t>
            </a:r>
          </a:p>
        </p:txBody>
      </p:sp>
      <p:sp>
        <p:nvSpPr>
          <p:cNvPr id="17" name="Oval 16">
            <a:extLst>
              <a:ext uri="{FF2B5EF4-FFF2-40B4-BE49-F238E27FC236}">
                <a16:creationId xmlns:a16="http://schemas.microsoft.com/office/drawing/2014/main" id="{FACDE268-B135-BBF4-5B9D-4C3B61EF3975}"/>
              </a:ext>
            </a:extLst>
          </p:cNvPr>
          <p:cNvSpPr/>
          <p:nvPr/>
        </p:nvSpPr>
        <p:spPr>
          <a:xfrm>
            <a:off x="7975405" y="1355265"/>
            <a:ext cx="322825" cy="327323"/>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lumMod val="65000"/>
                    <a:lumOff val="35000"/>
                  </a:schemeClr>
                </a:solidFill>
                <a:latin typeface="Century Gothic" panose="020B0502020202020204" pitchFamily="34" charset="0"/>
              </a:rPr>
              <a:t>4</a:t>
            </a:r>
          </a:p>
        </p:txBody>
      </p:sp>
      <p:sp>
        <p:nvSpPr>
          <p:cNvPr id="18" name="Oval 17">
            <a:extLst>
              <a:ext uri="{FF2B5EF4-FFF2-40B4-BE49-F238E27FC236}">
                <a16:creationId xmlns:a16="http://schemas.microsoft.com/office/drawing/2014/main" id="{489E34C0-0E70-B7A9-CD00-A8E955146C92}"/>
              </a:ext>
            </a:extLst>
          </p:cNvPr>
          <p:cNvSpPr/>
          <p:nvPr/>
        </p:nvSpPr>
        <p:spPr>
          <a:xfrm>
            <a:off x="10129586" y="1355265"/>
            <a:ext cx="322825" cy="327323"/>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lumMod val="65000"/>
                    <a:lumOff val="35000"/>
                  </a:schemeClr>
                </a:solidFill>
                <a:latin typeface="Century Gothic" panose="020B0502020202020204" pitchFamily="34" charset="0"/>
              </a:rPr>
              <a:t>5</a:t>
            </a:r>
          </a:p>
        </p:txBody>
      </p:sp>
      <p:sp>
        <p:nvSpPr>
          <p:cNvPr id="19" name="Oval 18">
            <a:extLst>
              <a:ext uri="{FF2B5EF4-FFF2-40B4-BE49-F238E27FC236}">
                <a16:creationId xmlns:a16="http://schemas.microsoft.com/office/drawing/2014/main" id="{852AF89F-A05E-E779-C2A7-F48D08F7BFBC}"/>
              </a:ext>
            </a:extLst>
          </p:cNvPr>
          <p:cNvSpPr/>
          <p:nvPr/>
        </p:nvSpPr>
        <p:spPr>
          <a:xfrm>
            <a:off x="1542742" y="3875297"/>
            <a:ext cx="322825" cy="327323"/>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lumMod val="65000"/>
                    <a:lumOff val="35000"/>
                  </a:schemeClr>
                </a:solidFill>
                <a:latin typeface="Century Gothic" panose="020B0502020202020204" pitchFamily="34" charset="0"/>
              </a:rPr>
              <a:t>6</a:t>
            </a:r>
          </a:p>
        </p:txBody>
      </p:sp>
      <p:sp>
        <p:nvSpPr>
          <p:cNvPr id="20" name="Oval 19">
            <a:extLst>
              <a:ext uri="{FF2B5EF4-FFF2-40B4-BE49-F238E27FC236}">
                <a16:creationId xmlns:a16="http://schemas.microsoft.com/office/drawing/2014/main" id="{355D4B7A-DA3E-D144-093D-40A0ACE150AA}"/>
              </a:ext>
            </a:extLst>
          </p:cNvPr>
          <p:cNvSpPr/>
          <p:nvPr/>
        </p:nvSpPr>
        <p:spPr>
          <a:xfrm>
            <a:off x="3666649" y="3875297"/>
            <a:ext cx="322825" cy="327323"/>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lumMod val="65000"/>
                    <a:lumOff val="35000"/>
                  </a:schemeClr>
                </a:solidFill>
                <a:latin typeface="Century Gothic" panose="020B0502020202020204" pitchFamily="34" charset="0"/>
              </a:rPr>
              <a:t>7</a:t>
            </a:r>
          </a:p>
        </p:txBody>
      </p:sp>
      <p:sp>
        <p:nvSpPr>
          <p:cNvPr id="22" name="Oval 21">
            <a:extLst>
              <a:ext uri="{FF2B5EF4-FFF2-40B4-BE49-F238E27FC236}">
                <a16:creationId xmlns:a16="http://schemas.microsoft.com/office/drawing/2014/main" id="{2337EEF6-63EA-291E-4B23-34F5945562DB}"/>
              </a:ext>
            </a:extLst>
          </p:cNvPr>
          <p:cNvSpPr/>
          <p:nvPr/>
        </p:nvSpPr>
        <p:spPr>
          <a:xfrm>
            <a:off x="7975405" y="3875297"/>
            <a:ext cx="322825" cy="327323"/>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lumMod val="65000"/>
                    <a:lumOff val="35000"/>
                  </a:schemeClr>
                </a:solidFill>
                <a:latin typeface="Century Gothic" panose="020B0502020202020204" pitchFamily="34" charset="0"/>
              </a:rPr>
              <a:t>8</a:t>
            </a:r>
          </a:p>
        </p:txBody>
      </p:sp>
      <p:sp>
        <p:nvSpPr>
          <p:cNvPr id="24" name="Oval 23">
            <a:extLst>
              <a:ext uri="{FF2B5EF4-FFF2-40B4-BE49-F238E27FC236}">
                <a16:creationId xmlns:a16="http://schemas.microsoft.com/office/drawing/2014/main" id="{B2369748-DAA6-384F-8C05-BA8DF42D0DDA}"/>
              </a:ext>
            </a:extLst>
          </p:cNvPr>
          <p:cNvSpPr/>
          <p:nvPr/>
        </p:nvSpPr>
        <p:spPr>
          <a:xfrm>
            <a:off x="10129585" y="3875297"/>
            <a:ext cx="322825" cy="327323"/>
          </a:xfrm>
          <a:prstGeom prst="ellips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lumMod val="65000"/>
                    <a:lumOff val="35000"/>
                  </a:schemeClr>
                </a:solidFill>
                <a:latin typeface="Century Gothic" panose="020B0502020202020204" pitchFamily="34" charset="0"/>
              </a:rPr>
              <a:t>9</a:t>
            </a:r>
          </a:p>
        </p:txBody>
      </p:sp>
      <p:sp>
        <p:nvSpPr>
          <p:cNvPr id="25" name="Terminator 24">
            <a:extLst>
              <a:ext uri="{FF2B5EF4-FFF2-40B4-BE49-F238E27FC236}">
                <a16:creationId xmlns:a16="http://schemas.microsoft.com/office/drawing/2014/main" id="{FA5171F6-707B-AF90-FEF3-8443C0C389A4}"/>
              </a:ext>
            </a:extLst>
          </p:cNvPr>
          <p:cNvSpPr/>
          <p:nvPr/>
        </p:nvSpPr>
        <p:spPr>
          <a:xfrm>
            <a:off x="19994" y="2141867"/>
            <a:ext cx="1629583" cy="473173"/>
          </a:xfrm>
          <a:prstGeom prst="flowChartTerminator">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accent1"/>
                </a:solidFill>
                <a:latin typeface="Century Gothic" panose="020B0502020202020204" pitchFamily="34" charset="0"/>
              </a:rPr>
              <a:t>Installation</a:t>
            </a:r>
          </a:p>
        </p:txBody>
      </p:sp>
      <p:sp>
        <p:nvSpPr>
          <p:cNvPr id="26" name="Terminator 25">
            <a:extLst>
              <a:ext uri="{FF2B5EF4-FFF2-40B4-BE49-F238E27FC236}">
                <a16:creationId xmlns:a16="http://schemas.microsoft.com/office/drawing/2014/main" id="{D2717F26-47BF-C0AF-7678-A1A05B02F603}"/>
              </a:ext>
            </a:extLst>
          </p:cNvPr>
          <p:cNvSpPr/>
          <p:nvPr/>
        </p:nvSpPr>
        <p:spPr>
          <a:xfrm>
            <a:off x="19994" y="4662867"/>
            <a:ext cx="1629583" cy="473173"/>
          </a:xfrm>
          <a:prstGeom prst="flowChartTerminator">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accent4"/>
                </a:solidFill>
                <a:latin typeface="Century Gothic" panose="020B0502020202020204" pitchFamily="34" charset="0"/>
              </a:rPr>
              <a:t>Configuration &amp; tuning</a:t>
            </a:r>
          </a:p>
        </p:txBody>
      </p:sp>
    </p:spTree>
    <p:extLst>
      <p:ext uri="{BB962C8B-B14F-4D97-AF65-F5344CB8AC3E}">
        <p14:creationId xmlns:p14="http://schemas.microsoft.com/office/powerpoint/2010/main" val="14500498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3E7687-FF16-81A1-54D4-3F687A20D251}"/>
              </a:ext>
            </a:extLst>
          </p:cNvPr>
          <p:cNvSpPr>
            <a:spLocks noGrp="1"/>
          </p:cNvSpPr>
          <p:nvPr>
            <p:ph type="title"/>
          </p:nvPr>
        </p:nvSpPr>
        <p:spPr/>
        <p:txBody>
          <a:bodyPr/>
          <a:lstStyle/>
          <a:p>
            <a:r>
              <a:rPr lang="en-IN" dirty="0"/>
              <a:t>3. Key Tenets for Program Management</a:t>
            </a:r>
          </a:p>
        </p:txBody>
      </p:sp>
      <p:sp>
        <p:nvSpPr>
          <p:cNvPr id="3" name="Shape 1969">
            <a:extLst>
              <a:ext uri="{FF2B5EF4-FFF2-40B4-BE49-F238E27FC236}">
                <a16:creationId xmlns:a16="http://schemas.microsoft.com/office/drawing/2014/main" id="{A686ECBE-D6E7-D973-6392-5FB0E1FB5209}"/>
              </a:ext>
            </a:extLst>
          </p:cNvPr>
          <p:cNvSpPr/>
          <p:nvPr/>
        </p:nvSpPr>
        <p:spPr>
          <a:xfrm>
            <a:off x="4693204" y="1609454"/>
            <a:ext cx="1030183" cy="1030213"/>
          </a:xfrm>
          <a:custGeom>
            <a:avLst/>
            <a:gdLst/>
            <a:ahLst/>
            <a:cxnLst>
              <a:cxn ang="0">
                <a:pos x="wd2" y="hd2"/>
              </a:cxn>
              <a:cxn ang="5400000">
                <a:pos x="wd2" y="hd2"/>
              </a:cxn>
              <a:cxn ang="10800000">
                <a:pos x="wd2" y="hd2"/>
              </a:cxn>
              <a:cxn ang="16200000">
                <a:pos x="wd2" y="hd2"/>
              </a:cxn>
            </a:cxnLst>
            <a:rect l="0" t="0" r="r" b="b"/>
            <a:pathLst>
              <a:path w="19806" h="19807" extrusionOk="0">
                <a:moveTo>
                  <a:pt x="11898" y="19602"/>
                </a:moveTo>
                <a:cubicBezTo>
                  <a:pt x="6542" y="20703"/>
                  <a:pt x="1307" y="17255"/>
                  <a:pt x="205" y="11898"/>
                </a:cubicBezTo>
                <a:cubicBezTo>
                  <a:pt x="-897" y="6542"/>
                  <a:pt x="2552" y="1307"/>
                  <a:pt x="7908" y="205"/>
                </a:cubicBezTo>
                <a:cubicBezTo>
                  <a:pt x="13261" y="-897"/>
                  <a:pt x="18494" y="2548"/>
                  <a:pt x="19599" y="7899"/>
                </a:cubicBezTo>
                <a:cubicBezTo>
                  <a:pt x="19600" y="7902"/>
                  <a:pt x="19600" y="7904"/>
                  <a:pt x="19601" y="7908"/>
                </a:cubicBezTo>
                <a:cubicBezTo>
                  <a:pt x="20703" y="13264"/>
                  <a:pt x="17254" y="18500"/>
                  <a:pt x="11898" y="19602"/>
                </a:cubicBezTo>
                <a:close/>
              </a:path>
            </a:pathLst>
          </a:custGeom>
          <a:solidFill>
            <a:schemeClr val="accent6">
              <a:lumMod val="75000"/>
            </a:schemeClr>
          </a:solidFill>
          <a:ln w="12700">
            <a:miter lim="400000"/>
          </a:ln>
        </p:spPr>
        <p:txBody>
          <a:bodyPr lIns="19050" tIns="19050" rIns="19050" bIns="19050" anchor="ctr"/>
          <a:lstStyle/>
          <a:p>
            <a:pPr algn="ctr">
              <a:defRPr sz="3200" cap="none">
                <a:solidFill>
                  <a:srgbClr val="FFFFFF"/>
                </a:solidFill>
                <a:latin typeface="+mn-lt"/>
                <a:ea typeface="+mn-ea"/>
                <a:cs typeface="+mn-cs"/>
                <a:sym typeface="Helvetica Light"/>
              </a:defRPr>
            </a:pPr>
            <a:endParaRPr sz="1600"/>
          </a:p>
        </p:txBody>
      </p:sp>
      <p:sp>
        <p:nvSpPr>
          <p:cNvPr id="4" name="Shape 1948">
            <a:extLst>
              <a:ext uri="{FF2B5EF4-FFF2-40B4-BE49-F238E27FC236}">
                <a16:creationId xmlns:a16="http://schemas.microsoft.com/office/drawing/2014/main" id="{F96F51C6-FD0C-6507-8D02-80F7ADE2AB7E}"/>
              </a:ext>
            </a:extLst>
          </p:cNvPr>
          <p:cNvSpPr/>
          <p:nvPr/>
        </p:nvSpPr>
        <p:spPr>
          <a:xfrm>
            <a:off x="5198331" y="3273112"/>
            <a:ext cx="1795341" cy="746467"/>
          </a:xfrm>
          <a:prstGeom prst="rect">
            <a:avLst/>
          </a:prstGeom>
          <a:ln w="12700">
            <a:miter lim="400000"/>
          </a:ln>
          <a:extLst>
            <a:ext uri="{C572A759-6A51-4108-AA02-DFA0A04FC94B}">
              <ma14:wrappingTextBoxFlag xmlns:ma14="http://schemas.microsoft.com/office/mac/drawingml/2011/main" xmlns="" val="1"/>
            </a:ext>
          </a:extLst>
        </p:spPr>
        <p:txBody>
          <a:bodyPr lIns="25400" tIns="25400" rIns="25400" bIns="25400" anchor="ctr">
            <a:normAutofit lnSpcReduction="10000"/>
          </a:bodyPr>
          <a:lstStyle>
            <a:lvl1pPr algn="ctr">
              <a:lnSpc>
                <a:spcPct val="80000"/>
              </a:lnSpc>
              <a:defRPr sz="6000"/>
            </a:lvl1pPr>
          </a:lstStyle>
          <a:p>
            <a:r>
              <a:rPr lang="en-IN" sz="3000" b="1">
                <a:latin typeface="Verdana" panose="020B0604030504040204" pitchFamily="34" charset="0"/>
                <a:ea typeface="Verdana" panose="020B0604030504040204" pitchFamily="34" charset="0"/>
              </a:rPr>
              <a:t>Key Tenets</a:t>
            </a:r>
            <a:endParaRPr sz="3000" b="1">
              <a:latin typeface="Verdana" panose="020B0604030504040204" pitchFamily="34" charset="0"/>
              <a:ea typeface="Verdana" panose="020B0604030504040204" pitchFamily="34" charset="0"/>
            </a:endParaRPr>
          </a:p>
        </p:txBody>
      </p:sp>
      <p:sp>
        <p:nvSpPr>
          <p:cNvPr id="5" name="Shape 1961">
            <a:extLst>
              <a:ext uri="{FF2B5EF4-FFF2-40B4-BE49-F238E27FC236}">
                <a16:creationId xmlns:a16="http://schemas.microsoft.com/office/drawing/2014/main" id="{77BE9BBD-1FD9-2380-06C1-B96B468DC7A4}"/>
              </a:ext>
            </a:extLst>
          </p:cNvPr>
          <p:cNvSpPr/>
          <p:nvPr/>
        </p:nvSpPr>
        <p:spPr>
          <a:xfrm>
            <a:off x="6453713" y="1609454"/>
            <a:ext cx="1030175" cy="1030184"/>
          </a:xfrm>
          <a:custGeom>
            <a:avLst/>
            <a:gdLst/>
            <a:ahLst/>
            <a:cxnLst>
              <a:cxn ang="0">
                <a:pos x="wd2" y="hd2"/>
              </a:cxn>
              <a:cxn ang="5400000">
                <a:pos x="wd2" y="hd2"/>
              </a:cxn>
              <a:cxn ang="10800000">
                <a:pos x="wd2" y="hd2"/>
              </a:cxn>
              <a:cxn ang="16200000">
                <a:pos x="wd2" y="hd2"/>
              </a:cxn>
            </a:cxnLst>
            <a:rect l="0" t="0" r="r" b="b"/>
            <a:pathLst>
              <a:path w="19807" h="19807" extrusionOk="0">
                <a:moveTo>
                  <a:pt x="7907" y="205"/>
                </a:moveTo>
                <a:cubicBezTo>
                  <a:pt x="13264" y="-897"/>
                  <a:pt x="18498" y="2551"/>
                  <a:pt x="19601" y="7908"/>
                </a:cubicBezTo>
                <a:cubicBezTo>
                  <a:pt x="20703" y="13264"/>
                  <a:pt x="17254" y="18500"/>
                  <a:pt x="11898" y="19602"/>
                </a:cubicBezTo>
                <a:cubicBezTo>
                  <a:pt x="6545" y="20703"/>
                  <a:pt x="1312" y="17258"/>
                  <a:pt x="206" y="11907"/>
                </a:cubicBezTo>
                <a:cubicBezTo>
                  <a:pt x="206" y="11904"/>
                  <a:pt x="205" y="11901"/>
                  <a:pt x="204" y="11899"/>
                </a:cubicBezTo>
                <a:cubicBezTo>
                  <a:pt x="-897" y="6542"/>
                  <a:pt x="2551" y="1307"/>
                  <a:pt x="7907" y="205"/>
                </a:cubicBezTo>
                <a:close/>
              </a:path>
            </a:pathLst>
          </a:custGeom>
          <a:solidFill>
            <a:schemeClr val="accent1"/>
          </a:solidFill>
          <a:ln w="12700">
            <a:miter lim="400000"/>
          </a:ln>
        </p:spPr>
        <p:txBody>
          <a:bodyPr lIns="19050" tIns="19050" rIns="19050" bIns="19050" anchor="ctr"/>
          <a:lstStyle/>
          <a:p>
            <a:pPr algn="ctr">
              <a:defRPr sz="3200" cap="none">
                <a:solidFill>
                  <a:srgbClr val="FFFFFF"/>
                </a:solidFill>
                <a:latin typeface="+mn-lt"/>
                <a:ea typeface="+mn-ea"/>
                <a:cs typeface="+mn-cs"/>
                <a:sym typeface="Helvetica Light"/>
              </a:defRPr>
            </a:pPr>
            <a:endParaRPr sz="1600"/>
          </a:p>
        </p:txBody>
      </p:sp>
      <p:sp>
        <p:nvSpPr>
          <p:cNvPr id="6" name="Shape 1962">
            <a:extLst>
              <a:ext uri="{FF2B5EF4-FFF2-40B4-BE49-F238E27FC236}">
                <a16:creationId xmlns:a16="http://schemas.microsoft.com/office/drawing/2014/main" id="{0E45973F-95B7-103D-772F-66E77487F3E4}"/>
              </a:ext>
            </a:extLst>
          </p:cNvPr>
          <p:cNvSpPr/>
          <p:nvPr/>
        </p:nvSpPr>
        <p:spPr>
          <a:xfrm>
            <a:off x="7822278" y="1937646"/>
            <a:ext cx="436131" cy="373800"/>
          </a:xfrm>
          <a:custGeom>
            <a:avLst/>
            <a:gdLst/>
            <a:ahLst/>
            <a:cxnLst>
              <a:cxn ang="0">
                <a:pos x="wd2" y="hd2"/>
              </a:cxn>
              <a:cxn ang="5400000">
                <a:pos x="wd2" y="hd2"/>
              </a:cxn>
              <a:cxn ang="10800000">
                <a:pos x="wd2" y="hd2"/>
              </a:cxn>
              <a:cxn ang="16200000">
                <a:pos x="wd2" y="hd2"/>
              </a:cxn>
            </a:cxnLst>
            <a:rect l="0" t="0" r="r" b="b"/>
            <a:pathLst>
              <a:path w="21600" h="21239" extrusionOk="0">
                <a:moveTo>
                  <a:pt x="18514" y="2240"/>
                </a:moveTo>
                <a:cubicBezTo>
                  <a:pt x="15368" y="5006"/>
                  <a:pt x="12319" y="6596"/>
                  <a:pt x="9257" y="6983"/>
                </a:cubicBezTo>
                <a:lnTo>
                  <a:pt x="9257" y="10717"/>
                </a:lnTo>
                <a:cubicBezTo>
                  <a:pt x="12319" y="11104"/>
                  <a:pt x="15368" y="12667"/>
                  <a:pt x="18514" y="15433"/>
                </a:cubicBezTo>
                <a:cubicBezTo>
                  <a:pt x="18514" y="15433"/>
                  <a:pt x="18514" y="2240"/>
                  <a:pt x="18514" y="2240"/>
                </a:cubicBezTo>
                <a:close/>
                <a:moveTo>
                  <a:pt x="21600" y="8850"/>
                </a:moveTo>
                <a:cubicBezTo>
                  <a:pt x="21600" y="9832"/>
                  <a:pt x="20913" y="10620"/>
                  <a:pt x="20057" y="10620"/>
                </a:cubicBezTo>
                <a:lnTo>
                  <a:pt x="20057" y="15930"/>
                </a:lnTo>
                <a:cubicBezTo>
                  <a:pt x="20057" y="16898"/>
                  <a:pt x="19358" y="17700"/>
                  <a:pt x="18514" y="17700"/>
                </a:cubicBezTo>
                <a:cubicBezTo>
                  <a:pt x="16369" y="15654"/>
                  <a:pt x="12909" y="12847"/>
                  <a:pt x="8727" y="12446"/>
                </a:cubicBezTo>
                <a:cubicBezTo>
                  <a:pt x="7292" y="12999"/>
                  <a:pt x="6798" y="14921"/>
                  <a:pt x="7738" y="16027"/>
                </a:cubicBezTo>
                <a:cubicBezTo>
                  <a:pt x="6895" y="17617"/>
                  <a:pt x="7979" y="18738"/>
                  <a:pt x="9257" y="19885"/>
                </a:cubicBezTo>
                <a:cubicBezTo>
                  <a:pt x="8510" y="21572"/>
                  <a:pt x="5400" y="21600"/>
                  <a:pt x="4291" y="20425"/>
                </a:cubicBezTo>
                <a:cubicBezTo>
                  <a:pt x="3592" y="17963"/>
                  <a:pt x="2555" y="15502"/>
                  <a:pt x="3399" y="12390"/>
                </a:cubicBezTo>
                <a:lnTo>
                  <a:pt x="1929" y="12390"/>
                </a:lnTo>
                <a:cubicBezTo>
                  <a:pt x="868" y="12390"/>
                  <a:pt x="0" y="11395"/>
                  <a:pt x="0" y="10178"/>
                </a:cubicBezTo>
                <a:lnTo>
                  <a:pt x="0" y="7523"/>
                </a:lnTo>
                <a:cubicBezTo>
                  <a:pt x="0" y="6306"/>
                  <a:pt x="868" y="5310"/>
                  <a:pt x="1929" y="5310"/>
                </a:cubicBezTo>
                <a:lnTo>
                  <a:pt x="7714" y="5310"/>
                </a:lnTo>
                <a:cubicBezTo>
                  <a:pt x="12343" y="5310"/>
                  <a:pt x="16200" y="2213"/>
                  <a:pt x="18514" y="0"/>
                </a:cubicBezTo>
                <a:cubicBezTo>
                  <a:pt x="19358" y="0"/>
                  <a:pt x="20057" y="802"/>
                  <a:pt x="20057" y="1770"/>
                </a:cubicBezTo>
                <a:lnTo>
                  <a:pt x="20057" y="7080"/>
                </a:lnTo>
                <a:cubicBezTo>
                  <a:pt x="20913" y="7080"/>
                  <a:pt x="21600" y="7868"/>
                  <a:pt x="21600" y="8850"/>
                </a:cubicBezTo>
                <a:close/>
              </a:path>
            </a:pathLst>
          </a:custGeom>
          <a:solidFill>
            <a:srgbClr val="FFFFFF"/>
          </a:solidFill>
          <a:ln w="12700">
            <a:miter lim="400000"/>
          </a:ln>
        </p:spPr>
        <p:txBody>
          <a:bodyPr lIns="19050" tIns="19050" rIns="19050" bIns="19050" anchor="ctr"/>
          <a:lstStyle/>
          <a:p>
            <a:pPr algn="ctr">
              <a:defRPr sz="8000" cap="none">
                <a:solidFill>
                  <a:srgbClr val="53585F"/>
                </a:solidFill>
                <a:latin typeface="Open Sans"/>
                <a:ea typeface="Open Sans"/>
                <a:cs typeface="Open Sans"/>
                <a:sym typeface="Open Sans"/>
              </a:defRPr>
            </a:pPr>
            <a:endParaRPr sz="4000"/>
          </a:p>
        </p:txBody>
      </p:sp>
      <p:sp>
        <p:nvSpPr>
          <p:cNvPr id="7" name="Shape 1963">
            <a:extLst>
              <a:ext uri="{FF2B5EF4-FFF2-40B4-BE49-F238E27FC236}">
                <a16:creationId xmlns:a16="http://schemas.microsoft.com/office/drawing/2014/main" id="{A46B287F-6CF3-6DB8-8638-05BDD1CEFB93}"/>
              </a:ext>
            </a:extLst>
          </p:cNvPr>
          <p:cNvSpPr/>
          <p:nvPr/>
        </p:nvSpPr>
        <p:spPr>
          <a:xfrm>
            <a:off x="7348886" y="3131248"/>
            <a:ext cx="1030165" cy="1030200"/>
          </a:xfrm>
          <a:custGeom>
            <a:avLst/>
            <a:gdLst/>
            <a:ahLst/>
            <a:cxnLst>
              <a:cxn ang="0">
                <a:pos x="wd2" y="hd2"/>
              </a:cxn>
              <a:cxn ang="5400000">
                <a:pos x="wd2" y="hd2"/>
              </a:cxn>
              <a:cxn ang="10800000">
                <a:pos x="wd2" y="hd2"/>
              </a:cxn>
              <a:cxn ang="16200000">
                <a:pos x="wd2" y="hd2"/>
              </a:cxn>
            </a:cxnLst>
            <a:rect l="0" t="0" r="r" b="b"/>
            <a:pathLst>
              <a:path w="19806" h="19806" extrusionOk="0">
                <a:moveTo>
                  <a:pt x="11898" y="19600"/>
                </a:moveTo>
                <a:cubicBezTo>
                  <a:pt x="6542" y="20703"/>
                  <a:pt x="1307" y="17254"/>
                  <a:pt x="205" y="11898"/>
                </a:cubicBezTo>
                <a:cubicBezTo>
                  <a:pt x="-897" y="6542"/>
                  <a:pt x="2551" y="1307"/>
                  <a:pt x="7908" y="205"/>
                </a:cubicBezTo>
                <a:cubicBezTo>
                  <a:pt x="13261" y="-897"/>
                  <a:pt x="18494" y="2548"/>
                  <a:pt x="19599" y="7899"/>
                </a:cubicBezTo>
                <a:cubicBezTo>
                  <a:pt x="19600" y="7902"/>
                  <a:pt x="19600" y="7905"/>
                  <a:pt x="19600" y="7907"/>
                </a:cubicBezTo>
                <a:cubicBezTo>
                  <a:pt x="20703" y="13263"/>
                  <a:pt x="17254" y="18499"/>
                  <a:pt x="11898" y="19600"/>
                </a:cubicBezTo>
                <a:close/>
              </a:path>
            </a:pathLst>
          </a:custGeom>
          <a:solidFill>
            <a:schemeClr val="accent2"/>
          </a:solidFill>
          <a:ln w="12700">
            <a:miter lim="400000"/>
          </a:ln>
        </p:spPr>
        <p:txBody>
          <a:bodyPr lIns="19050" tIns="19050" rIns="19050" bIns="19050" anchor="ctr"/>
          <a:lstStyle/>
          <a:p>
            <a:pPr algn="ctr">
              <a:defRPr sz="3200" cap="none">
                <a:solidFill>
                  <a:srgbClr val="FFFFFF"/>
                </a:solidFill>
                <a:latin typeface="+mn-lt"/>
                <a:ea typeface="+mn-ea"/>
                <a:cs typeface="+mn-cs"/>
                <a:sym typeface="Helvetica Light"/>
              </a:defRPr>
            </a:pPr>
            <a:endParaRPr sz="1600"/>
          </a:p>
        </p:txBody>
      </p:sp>
      <p:sp>
        <p:nvSpPr>
          <p:cNvPr id="8" name="Shape 1965">
            <a:extLst>
              <a:ext uri="{FF2B5EF4-FFF2-40B4-BE49-F238E27FC236}">
                <a16:creationId xmlns:a16="http://schemas.microsoft.com/office/drawing/2014/main" id="{2BCF863C-340D-0000-7201-B8784B5CD3C6}"/>
              </a:ext>
            </a:extLst>
          </p:cNvPr>
          <p:cNvSpPr/>
          <p:nvPr/>
        </p:nvSpPr>
        <p:spPr>
          <a:xfrm>
            <a:off x="6468632" y="4653044"/>
            <a:ext cx="1030202" cy="1030193"/>
          </a:xfrm>
          <a:custGeom>
            <a:avLst/>
            <a:gdLst/>
            <a:ahLst/>
            <a:cxnLst>
              <a:cxn ang="0">
                <a:pos x="wd2" y="hd2"/>
              </a:cxn>
              <a:cxn ang="5400000">
                <a:pos x="wd2" y="hd2"/>
              </a:cxn>
              <a:cxn ang="10800000">
                <a:pos x="wd2" y="hd2"/>
              </a:cxn>
              <a:cxn ang="16200000">
                <a:pos x="wd2" y="hd2"/>
              </a:cxn>
            </a:cxnLst>
            <a:rect l="0" t="0" r="r" b="b"/>
            <a:pathLst>
              <a:path w="19807" h="19806" extrusionOk="0">
                <a:moveTo>
                  <a:pt x="7908" y="205"/>
                </a:moveTo>
                <a:cubicBezTo>
                  <a:pt x="13264" y="-897"/>
                  <a:pt x="18500" y="2551"/>
                  <a:pt x="19602" y="7907"/>
                </a:cubicBezTo>
                <a:cubicBezTo>
                  <a:pt x="20703" y="13264"/>
                  <a:pt x="17254" y="18499"/>
                  <a:pt x="11899" y="19601"/>
                </a:cubicBezTo>
                <a:cubicBezTo>
                  <a:pt x="6545" y="20703"/>
                  <a:pt x="1312" y="17258"/>
                  <a:pt x="207" y="11907"/>
                </a:cubicBezTo>
                <a:cubicBezTo>
                  <a:pt x="206" y="11904"/>
                  <a:pt x="206" y="11901"/>
                  <a:pt x="205" y="11898"/>
                </a:cubicBezTo>
                <a:cubicBezTo>
                  <a:pt x="-897" y="6542"/>
                  <a:pt x="2552" y="1307"/>
                  <a:pt x="7908" y="205"/>
                </a:cubicBezTo>
                <a:close/>
              </a:path>
            </a:pathLst>
          </a:custGeom>
          <a:solidFill>
            <a:schemeClr val="accent4"/>
          </a:solidFill>
          <a:ln w="12700">
            <a:miter lim="400000"/>
          </a:ln>
        </p:spPr>
        <p:txBody>
          <a:bodyPr lIns="19050" tIns="19050" rIns="19050" bIns="19050" anchor="ctr"/>
          <a:lstStyle/>
          <a:p>
            <a:pPr algn="ctr">
              <a:defRPr sz="3200" cap="none">
                <a:solidFill>
                  <a:srgbClr val="FFFFFF"/>
                </a:solidFill>
                <a:latin typeface="+mn-lt"/>
                <a:ea typeface="+mn-ea"/>
                <a:cs typeface="+mn-cs"/>
                <a:sym typeface="Helvetica Light"/>
              </a:defRPr>
            </a:pPr>
            <a:endParaRPr sz="1600"/>
          </a:p>
        </p:txBody>
      </p:sp>
      <p:sp>
        <p:nvSpPr>
          <p:cNvPr id="9" name="Shape 1967">
            <a:extLst>
              <a:ext uri="{FF2B5EF4-FFF2-40B4-BE49-F238E27FC236}">
                <a16:creationId xmlns:a16="http://schemas.microsoft.com/office/drawing/2014/main" id="{566AEAD1-6555-D996-C353-F1A353644182}"/>
              </a:ext>
            </a:extLst>
          </p:cNvPr>
          <p:cNvSpPr/>
          <p:nvPr/>
        </p:nvSpPr>
        <p:spPr>
          <a:xfrm>
            <a:off x="4675507" y="4653054"/>
            <a:ext cx="1030165" cy="1030183"/>
          </a:xfrm>
          <a:custGeom>
            <a:avLst/>
            <a:gdLst/>
            <a:ahLst/>
            <a:cxnLst>
              <a:cxn ang="0">
                <a:pos x="wd2" y="hd2"/>
              </a:cxn>
              <a:cxn ang="5400000">
                <a:pos x="wd2" y="hd2"/>
              </a:cxn>
              <a:cxn ang="10800000">
                <a:pos x="wd2" y="hd2"/>
              </a:cxn>
              <a:cxn ang="16200000">
                <a:pos x="wd2" y="hd2"/>
              </a:cxn>
            </a:cxnLst>
            <a:rect l="0" t="0" r="r" b="b"/>
            <a:pathLst>
              <a:path w="19806" h="19807" extrusionOk="0">
                <a:moveTo>
                  <a:pt x="7908" y="205"/>
                </a:moveTo>
                <a:cubicBezTo>
                  <a:pt x="13264" y="-897"/>
                  <a:pt x="18499" y="2552"/>
                  <a:pt x="19601" y="7908"/>
                </a:cubicBezTo>
                <a:cubicBezTo>
                  <a:pt x="20703" y="13265"/>
                  <a:pt x="17255" y="18500"/>
                  <a:pt x="11899" y="19602"/>
                </a:cubicBezTo>
                <a:cubicBezTo>
                  <a:pt x="6545" y="20703"/>
                  <a:pt x="1313" y="17258"/>
                  <a:pt x="207" y="11907"/>
                </a:cubicBezTo>
                <a:cubicBezTo>
                  <a:pt x="207" y="11904"/>
                  <a:pt x="206" y="11901"/>
                  <a:pt x="206" y="11899"/>
                </a:cubicBezTo>
                <a:cubicBezTo>
                  <a:pt x="-897" y="6543"/>
                  <a:pt x="2552" y="1307"/>
                  <a:pt x="7908" y="205"/>
                </a:cubicBezTo>
                <a:close/>
              </a:path>
            </a:pathLst>
          </a:custGeom>
          <a:solidFill>
            <a:schemeClr val="accent5"/>
          </a:solidFill>
          <a:ln w="12700">
            <a:miter lim="400000"/>
          </a:ln>
        </p:spPr>
        <p:txBody>
          <a:bodyPr lIns="19050" tIns="19050" rIns="19050" bIns="19050" anchor="ctr"/>
          <a:lstStyle/>
          <a:p>
            <a:pPr algn="ctr">
              <a:defRPr sz="3200" cap="none">
                <a:solidFill>
                  <a:srgbClr val="FFFFFF"/>
                </a:solidFill>
                <a:latin typeface="+mn-lt"/>
                <a:ea typeface="+mn-ea"/>
                <a:cs typeface="+mn-cs"/>
                <a:sym typeface="Helvetica Light"/>
              </a:defRPr>
            </a:pPr>
            <a:endParaRPr sz="1600"/>
          </a:p>
        </p:txBody>
      </p:sp>
      <p:sp>
        <p:nvSpPr>
          <p:cNvPr id="10" name="Shape 1968">
            <a:extLst>
              <a:ext uri="{FF2B5EF4-FFF2-40B4-BE49-F238E27FC236}">
                <a16:creationId xmlns:a16="http://schemas.microsoft.com/office/drawing/2014/main" id="{447FE16F-9EBA-2B77-4C57-50A2A3A4BF72}"/>
              </a:ext>
            </a:extLst>
          </p:cNvPr>
          <p:cNvSpPr/>
          <p:nvPr/>
        </p:nvSpPr>
        <p:spPr>
          <a:xfrm>
            <a:off x="5007178" y="4981240"/>
            <a:ext cx="366821" cy="373800"/>
          </a:xfrm>
          <a:custGeom>
            <a:avLst/>
            <a:gdLst/>
            <a:ahLst/>
            <a:cxnLst>
              <a:cxn ang="0">
                <a:pos x="wd2" y="hd2"/>
              </a:cxn>
              <a:cxn ang="5400000">
                <a:pos x="wd2" y="hd2"/>
              </a:cxn>
              <a:cxn ang="10800000">
                <a:pos x="wd2" y="hd2"/>
              </a:cxn>
              <a:cxn ang="16200000">
                <a:pos x="wd2" y="hd2"/>
              </a:cxn>
            </a:cxnLst>
            <a:rect l="0" t="0" r="r" b="b"/>
            <a:pathLst>
              <a:path w="21125" h="19900" extrusionOk="0">
                <a:moveTo>
                  <a:pt x="13723" y="10461"/>
                </a:moveTo>
                <a:cubicBezTo>
                  <a:pt x="12293" y="10461"/>
                  <a:pt x="11128" y="9451"/>
                  <a:pt x="11128" y="8218"/>
                </a:cubicBezTo>
                <a:cubicBezTo>
                  <a:pt x="11128" y="6974"/>
                  <a:pt x="12293" y="5975"/>
                  <a:pt x="13723" y="5975"/>
                </a:cubicBezTo>
                <a:cubicBezTo>
                  <a:pt x="15164" y="5975"/>
                  <a:pt x="16317" y="6974"/>
                  <a:pt x="16317" y="8218"/>
                </a:cubicBezTo>
                <a:cubicBezTo>
                  <a:pt x="16317" y="9451"/>
                  <a:pt x="15164" y="10461"/>
                  <a:pt x="13723" y="10461"/>
                </a:cubicBezTo>
                <a:close/>
                <a:moveTo>
                  <a:pt x="7692" y="10461"/>
                </a:moveTo>
                <a:cubicBezTo>
                  <a:pt x="6262" y="10461"/>
                  <a:pt x="5097" y="9451"/>
                  <a:pt x="5097" y="8218"/>
                </a:cubicBezTo>
                <a:cubicBezTo>
                  <a:pt x="5097" y="6974"/>
                  <a:pt x="6262" y="5975"/>
                  <a:pt x="7692" y="5975"/>
                </a:cubicBezTo>
                <a:cubicBezTo>
                  <a:pt x="9121" y="5975"/>
                  <a:pt x="10287" y="6974"/>
                  <a:pt x="10287" y="8218"/>
                </a:cubicBezTo>
                <a:cubicBezTo>
                  <a:pt x="10287" y="9451"/>
                  <a:pt x="9121" y="10461"/>
                  <a:pt x="7692" y="10461"/>
                </a:cubicBezTo>
                <a:close/>
                <a:moveTo>
                  <a:pt x="19020" y="2810"/>
                </a:moveTo>
                <a:cubicBezTo>
                  <a:pt x="19020" y="1533"/>
                  <a:pt x="18576" y="1033"/>
                  <a:pt x="17302" y="1033"/>
                </a:cubicBezTo>
                <a:lnTo>
                  <a:pt x="3944" y="1033"/>
                </a:lnTo>
                <a:cubicBezTo>
                  <a:pt x="2610" y="1033"/>
                  <a:pt x="2238" y="1455"/>
                  <a:pt x="2238" y="2810"/>
                </a:cubicBezTo>
                <a:lnTo>
                  <a:pt x="2238" y="10284"/>
                </a:lnTo>
                <a:cubicBezTo>
                  <a:pt x="5085" y="11661"/>
                  <a:pt x="7524" y="11416"/>
                  <a:pt x="8857" y="11372"/>
                </a:cubicBezTo>
                <a:cubicBezTo>
                  <a:pt x="9422" y="11361"/>
                  <a:pt x="9782" y="11461"/>
                  <a:pt x="9998" y="11672"/>
                </a:cubicBezTo>
                <a:cubicBezTo>
                  <a:pt x="10034" y="11705"/>
                  <a:pt x="10070" y="11738"/>
                  <a:pt x="10119" y="11772"/>
                </a:cubicBezTo>
                <a:cubicBezTo>
                  <a:pt x="10371" y="11994"/>
                  <a:pt x="10611" y="12172"/>
                  <a:pt x="10851" y="12338"/>
                </a:cubicBezTo>
                <a:cubicBezTo>
                  <a:pt x="10899" y="11727"/>
                  <a:pt x="11272" y="11339"/>
                  <a:pt x="12269" y="11372"/>
                </a:cubicBezTo>
                <a:cubicBezTo>
                  <a:pt x="13626" y="11427"/>
                  <a:pt x="16125" y="11672"/>
                  <a:pt x="19020" y="10217"/>
                </a:cubicBezTo>
                <a:cubicBezTo>
                  <a:pt x="19020" y="10217"/>
                  <a:pt x="19020" y="2810"/>
                  <a:pt x="19020" y="2810"/>
                </a:cubicBezTo>
                <a:close/>
                <a:moveTo>
                  <a:pt x="16510" y="12960"/>
                </a:moveTo>
                <a:cubicBezTo>
                  <a:pt x="18876" y="20412"/>
                  <a:pt x="10731" y="21600"/>
                  <a:pt x="10863" y="17780"/>
                </a:cubicBezTo>
                <a:cubicBezTo>
                  <a:pt x="10863" y="17846"/>
                  <a:pt x="10851" y="15725"/>
                  <a:pt x="10851" y="14148"/>
                </a:cubicBezTo>
                <a:cubicBezTo>
                  <a:pt x="10671" y="14115"/>
                  <a:pt x="10491" y="14071"/>
                  <a:pt x="10275" y="14026"/>
                </a:cubicBezTo>
                <a:cubicBezTo>
                  <a:pt x="10275" y="15614"/>
                  <a:pt x="10263" y="17846"/>
                  <a:pt x="10263" y="17780"/>
                </a:cubicBezTo>
                <a:cubicBezTo>
                  <a:pt x="10395" y="21600"/>
                  <a:pt x="2250" y="20412"/>
                  <a:pt x="4616" y="12960"/>
                </a:cubicBezTo>
                <a:cubicBezTo>
                  <a:pt x="2382" y="12116"/>
                  <a:pt x="916" y="11039"/>
                  <a:pt x="147" y="10161"/>
                </a:cubicBezTo>
                <a:cubicBezTo>
                  <a:pt x="-237" y="9628"/>
                  <a:pt x="183" y="9062"/>
                  <a:pt x="820" y="9473"/>
                </a:cubicBezTo>
                <a:cubicBezTo>
                  <a:pt x="904" y="9528"/>
                  <a:pt x="1000" y="9584"/>
                  <a:pt x="1084" y="9639"/>
                </a:cubicBezTo>
                <a:lnTo>
                  <a:pt x="1084" y="1932"/>
                </a:lnTo>
                <a:cubicBezTo>
                  <a:pt x="1084" y="866"/>
                  <a:pt x="1949" y="0"/>
                  <a:pt x="3019" y="0"/>
                </a:cubicBezTo>
                <a:lnTo>
                  <a:pt x="18119" y="0"/>
                </a:lnTo>
                <a:cubicBezTo>
                  <a:pt x="19189" y="0"/>
                  <a:pt x="20054" y="866"/>
                  <a:pt x="20054" y="1932"/>
                </a:cubicBezTo>
                <a:lnTo>
                  <a:pt x="20054" y="9639"/>
                </a:lnTo>
                <a:cubicBezTo>
                  <a:pt x="20138" y="9584"/>
                  <a:pt x="20222" y="9528"/>
                  <a:pt x="20306" y="9473"/>
                </a:cubicBezTo>
                <a:cubicBezTo>
                  <a:pt x="20943" y="9062"/>
                  <a:pt x="21363" y="9628"/>
                  <a:pt x="20979" y="10161"/>
                </a:cubicBezTo>
                <a:cubicBezTo>
                  <a:pt x="20210" y="11039"/>
                  <a:pt x="18744" y="12116"/>
                  <a:pt x="16510" y="12960"/>
                </a:cubicBezTo>
                <a:close/>
              </a:path>
            </a:pathLst>
          </a:custGeom>
          <a:solidFill>
            <a:srgbClr val="FFFFFF"/>
          </a:solidFill>
          <a:ln w="12700">
            <a:miter lim="400000"/>
          </a:ln>
        </p:spPr>
        <p:txBody>
          <a:bodyPr lIns="19050" tIns="19050" rIns="19050" bIns="19050" anchor="ctr"/>
          <a:lstStyle/>
          <a:p>
            <a:pPr algn="ctr">
              <a:defRPr sz="8000" cap="none">
                <a:solidFill>
                  <a:srgbClr val="53585F"/>
                </a:solidFill>
                <a:latin typeface="Open Sans"/>
                <a:ea typeface="Open Sans"/>
                <a:cs typeface="Open Sans"/>
                <a:sym typeface="Open Sans"/>
              </a:defRPr>
            </a:pPr>
            <a:endParaRPr sz="4000"/>
          </a:p>
        </p:txBody>
      </p:sp>
      <p:sp>
        <p:nvSpPr>
          <p:cNvPr id="11" name="Shape 1970">
            <a:extLst>
              <a:ext uri="{FF2B5EF4-FFF2-40B4-BE49-F238E27FC236}">
                <a16:creationId xmlns:a16="http://schemas.microsoft.com/office/drawing/2014/main" id="{94A74CC6-C608-19EE-B764-B4996E586395}"/>
              </a:ext>
            </a:extLst>
          </p:cNvPr>
          <p:cNvSpPr/>
          <p:nvPr/>
        </p:nvSpPr>
        <p:spPr>
          <a:xfrm>
            <a:off x="4883889" y="3727420"/>
            <a:ext cx="334848" cy="334835"/>
          </a:xfrm>
          <a:custGeom>
            <a:avLst/>
            <a:gdLst/>
            <a:ahLst/>
            <a:cxnLst>
              <a:cxn ang="0">
                <a:pos x="wd2" y="hd2"/>
              </a:cxn>
              <a:cxn ang="5400000">
                <a:pos x="wd2" y="hd2"/>
              </a:cxn>
              <a:cxn ang="10800000">
                <a:pos x="wd2" y="hd2"/>
              </a:cxn>
              <a:cxn ang="16200000">
                <a:pos x="wd2" y="hd2"/>
              </a:cxn>
            </a:cxnLst>
            <a:rect l="0" t="0" r="r" b="b"/>
            <a:pathLst>
              <a:path w="19691" h="21600" extrusionOk="0">
                <a:moveTo>
                  <a:pt x="12441" y="612"/>
                </a:moveTo>
                <a:lnTo>
                  <a:pt x="12459" y="8296"/>
                </a:lnTo>
                <a:lnTo>
                  <a:pt x="15229" y="5238"/>
                </a:lnTo>
                <a:cubicBezTo>
                  <a:pt x="17945" y="8444"/>
                  <a:pt x="17897" y="13464"/>
                  <a:pt x="15076" y="16579"/>
                </a:cubicBezTo>
                <a:cubicBezTo>
                  <a:pt x="13922" y="17856"/>
                  <a:pt x="12477" y="18617"/>
                  <a:pt x="10977" y="18866"/>
                </a:cubicBezTo>
                <a:lnTo>
                  <a:pt x="11059" y="21600"/>
                </a:lnTo>
                <a:cubicBezTo>
                  <a:pt x="13167" y="21320"/>
                  <a:pt x="15204" y="20288"/>
                  <a:pt x="16820" y="18505"/>
                </a:cubicBezTo>
                <a:cubicBezTo>
                  <a:pt x="20600" y="14327"/>
                  <a:pt x="20645" y="7585"/>
                  <a:pt x="16966" y="3318"/>
                </a:cubicBezTo>
                <a:lnTo>
                  <a:pt x="19057" y="1008"/>
                </a:lnTo>
                <a:cubicBezTo>
                  <a:pt x="19057" y="1008"/>
                  <a:pt x="12441" y="612"/>
                  <a:pt x="12441" y="612"/>
                </a:cubicBezTo>
                <a:close/>
                <a:moveTo>
                  <a:pt x="4461" y="16363"/>
                </a:moveTo>
                <a:cubicBezTo>
                  <a:pt x="1745" y="13160"/>
                  <a:pt x="1793" y="8139"/>
                  <a:pt x="4614" y="5022"/>
                </a:cubicBezTo>
                <a:cubicBezTo>
                  <a:pt x="5769" y="3746"/>
                  <a:pt x="7213" y="2985"/>
                  <a:pt x="8713" y="2735"/>
                </a:cubicBezTo>
                <a:lnTo>
                  <a:pt x="8631" y="0"/>
                </a:lnTo>
                <a:cubicBezTo>
                  <a:pt x="6524" y="280"/>
                  <a:pt x="4486" y="1312"/>
                  <a:pt x="2871" y="3096"/>
                </a:cubicBezTo>
                <a:cubicBezTo>
                  <a:pt x="-909" y="7272"/>
                  <a:pt x="-955" y="14014"/>
                  <a:pt x="2724" y="18284"/>
                </a:cubicBezTo>
                <a:lnTo>
                  <a:pt x="633" y="20591"/>
                </a:lnTo>
                <a:lnTo>
                  <a:pt x="7249" y="20988"/>
                </a:lnTo>
                <a:lnTo>
                  <a:pt x="7231" y="13304"/>
                </a:lnTo>
                <a:cubicBezTo>
                  <a:pt x="7231" y="13304"/>
                  <a:pt x="4461" y="16363"/>
                  <a:pt x="4461" y="16363"/>
                </a:cubicBezTo>
                <a:close/>
              </a:path>
            </a:pathLst>
          </a:custGeom>
          <a:solidFill>
            <a:srgbClr val="FFFFFF"/>
          </a:solidFill>
          <a:ln w="12700">
            <a:miter lim="400000"/>
          </a:ln>
        </p:spPr>
        <p:txBody>
          <a:bodyPr lIns="21828" tIns="21828" rIns="21828" bIns="21828" anchor="ctr"/>
          <a:lstStyle/>
          <a:p>
            <a:pPr algn="ctr">
              <a:defRPr sz="8000" cap="none">
                <a:solidFill>
                  <a:srgbClr val="53585F"/>
                </a:solidFill>
                <a:latin typeface="Open Sans"/>
                <a:ea typeface="Open Sans"/>
                <a:cs typeface="Open Sans"/>
                <a:sym typeface="Open Sans"/>
              </a:defRPr>
            </a:pPr>
            <a:endParaRPr sz="4000"/>
          </a:p>
        </p:txBody>
      </p:sp>
      <p:sp>
        <p:nvSpPr>
          <p:cNvPr id="12" name="Shape 1971">
            <a:extLst>
              <a:ext uri="{FF2B5EF4-FFF2-40B4-BE49-F238E27FC236}">
                <a16:creationId xmlns:a16="http://schemas.microsoft.com/office/drawing/2014/main" id="{2B6EB421-2F93-1E28-4093-1DBCD44DDCD8}"/>
              </a:ext>
            </a:extLst>
          </p:cNvPr>
          <p:cNvSpPr/>
          <p:nvPr/>
        </p:nvSpPr>
        <p:spPr>
          <a:xfrm>
            <a:off x="3812950" y="3131248"/>
            <a:ext cx="1030204" cy="1030184"/>
          </a:xfrm>
          <a:custGeom>
            <a:avLst/>
            <a:gdLst/>
            <a:ahLst/>
            <a:cxnLst>
              <a:cxn ang="0">
                <a:pos x="wd2" y="hd2"/>
              </a:cxn>
              <a:cxn ang="5400000">
                <a:pos x="wd2" y="hd2"/>
              </a:cxn>
              <a:cxn ang="10800000">
                <a:pos x="wd2" y="hd2"/>
              </a:cxn>
              <a:cxn ang="16200000">
                <a:pos x="wd2" y="hd2"/>
              </a:cxn>
            </a:cxnLst>
            <a:rect l="0" t="0" r="r" b="b"/>
            <a:pathLst>
              <a:path w="19807" h="19807" extrusionOk="0">
                <a:moveTo>
                  <a:pt x="11898" y="19602"/>
                </a:moveTo>
                <a:cubicBezTo>
                  <a:pt x="6542" y="20704"/>
                  <a:pt x="1306" y="17256"/>
                  <a:pt x="204" y="11899"/>
                </a:cubicBezTo>
                <a:cubicBezTo>
                  <a:pt x="-897" y="6542"/>
                  <a:pt x="2552" y="1307"/>
                  <a:pt x="7907" y="205"/>
                </a:cubicBezTo>
                <a:cubicBezTo>
                  <a:pt x="13261" y="-896"/>
                  <a:pt x="18494" y="2549"/>
                  <a:pt x="19599" y="7900"/>
                </a:cubicBezTo>
                <a:cubicBezTo>
                  <a:pt x="19600" y="7903"/>
                  <a:pt x="19600" y="7905"/>
                  <a:pt x="19601" y="7908"/>
                </a:cubicBezTo>
                <a:cubicBezTo>
                  <a:pt x="20703" y="13264"/>
                  <a:pt x="17254" y="18500"/>
                  <a:pt x="11898" y="19602"/>
                </a:cubicBezTo>
                <a:close/>
              </a:path>
            </a:pathLst>
          </a:custGeom>
          <a:solidFill>
            <a:srgbClr val="FFC310"/>
          </a:solidFill>
          <a:ln w="12700">
            <a:miter lim="400000"/>
          </a:ln>
        </p:spPr>
        <p:txBody>
          <a:bodyPr lIns="19050" tIns="19050" rIns="19050" bIns="19050" anchor="ctr"/>
          <a:lstStyle/>
          <a:p>
            <a:pPr algn="ctr">
              <a:defRPr sz="3200" cap="none">
                <a:solidFill>
                  <a:srgbClr val="FFFFFF"/>
                </a:solidFill>
                <a:latin typeface="+mn-lt"/>
                <a:ea typeface="+mn-ea"/>
                <a:cs typeface="+mn-cs"/>
                <a:sym typeface="Helvetica Light"/>
              </a:defRPr>
            </a:pPr>
            <a:endParaRPr sz="1600"/>
          </a:p>
        </p:txBody>
      </p:sp>
      <p:sp>
        <p:nvSpPr>
          <p:cNvPr id="13" name="Shape 1972">
            <a:extLst>
              <a:ext uri="{FF2B5EF4-FFF2-40B4-BE49-F238E27FC236}">
                <a16:creationId xmlns:a16="http://schemas.microsoft.com/office/drawing/2014/main" id="{6EE73AFF-3811-BAC2-2AE2-F694D307F4CE}"/>
              </a:ext>
            </a:extLst>
          </p:cNvPr>
          <p:cNvSpPr/>
          <p:nvPr/>
        </p:nvSpPr>
        <p:spPr>
          <a:xfrm>
            <a:off x="5026524" y="1937646"/>
            <a:ext cx="406228" cy="324980"/>
          </a:xfrm>
          <a:custGeom>
            <a:avLst/>
            <a:gdLst/>
            <a:ahLst/>
            <a:cxnLst>
              <a:cxn ang="0">
                <a:pos x="wd2" y="hd2"/>
              </a:cxn>
              <a:cxn ang="5400000">
                <a:pos x="wd2" y="hd2"/>
              </a:cxn>
              <a:cxn ang="10800000">
                <a:pos x="wd2" y="hd2"/>
              </a:cxn>
              <a:cxn ang="16200000">
                <a:pos x="wd2" y="hd2"/>
              </a:cxn>
            </a:cxnLst>
            <a:rect l="0" t="0" r="r" b="b"/>
            <a:pathLst>
              <a:path w="21600" h="21600" extrusionOk="0">
                <a:moveTo>
                  <a:pt x="17280" y="13500"/>
                </a:moveTo>
                <a:lnTo>
                  <a:pt x="4320" y="13500"/>
                </a:lnTo>
                <a:lnTo>
                  <a:pt x="4320" y="2700"/>
                </a:lnTo>
                <a:lnTo>
                  <a:pt x="17280" y="2700"/>
                </a:lnTo>
                <a:cubicBezTo>
                  <a:pt x="17280" y="2700"/>
                  <a:pt x="17280" y="13500"/>
                  <a:pt x="17280" y="13500"/>
                </a:cubicBezTo>
                <a:close/>
                <a:moveTo>
                  <a:pt x="7560" y="18900"/>
                </a:moveTo>
                <a:lnTo>
                  <a:pt x="8208" y="17550"/>
                </a:lnTo>
                <a:lnTo>
                  <a:pt x="13392" y="17550"/>
                </a:lnTo>
                <a:lnTo>
                  <a:pt x="14040" y="18900"/>
                </a:lnTo>
                <a:cubicBezTo>
                  <a:pt x="14040" y="18900"/>
                  <a:pt x="7560" y="18900"/>
                  <a:pt x="7560" y="18900"/>
                </a:cubicBezTo>
                <a:close/>
                <a:moveTo>
                  <a:pt x="21334" y="18402"/>
                </a:moveTo>
                <a:cubicBezTo>
                  <a:pt x="21068" y="17901"/>
                  <a:pt x="19440" y="14850"/>
                  <a:pt x="19440" y="14850"/>
                </a:cubicBezTo>
                <a:lnTo>
                  <a:pt x="19440" y="2700"/>
                </a:lnTo>
                <a:cubicBezTo>
                  <a:pt x="19440" y="1212"/>
                  <a:pt x="18468" y="0"/>
                  <a:pt x="17280" y="0"/>
                </a:cubicBezTo>
                <a:lnTo>
                  <a:pt x="4320" y="0"/>
                </a:lnTo>
                <a:cubicBezTo>
                  <a:pt x="3131" y="0"/>
                  <a:pt x="2160" y="1212"/>
                  <a:pt x="2160" y="2700"/>
                </a:cubicBezTo>
                <a:lnTo>
                  <a:pt x="2160" y="14850"/>
                </a:lnTo>
                <a:cubicBezTo>
                  <a:pt x="2160" y="14850"/>
                  <a:pt x="532" y="17901"/>
                  <a:pt x="266" y="18402"/>
                </a:cubicBezTo>
                <a:cubicBezTo>
                  <a:pt x="0" y="18900"/>
                  <a:pt x="0" y="19188"/>
                  <a:pt x="0" y="19575"/>
                </a:cubicBezTo>
                <a:lnTo>
                  <a:pt x="0" y="20250"/>
                </a:lnTo>
                <a:cubicBezTo>
                  <a:pt x="0" y="20925"/>
                  <a:pt x="540" y="21600"/>
                  <a:pt x="1079" y="21600"/>
                </a:cubicBezTo>
                <a:lnTo>
                  <a:pt x="20521" y="21600"/>
                </a:lnTo>
                <a:cubicBezTo>
                  <a:pt x="21060" y="21600"/>
                  <a:pt x="21600" y="20925"/>
                  <a:pt x="21600" y="20250"/>
                </a:cubicBezTo>
                <a:lnTo>
                  <a:pt x="21600" y="19575"/>
                </a:lnTo>
                <a:cubicBezTo>
                  <a:pt x="21600" y="19188"/>
                  <a:pt x="21600" y="18900"/>
                  <a:pt x="21334" y="18402"/>
                </a:cubicBezTo>
                <a:close/>
              </a:path>
            </a:pathLst>
          </a:custGeom>
          <a:solidFill>
            <a:srgbClr val="FFFFFF"/>
          </a:solidFill>
          <a:ln w="12700">
            <a:miter lim="400000"/>
          </a:ln>
        </p:spPr>
        <p:txBody>
          <a:bodyPr lIns="21828" tIns="21828" rIns="21828" bIns="21828" anchor="ctr"/>
          <a:lstStyle/>
          <a:p>
            <a:pPr algn="ctr">
              <a:defRPr sz="8000" cap="none">
                <a:solidFill>
                  <a:srgbClr val="53585F"/>
                </a:solidFill>
                <a:latin typeface="Open Sans"/>
                <a:ea typeface="Open Sans"/>
                <a:cs typeface="Open Sans"/>
                <a:sym typeface="Open Sans"/>
              </a:defRPr>
            </a:pPr>
            <a:endParaRPr sz="4000"/>
          </a:p>
        </p:txBody>
      </p:sp>
      <p:sp>
        <p:nvSpPr>
          <p:cNvPr id="14" name="Shape 1973">
            <a:extLst>
              <a:ext uri="{FF2B5EF4-FFF2-40B4-BE49-F238E27FC236}">
                <a16:creationId xmlns:a16="http://schemas.microsoft.com/office/drawing/2014/main" id="{FC249514-13D2-B0A4-AA80-2D8A55179AF1}"/>
              </a:ext>
            </a:extLst>
          </p:cNvPr>
          <p:cNvSpPr/>
          <p:nvPr/>
        </p:nvSpPr>
        <p:spPr>
          <a:xfrm>
            <a:off x="4618503" y="1997449"/>
            <a:ext cx="2940276" cy="3336792"/>
          </a:xfrm>
          <a:custGeom>
            <a:avLst/>
            <a:gdLst/>
            <a:ahLst/>
            <a:cxnLst>
              <a:cxn ang="0">
                <a:pos x="wd2" y="hd2"/>
              </a:cxn>
              <a:cxn ang="5400000">
                <a:pos x="wd2" y="hd2"/>
              </a:cxn>
              <a:cxn ang="10800000">
                <a:pos x="wd2" y="hd2"/>
              </a:cxn>
              <a:cxn ang="16200000">
                <a:pos x="wd2" y="hd2"/>
              </a:cxn>
            </a:cxnLst>
            <a:rect l="0" t="0" r="r" b="b"/>
            <a:pathLst>
              <a:path w="21529" h="21570" extrusionOk="0">
                <a:moveTo>
                  <a:pt x="10576" y="7"/>
                </a:moveTo>
                <a:cubicBezTo>
                  <a:pt x="10316" y="32"/>
                  <a:pt x="10047" y="121"/>
                  <a:pt x="9827" y="299"/>
                </a:cubicBezTo>
                <a:cubicBezTo>
                  <a:pt x="9719" y="387"/>
                  <a:pt x="9627" y="497"/>
                  <a:pt x="9563" y="615"/>
                </a:cubicBezTo>
                <a:cubicBezTo>
                  <a:pt x="9531" y="673"/>
                  <a:pt x="9506" y="734"/>
                  <a:pt x="9487" y="795"/>
                </a:cubicBezTo>
                <a:cubicBezTo>
                  <a:pt x="9482" y="810"/>
                  <a:pt x="9477" y="824"/>
                  <a:pt x="9474" y="839"/>
                </a:cubicBezTo>
                <a:cubicBezTo>
                  <a:pt x="9471" y="852"/>
                  <a:pt x="9467" y="866"/>
                  <a:pt x="9464" y="879"/>
                </a:cubicBezTo>
                <a:cubicBezTo>
                  <a:pt x="9460" y="897"/>
                  <a:pt x="9454" y="914"/>
                  <a:pt x="9450" y="932"/>
                </a:cubicBezTo>
                <a:cubicBezTo>
                  <a:pt x="9419" y="1060"/>
                  <a:pt x="9384" y="1192"/>
                  <a:pt x="9341" y="1320"/>
                </a:cubicBezTo>
                <a:cubicBezTo>
                  <a:pt x="9257" y="1577"/>
                  <a:pt x="9149" y="1828"/>
                  <a:pt x="9023" y="2072"/>
                </a:cubicBezTo>
                <a:cubicBezTo>
                  <a:pt x="8517" y="3046"/>
                  <a:pt x="7673" y="3879"/>
                  <a:pt x="6628" y="4419"/>
                </a:cubicBezTo>
                <a:cubicBezTo>
                  <a:pt x="5580" y="4964"/>
                  <a:pt x="4369" y="5264"/>
                  <a:pt x="3199" y="5205"/>
                </a:cubicBezTo>
                <a:cubicBezTo>
                  <a:pt x="2907" y="5191"/>
                  <a:pt x="2619" y="5154"/>
                  <a:pt x="2338" y="5094"/>
                </a:cubicBezTo>
                <a:cubicBezTo>
                  <a:pt x="2197" y="5064"/>
                  <a:pt x="2058" y="5029"/>
                  <a:pt x="1922" y="4987"/>
                </a:cubicBezTo>
                <a:cubicBezTo>
                  <a:pt x="1887" y="4977"/>
                  <a:pt x="1853" y="4966"/>
                  <a:pt x="1819" y="4955"/>
                </a:cubicBezTo>
                <a:cubicBezTo>
                  <a:pt x="1781" y="4942"/>
                  <a:pt x="1743" y="4930"/>
                  <a:pt x="1706" y="4917"/>
                </a:cubicBezTo>
                <a:cubicBezTo>
                  <a:pt x="1594" y="4880"/>
                  <a:pt x="1469" y="4853"/>
                  <a:pt x="1338" y="4843"/>
                </a:cubicBezTo>
                <a:cubicBezTo>
                  <a:pt x="1076" y="4822"/>
                  <a:pt x="782" y="4880"/>
                  <a:pt x="543" y="5025"/>
                </a:cubicBezTo>
                <a:cubicBezTo>
                  <a:pt x="304" y="5168"/>
                  <a:pt x="123" y="5390"/>
                  <a:pt x="46" y="5640"/>
                </a:cubicBezTo>
                <a:cubicBezTo>
                  <a:pt x="-34" y="5889"/>
                  <a:pt x="-4" y="6160"/>
                  <a:pt x="100" y="6381"/>
                </a:cubicBezTo>
                <a:cubicBezTo>
                  <a:pt x="204" y="6604"/>
                  <a:pt x="369" y="6779"/>
                  <a:pt x="541" y="6911"/>
                </a:cubicBezTo>
                <a:cubicBezTo>
                  <a:pt x="542" y="6911"/>
                  <a:pt x="543" y="6910"/>
                  <a:pt x="543" y="6910"/>
                </a:cubicBezTo>
                <a:cubicBezTo>
                  <a:pt x="1465" y="7610"/>
                  <a:pt x="2084" y="8536"/>
                  <a:pt x="2343" y="9549"/>
                </a:cubicBezTo>
                <a:cubicBezTo>
                  <a:pt x="2607" y="10562"/>
                  <a:pt x="2501" y="11652"/>
                  <a:pt x="2067" y="12652"/>
                </a:cubicBezTo>
                <a:cubicBezTo>
                  <a:pt x="1852" y="13152"/>
                  <a:pt x="1549" y="13623"/>
                  <a:pt x="1175" y="14045"/>
                </a:cubicBezTo>
                <a:cubicBezTo>
                  <a:pt x="988" y="14257"/>
                  <a:pt x="785" y="14456"/>
                  <a:pt x="565" y="14641"/>
                </a:cubicBezTo>
                <a:cubicBezTo>
                  <a:pt x="537" y="14664"/>
                  <a:pt x="509" y="14687"/>
                  <a:pt x="481" y="14710"/>
                </a:cubicBezTo>
                <a:cubicBezTo>
                  <a:pt x="449" y="14735"/>
                  <a:pt x="416" y="14761"/>
                  <a:pt x="384" y="14787"/>
                </a:cubicBezTo>
                <a:cubicBezTo>
                  <a:pt x="262" y="14888"/>
                  <a:pt x="169" y="15013"/>
                  <a:pt x="114" y="15147"/>
                </a:cubicBezTo>
                <a:cubicBezTo>
                  <a:pt x="5" y="15418"/>
                  <a:pt x="39" y="15673"/>
                  <a:pt x="116" y="15883"/>
                </a:cubicBezTo>
                <a:cubicBezTo>
                  <a:pt x="196" y="16096"/>
                  <a:pt x="324" y="16282"/>
                  <a:pt x="510" y="16443"/>
                </a:cubicBezTo>
                <a:cubicBezTo>
                  <a:pt x="604" y="16522"/>
                  <a:pt x="715" y="16595"/>
                  <a:pt x="847" y="16652"/>
                </a:cubicBezTo>
                <a:cubicBezTo>
                  <a:pt x="978" y="16709"/>
                  <a:pt x="1133" y="16748"/>
                  <a:pt x="1298" y="16754"/>
                </a:cubicBezTo>
                <a:cubicBezTo>
                  <a:pt x="1380" y="16756"/>
                  <a:pt x="1462" y="16750"/>
                  <a:pt x="1543" y="16736"/>
                </a:cubicBezTo>
                <a:cubicBezTo>
                  <a:pt x="1583" y="16729"/>
                  <a:pt x="1623" y="16721"/>
                  <a:pt x="1661" y="16711"/>
                </a:cubicBezTo>
                <a:cubicBezTo>
                  <a:pt x="1683" y="16704"/>
                  <a:pt x="1705" y="16698"/>
                  <a:pt x="1727" y="16692"/>
                </a:cubicBezTo>
                <a:cubicBezTo>
                  <a:pt x="1763" y="16681"/>
                  <a:pt x="1798" y="16671"/>
                  <a:pt x="1834" y="16661"/>
                </a:cubicBezTo>
                <a:cubicBezTo>
                  <a:pt x="1870" y="16651"/>
                  <a:pt x="1907" y="16641"/>
                  <a:pt x="1943" y="16632"/>
                </a:cubicBezTo>
                <a:cubicBezTo>
                  <a:pt x="2089" y="16594"/>
                  <a:pt x="2236" y="16562"/>
                  <a:pt x="2384" y="16534"/>
                </a:cubicBezTo>
                <a:cubicBezTo>
                  <a:pt x="2978" y="16424"/>
                  <a:pt x="3591" y="16393"/>
                  <a:pt x="4194" y="16443"/>
                </a:cubicBezTo>
                <a:cubicBezTo>
                  <a:pt x="5402" y="16540"/>
                  <a:pt x="6568" y="16973"/>
                  <a:pt x="7493" y="17667"/>
                </a:cubicBezTo>
                <a:cubicBezTo>
                  <a:pt x="8420" y="18356"/>
                  <a:pt x="9101" y="19300"/>
                  <a:pt x="9407" y="20333"/>
                </a:cubicBezTo>
                <a:cubicBezTo>
                  <a:pt x="9427" y="20398"/>
                  <a:pt x="9443" y="20464"/>
                  <a:pt x="9460" y="20529"/>
                </a:cubicBezTo>
                <a:cubicBezTo>
                  <a:pt x="9468" y="20562"/>
                  <a:pt x="9475" y="20594"/>
                  <a:pt x="9483" y="20627"/>
                </a:cubicBezTo>
                <a:cubicBezTo>
                  <a:pt x="9488" y="20647"/>
                  <a:pt x="9492" y="20666"/>
                  <a:pt x="9497" y="20685"/>
                </a:cubicBezTo>
                <a:cubicBezTo>
                  <a:pt x="9499" y="20694"/>
                  <a:pt x="9502" y="20704"/>
                  <a:pt x="9505" y="20713"/>
                </a:cubicBezTo>
                <a:cubicBezTo>
                  <a:pt x="9509" y="20728"/>
                  <a:pt x="9514" y="20744"/>
                  <a:pt x="9518" y="20759"/>
                </a:cubicBezTo>
                <a:cubicBezTo>
                  <a:pt x="9554" y="20877"/>
                  <a:pt x="9607" y="20989"/>
                  <a:pt x="9689" y="21099"/>
                </a:cubicBezTo>
                <a:cubicBezTo>
                  <a:pt x="9770" y="21207"/>
                  <a:pt x="9878" y="21306"/>
                  <a:pt x="10002" y="21380"/>
                </a:cubicBezTo>
                <a:cubicBezTo>
                  <a:pt x="10253" y="21532"/>
                  <a:pt x="10546" y="21583"/>
                  <a:pt x="10809" y="21567"/>
                </a:cubicBezTo>
                <a:cubicBezTo>
                  <a:pt x="11074" y="21551"/>
                  <a:pt x="11324" y="21472"/>
                  <a:pt x="11546" y="21331"/>
                </a:cubicBezTo>
                <a:cubicBezTo>
                  <a:pt x="11766" y="21191"/>
                  <a:pt x="11953" y="20968"/>
                  <a:pt x="12022" y="20711"/>
                </a:cubicBezTo>
                <a:cubicBezTo>
                  <a:pt x="12040" y="20639"/>
                  <a:pt x="12058" y="20568"/>
                  <a:pt x="12076" y="20496"/>
                </a:cubicBezTo>
                <a:cubicBezTo>
                  <a:pt x="12094" y="20431"/>
                  <a:pt x="12114" y="20368"/>
                  <a:pt x="12135" y="20303"/>
                </a:cubicBezTo>
                <a:cubicBezTo>
                  <a:pt x="12217" y="20044"/>
                  <a:pt x="12320" y="19791"/>
                  <a:pt x="12444" y="19546"/>
                </a:cubicBezTo>
                <a:cubicBezTo>
                  <a:pt x="12935" y="18564"/>
                  <a:pt x="13762" y="17718"/>
                  <a:pt x="14798" y="17165"/>
                </a:cubicBezTo>
                <a:cubicBezTo>
                  <a:pt x="15832" y="16608"/>
                  <a:pt x="17063" y="16343"/>
                  <a:pt x="18273" y="16412"/>
                </a:cubicBezTo>
                <a:cubicBezTo>
                  <a:pt x="18576" y="16429"/>
                  <a:pt x="18877" y="16465"/>
                  <a:pt x="19173" y="16522"/>
                </a:cubicBezTo>
                <a:cubicBezTo>
                  <a:pt x="19322" y="16550"/>
                  <a:pt x="19469" y="16583"/>
                  <a:pt x="19615" y="16621"/>
                </a:cubicBezTo>
                <a:cubicBezTo>
                  <a:pt x="19687" y="16640"/>
                  <a:pt x="19760" y="16660"/>
                  <a:pt x="19832" y="16681"/>
                </a:cubicBezTo>
                <a:cubicBezTo>
                  <a:pt x="19846" y="16685"/>
                  <a:pt x="19859" y="16689"/>
                  <a:pt x="19873" y="16693"/>
                </a:cubicBezTo>
                <a:cubicBezTo>
                  <a:pt x="19893" y="16698"/>
                  <a:pt x="19913" y="16704"/>
                  <a:pt x="19933" y="16709"/>
                </a:cubicBezTo>
                <a:cubicBezTo>
                  <a:pt x="19975" y="16717"/>
                  <a:pt x="20008" y="16723"/>
                  <a:pt x="20046" y="16728"/>
                </a:cubicBezTo>
                <a:cubicBezTo>
                  <a:pt x="20121" y="16737"/>
                  <a:pt x="20198" y="16740"/>
                  <a:pt x="20274" y="16736"/>
                </a:cubicBezTo>
                <a:cubicBezTo>
                  <a:pt x="20578" y="16722"/>
                  <a:pt x="20847" y="16602"/>
                  <a:pt x="21043" y="16446"/>
                </a:cubicBezTo>
                <a:cubicBezTo>
                  <a:pt x="21241" y="16289"/>
                  <a:pt x="21385" y="16092"/>
                  <a:pt x="21461" y="15863"/>
                </a:cubicBezTo>
                <a:cubicBezTo>
                  <a:pt x="21538" y="15636"/>
                  <a:pt x="21536" y="15362"/>
                  <a:pt x="21413" y="15118"/>
                </a:cubicBezTo>
                <a:cubicBezTo>
                  <a:pt x="21353" y="14997"/>
                  <a:pt x="21267" y="14888"/>
                  <a:pt x="21170" y="14801"/>
                </a:cubicBezTo>
                <a:cubicBezTo>
                  <a:pt x="21157" y="14789"/>
                  <a:pt x="21145" y="14778"/>
                  <a:pt x="21133" y="14768"/>
                </a:cubicBezTo>
                <a:cubicBezTo>
                  <a:pt x="21122" y="14759"/>
                  <a:pt x="21110" y="14751"/>
                  <a:pt x="21100" y="14742"/>
                </a:cubicBezTo>
                <a:cubicBezTo>
                  <a:pt x="21085" y="14730"/>
                  <a:pt x="21070" y="14716"/>
                  <a:pt x="21055" y="14704"/>
                </a:cubicBezTo>
                <a:cubicBezTo>
                  <a:pt x="21028" y="14682"/>
                  <a:pt x="20999" y="14660"/>
                  <a:pt x="20971" y="14637"/>
                </a:cubicBezTo>
                <a:cubicBezTo>
                  <a:pt x="20086" y="13898"/>
                  <a:pt x="19447" y="12932"/>
                  <a:pt x="19183" y="11888"/>
                </a:cubicBezTo>
                <a:cubicBezTo>
                  <a:pt x="18915" y="10846"/>
                  <a:pt x="19029" y="9731"/>
                  <a:pt x="19498" y="8744"/>
                </a:cubicBezTo>
                <a:cubicBezTo>
                  <a:pt x="19731" y="8250"/>
                  <a:pt x="20049" y="7787"/>
                  <a:pt x="20437" y="7375"/>
                </a:cubicBezTo>
                <a:cubicBezTo>
                  <a:pt x="20631" y="7168"/>
                  <a:pt x="20842" y="6975"/>
                  <a:pt x="21069" y="6796"/>
                </a:cubicBezTo>
                <a:cubicBezTo>
                  <a:pt x="21086" y="6782"/>
                  <a:pt x="21104" y="6768"/>
                  <a:pt x="21121" y="6753"/>
                </a:cubicBezTo>
                <a:cubicBezTo>
                  <a:pt x="21140" y="6737"/>
                  <a:pt x="21177" y="6705"/>
                  <a:pt x="21195" y="6686"/>
                </a:cubicBezTo>
                <a:cubicBezTo>
                  <a:pt x="21240" y="6643"/>
                  <a:pt x="21283" y="6596"/>
                  <a:pt x="21321" y="6544"/>
                </a:cubicBezTo>
                <a:cubicBezTo>
                  <a:pt x="21399" y="6442"/>
                  <a:pt x="21460" y="6324"/>
                  <a:pt x="21494" y="6197"/>
                </a:cubicBezTo>
                <a:cubicBezTo>
                  <a:pt x="21566" y="5944"/>
                  <a:pt x="21522" y="5678"/>
                  <a:pt x="21405" y="5461"/>
                </a:cubicBezTo>
                <a:cubicBezTo>
                  <a:pt x="21288" y="5243"/>
                  <a:pt x="21103" y="5063"/>
                  <a:pt x="20865" y="4939"/>
                </a:cubicBezTo>
                <a:cubicBezTo>
                  <a:pt x="20628" y="4815"/>
                  <a:pt x="20329" y="4759"/>
                  <a:pt x="20048" y="4795"/>
                </a:cubicBezTo>
                <a:cubicBezTo>
                  <a:pt x="19978" y="4804"/>
                  <a:pt x="19909" y="4817"/>
                  <a:pt x="19844" y="4835"/>
                </a:cubicBezTo>
                <a:cubicBezTo>
                  <a:pt x="19803" y="4846"/>
                  <a:pt x="19762" y="4858"/>
                  <a:pt x="19722" y="4869"/>
                </a:cubicBezTo>
                <a:cubicBezTo>
                  <a:pt x="19653" y="4888"/>
                  <a:pt x="19578" y="4908"/>
                  <a:pt x="19506" y="4926"/>
                </a:cubicBezTo>
                <a:cubicBezTo>
                  <a:pt x="19359" y="4961"/>
                  <a:pt x="19210" y="4992"/>
                  <a:pt x="19061" y="5018"/>
                </a:cubicBezTo>
                <a:cubicBezTo>
                  <a:pt x="18464" y="5122"/>
                  <a:pt x="17850" y="5149"/>
                  <a:pt x="17247" y="5096"/>
                </a:cubicBezTo>
                <a:cubicBezTo>
                  <a:pt x="16038" y="4993"/>
                  <a:pt x="14879" y="4552"/>
                  <a:pt x="13962" y="3850"/>
                </a:cubicBezTo>
                <a:cubicBezTo>
                  <a:pt x="13042" y="3152"/>
                  <a:pt x="12373" y="2202"/>
                  <a:pt x="12076" y="1166"/>
                </a:cubicBezTo>
                <a:cubicBezTo>
                  <a:pt x="12058" y="1101"/>
                  <a:pt x="12040" y="1035"/>
                  <a:pt x="12024" y="970"/>
                </a:cubicBezTo>
                <a:cubicBezTo>
                  <a:pt x="12015" y="933"/>
                  <a:pt x="12007" y="897"/>
                  <a:pt x="11999" y="860"/>
                </a:cubicBezTo>
                <a:cubicBezTo>
                  <a:pt x="11996" y="851"/>
                  <a:pt x="11993" y="842"/>
                  <a:pt x="11991" y="833"/>
                </a:cubicBezTo>
                <a:cubicBezTo>
                  <a:pt x="11985" y="814"/>
                  <a:pt x="11981" y="795"/>
                  <a:pt x="11975" y="776"/>
                </a:cubicBezTo>
                <a:cubicBezTo>
                  <a:pt x="11964" y="744"/>
                  <a:pt x="11952" y="714"/>
                  <a:pt x="11938" y="683"/>
                </a:cubicBezTo>
                <a:cubicBezTo>
                  <a:pt x="11830" y="436"/>
                  <a:pt x="11599" y="233"/>
                  <a:pt x="11351" y="127"/>
                </a:cubicBezTo>
                <a:cubicBezTo>
                  <a:pt x="11102" y="18"/>
                  <a:pt x="10837" y="-17"/>
                  <a:pt x="10576" y="7"/>
                </a:cubicBezTo>
                <a:close/>
                <a:moveTo>
                  <a:pt x="10690" y="939"/>
                </a:moveTo>
                <a:cubicBezTo>
                  <a:pt x="10756" y="932"/>
                  <a:pt x="10831" y="943"/>
                  <a:pt x="10877" y="965"/>
                </a:cubicBezTo>
                <a:cubicBezTo>
                  <a:pt x="10925" y="987"/>
                  <a:pt x="10938" y="1005"/>
                  <a:pt x="10951" y="1030"/>
                </a:cubicBezTo>
                <a:cubicBezTo>
                  <a:pt x="10952" y="1034"/>
                  <a:pt x="10955" y="1037"/>
                  <a:pt x="10957" y="1040"/>
                </a:cubicBezTo>
                <a:cubicBezTo>
                  <a:pt x="10959" y="1048"/>
                  <a:pt x="10961" y="1055"/>
                  <a:pt x="10962" y="1063"/>
                </a:cubicBezTo>
                <a:cubicBezTo>
                  <a:pt x="10971" y="1097"/>
                  <a:pt x="10978" y="1132"/>
                  <a:pt x="10986" y="1167"/>
                </a:cubicBezTo>
                <a:cubicBezTo>
                  <a:pt x="11004" y="1244"/>
                  <a:pt x="11024" y="1321"/>
                  <a:pt x="11046" y="1397"/>
                </a:cubicBezTo>
                <a:cubicBezTo>
                  <a:pt x="11396" y="2620"/>
                  <a:pt x="12185" y="3739"/>
                  <a:pt x="13268" y="4560"/>
                </a:cubicBezTo>
                <a:cubicBezTo>
                  <a:pt x="13808" y="4971"/>
                  <a:pt x="14419" y="5310"/>
                  <a:pt x="15076" y="5559"/>
                </a:cubicBezTo>
                <a:cubicBezTo>
                  <a:pt x="15732" y="5808"/>
                  <a:pt x="16433" y="5965"/>
                  <a:pt x="17142" y="6027"/>
                </a:cubicBezTo>
                <a:cubicBezTo>
                  <a:pt x="17851" y="6091"/>
                  <a:pt x="18569" y="6058"/>
                  <a:pt x="19267" y="5936"/>
                </a:cubicBezTo>
                <a:cubicBezTo>
                  <a:pt x="19441" y="5906"/>
                  <a:pt x="19615" y="5871"/>
                  <a:pt x="19786" y="5830"/>
                </a:cubicBezTo>
                <a:cubicBezTo>
                  <a:pt x="19872" y="5809"/>
                  <a:pt x="19955" y="5788"/>
                  <a:pt x="20044" y="5763"/>
                </a:cubicBezTo>
                <a:cubicBezTo>
                  <a:pt x="20082" y="5753"/>
                  <a:pt x="20119" y="5741"/>
                  <a:pt x="20157" y="5731"/>
                </a:cubicBezTo>
                <a:cubicBezTo>
                  <a:pt x="20170" y="5727"/>
                  <a:pt x="20182" y="5725"/>
                  <a:pt x="20194" y="5724"/>
                </a:cubicBezTo>
                <a:cubicBezTo>
                  <a:pt x="20240" y="5719"/>
                  <a:pt x="20282" y="5725"/>
                  <a:pt x="20330" y="5749"/>
                </a:cubicBezTo>
                <a:cubicBezTo>
                  <a:pt x="20377" y="5773"/>
                  <a:pt x="20423" y="5816"/>
                  <a:pt x="20447" y="5861"/>
                </a:cubicBezTo>
                <a:cubicBezTo>
                  <a:pt x="20471" y="5907"/>
                  <a:pt x="20472" y="5946"/>
                  <a:pt x="20464" y="5976"/>
                </a:cubicBezTo>
                <a:cubicBezTo>
                  <a:pt x="20460" y="5992"/>
                  <a:pt x="20451" y="6007"/>
                  <a:pt x="20437" y="6026"/>
                </a:cubicBezTo>
                <a:cubicBezTo>
                  <a:pt x="20430" y="6035"/>
                  <a:pt x="20422" y="6045"/>
                  <a:pt x="20412" y="6055"/>
                </a:cubicBezTo>
                <a:cubicBezTo>
                  <a:pt x="20408" y="6058"/>
                  <a:pt x="20404" y="6063"/>
                  <a:pt x="20400" y="6067"/>
                </a:cubicBezTo>
                <a:cubicBezTo>
                  <a:pt x="20387" y="6077"/>
                  <a:pt x="20374" y="6087"/>
                  <a:pt x="20361" y="6098"/>
                </a:cubicBezTo>
                <a:cubicBezTo>
                  <a:pt x="20096" y="6307"/>
                  <a:pt x="19848" y="6534"/>
                  <a:pt x="19620" y="6776"/>
                </a:cubicBezTo>
                <a:cubicBezTo>
                  <a:pt x="19166" y="7259"/>
                  <a:pt x="18792" y="7802"/>
                  <a:pt x="18518" y="8384"/>
                </a:cubicBezTo>
                <a:cubicBezTo>
                  <a:pt x="17967" y="9545"/>
                  <a:pt x="17832" y="10861"/>
                  <a:pt x="18149" y="12092"/>
                </a:cubicBezTo>
                <a:cubicBezTo>
                  <a:pt x="18461" y="13325"/>
                  <a:pt x="19212" y="14457"/>
                  <a:pt x="20242" y="15317"/>
                </a:cubicBezTo>
                <a:cubicBezTo>
                  <a:pt x="20298" y="15362"/>
                  <a:pt x="20351" y="15407"/>
                  <a:pt x="20406" y="15453"/>
                </a:cubicBezTo>
                <a:cubicBezTo>
                  <a:pt x="20424" y="15469"/>
                  <a:pt x="20435" y="15481"/>
                  <a:pt x="20441" y="15494"/>
                </a:cubicBezTo>
                <a:cubicBezTo>
                  <a:pt x="20452" y="15517"/>
                  <a:pt x="20457" y="15552"/>
                  <a:pt x="20441" y="15604"/>
                </a:cubicBezTo>
                <a:cubicBezTo>
                  <a:pt x="20425" y="15654"/>
                  <a:pt x="20383" y="15711"/>
                  <a:pt x="20336" y="15748"/>
                </a:cubicBezTo>
                <a:cubicBezTo>
                  <a:pt x="20287" y="15786"/>
                  <a:pt x="20243" y="15799"/>
                  <a:pt x="20217" y="15799"/>
                </a:cubicBezTo>
                <a:cubicBezTo>
                  <a:pt x="20210" y="15800"/>
                  <a:pt x="20161" y="15791"/>
                  <a:pt x="20161" y="15791"/>
                </a:cubicBezTo>
                <a:cubicBezTo>
                  <a:pt x="20157" y="15790"/>
                  <a:pt x="20001" y="15744"/>
                  <a:pt x="19916" y="15722"/>
                </a:cubicBezTo>
                <a:cubicBezTo>
                  <a:pt x="19745" y="15678"/>
                  <a:pt x="19573" y="15638"/>
                  <a:pt x="19399" y="15605"/>
                </a:cubicBezTo>
                <a:cubicBezTo>
                  <a:pt x="19051" y="15539"/>
                  <a:pt x="18695" y="15496"/>
                  <a:pt x="18339" y="15477"/>
                </a:cubicBezTo>
                <a:cubicBezTo>
                  <a:pt x="16916" y="15396"/>
                  <a:pt x="15467" y="15707"/>
                  <a:pt x="14248" y="16364"/>
                </a:cubicBezTo>
                <a:cubicBezTo>
                  <a:pt x="13023" y="17017"/>
                  <a:pt x="12047" y="18016"/>
                  <a:pt x="11472" y="19165"/>
                </a:cubicBezTo>
                <a:cubicBezTo>
                  <a:pt x="11327" y="19452"/>
                  <a:pt x="11208" y="19748"/>
                  <a:pt x="11112" y="20050"/>
                </a:cubicBezTo>
                <a:cubicBezTo>
                  <a:pt x="11088" y="20126"/>
                  <a:pt x="11065" y="20201"/>
                  <a:pt x="11044" y="20277"/>
                </a:cubicBezTo>
                <a:cubicBezTo>
                  <a:pt x="11024" y="20349"/>
                  <a:pt x="11002" y="20449"/>
                  <a:pt x="10992" y="20490"/>
                </a:cubicBezTo>
                <a:cubicBezTo>
                  <a:pt x="10984" y="20517"/>
                  <a:pt x="10966" y="20544"/>
                  <a:pt x="10920" y="20575"/>
                </a:cubicBezTo>
                <a:cubicBezTo>
                  <a:pt x="10874" y="20606"/>
                  <a:pt x="10803" y="20629"/>
                  <a:pt x="10739" y="20632"/>
                </a:cubicBezTo>
                <a:cubicBezTo>
                  <a:pt x="10674" y="20636"/>
                  <a:pt x="10625" y="20620"/>
                  <a:pt x="10603" y="20606"/>
                </a:cubicBezTo>
                <a:cubicBezTo>
                  <a:pt x="10582" y="20593"/>
                  <a:pt x="10562" y="20572"/>
                  <a:pt x="10545" y="20521"/>
                </a:cubicBezTo>
                <a:cubicBezTo>
                  <a:pt x="10544" y="20518"/>
                  <a:pt x="10537" y="20497"/>
                  <a:pt x="10535" y="20488"/>
                </a:cubicBezTo>
                <a:cubicBezTo>
                  <a:pt x="10531" y="20472"/>
                  <a:pt x="10529" y="20456"/>
                  <a:pt x="10525" y="20440"/>
                </a:cubicBezTo>
                <a:cubicBezTo>
                  <a:pt x="10516" y="20401"/>
                  <a:pt x="10505" y="20363"/>
                  <a:pt x="10496" y="20325"/>
                </a:cubicBezTo>
                <a:cubicBezTo>
                  <a:pt x="10477" y="20248"/>
                  <a:pt x="10457" y="20171"/>
                  <a:pt x="10434" y="20095"/>
                </a:cubicBezTo>
                <a:cubicBezTo>
                  <a:pt x="10072" y="18874"/>
                  <a:pt x="9270" y="17762"/>
                  <a:pt x="8179" y="16951"/>
                </a:cubicBezTo>
                <a:cubicBezTo>
                  <a:pt x="7092" y="16135"/>
                  <a:pt x="5714" y="15623"/>
                  <a:pt x="4293" y="15509"/>
                </a:cubicBezTo>
                <a:cubicBezTo>
                  <a:pt x="3583" y="15451"/>
                  <a:pt x="2864" y="15490"/>
                  <a:pt x="2167" y="15619"/>
                </a:cubicBezTo>
                <a:cubicBezTo>
                  <a:pt x="1992" y="15652"/>
                  <a:pt x="1819" y="15689"/>
                  <a:pt x="1648" y="15732"/>
                </a:cubicBezTo>
                <a:cubicBezTo>
                  <a:pt x="1605" y="15743"/>
                  <a:pt x="1562" y="15755"/>
                  <a:pt x="1519" y="15767"/>
                </a:cubicBezTo>
                <a:cubicBezTo>
                  <a:pt x="1385" y="15804"/>
                  <a:pt x="1252" y="15803"/>
                  <a:pt x="1169" y="15677"/>
                </a:cubicBezTo>
                <a:cubicBezTo>
                  <a:pt x="1064" y="15516"/>
                  <a:pt x="1175" y="15420"/>
                  <a:pt x="1199" y="15401"/>
                </a:cubicBezTo>
                <a:cubicBezTo>
                  <a:pt x="1231" y="15374"/>
                  <a:pt x="1263" y="15347"/>
                  <a:pt x="1296" y="15321"/>
                </a:cubicBezTo>
                <a:cubicBezTo>
                  <a:pt x="1554" y="15104"/>
                  <a:pt x="1794" y="14872"/>
                  <a:pt x="2013" y="14624"/>
                </a:cubicBezTo>
                <a:cubicBezTo>
                  <a:pt x="2451" y="14129"/>
                  <a:pt x="2806" y="13573"/>
                  <a:pt x="3059" y="12985"/>
                </a:cubicBezTo>
                <a:cubicBezTo>
                  <a:pt x="3570" y="11808"/>
                  <a:pt x="3690" y="10516"/>
                  <a:pt x="3374" y="9321"/>
                </a:cubicBezTo>
                <a:cubicBezTo>
                  <a:pt x="3218" y="8723"/>
                  <a:pt x="2957" y="8147"/>
                  <a:pt x="2596" y="7620"/>
                </a:cubicBezTo>
                <a:cubicBezTo>
                  <a:pt x="2237" y="7093"/>
                  <a:pt x="1772" y="6610"/>
                  <a:pt x="1237" y="6202"/>
                </a:cubicBezTo>
                <a:cubicBezTo>
                  <a:pt x="1226" y="6214"/>
                  <a:pt x="1214" y="6225"/>
                  <a:pt x="1202" y="6237"/>
                </a:cubicBezTo>
                <a:lnTo>
                  <a:pt x="1200" y="6237"/>
                </a:lnTo>
                <a:cubicBezTo>
                  <a:pt x="1212" y="6225"/>
                  <a:pt x="1224" y="6213"/>
                  <a:pt x="1235" y="6201"/>
                </a:cubicBezTo>
                <a:cubicBezTo>
                  <a:pt x="1159" y="6143"/>
                  <a:pt x="1110" y="6084"/>
                  <a:pt x="1088" y="6034"/>
                </a:cubicBezTo>
                <a:cubicBezTo>
                  <a:pt x="1066" y="5985"/>
                  <a:pt x="1066" y="5946"/>
                  <a:pt x="1076" y="5912"/>
                </a:cubicBezTo>
                <a:cubicBezTo>
                  <a:pt x="1087" y="5879"/>
                  <a:pt x="1112" y="5849"/>
                  <a:pt x="1144" y="5830"/>
                </a:cubicBezTo>
                <a:cubicBezTo>
                  <a:pt x="1177" y="5812"/>
                  <a:pt x="1215" y="5802"/>
                  <a:pt x="1274" y="5806"/>
                </a:cubicBezTo>
                <a:cubicBezTo>
                  <a:pt x="1304" y="5809"/>
                  <a:pt x="1337" y="5813"/>
                  <a:pt x="1375" y="5827"/>
                </a:cubicBezTo>
                <a:cubicBezTo>
                  <a:pt x="1413" y="5840"/>
                  <a:pt x="1452" y="5854"/>
                  <a:pt x="1490" y="5866"/>
                </a:cubicBezTo>
                <a:cubicBezTo>
                  <a:pt x="1532" y="5880"/>
                  <a:pt x="1573" y="5892"/>
                  <a:pt x="1614" y="5906"/>
                </a:cubicBezTo>
                <a:cubicBezTo>
                  <a:pt x="1783" y="5958"/>
                  <a:pt x="1954" y="6002"/>
                  <a:pt x="2126" y="6039"/>
                </a:cubicBezTo>
                <a:cubicBezTo>
                  <a:pt x="2469" y="6113"/>
                  <a:pt x="2817" y="6157"/>
                  <a:pt x="3166" y="6173"/>
                </a:cubicBezTo>
                <a:cubicBezTo>
                  <a:pt x="4564" y="6236"/>
                  <a:pt x="5943" y="5861"/>
                  <a:pt x="7166" y="5228"/>
                </a:cubicBezTo>
                <a:cubicBezTo>
                  <a:pt x="8399" y="4590"/>
                  <a:pt x="9395" y="3609"/>
                  <a:pt x="9989" y="2465"/>
                </a:cubicBezTo>
                <a:cubicBezTo>
                  <a:pt x="10138" y="2179"/>
                  <a:pt x="10261" y="1883"/>
                  <a:pt x="10360" y="1581"/>
                </a:cubicBezTo>
                <a:cubicBezTo>
                  <a:pt x="10410" y="1429"/>
                  <a:pt x="10452" y="1280"/>
                  <a:pt x="10490" y="1123"/>
                </a:cubicBezTo>
                <a:cubicBezTo>
                  <a:pt x="10494" y="1105"/>
                  <a:pt x="10499" y="1087"/>
                  <a:pt x="10504" y="1069"/>
                </a:cubicBezTo>
                <a:cubicBezTo>
                  <a:pt x="10505" y="1064"/>
                  <a:pt x="10506" y="1059"/>
                  <a:pt x="10508" y="1054"/>
                </a:cubicBezTo>
                <a:cubicBezTo>
                  <a:pt x="10508" y="1051"/>
                  <a:pt x="10509" y="1048"/>
                  <a:pt x="10510" y="1045"/>
                </a:cubicBezTo>
                <a:cubicBezTo>
                  <a:pt x="10513" y="1036"/>
                  <a:pt x="10516" y="1028"/>
                  <a:pt x="10519" y="1021"/>
                </a:cubicBezTo>
                <a:cubicBezTo>
                  <a:pt x="10527" y="1008"/>
                  <a:pt x="10534" y="999"/>
                  <a:pt x="10547" y="989"/>
                </a:cubicBezTo>
                <a:cubicBezTo>
                  <a:pt x="10570" y="968"/>
                  <a:pt x="10623" y="945"/>
                  <a:pt x="10690" y="939"/>
                </a:cubicBezTo>
                <a:close/>
              </a:path>
            </a:pathLst>
          </a:custGeom>
          <a:solidFill>
            <a:schemeClr val="tx1"/>
          </a:solidFill>
          <a:ln w="12700">
            <a:miter lim="400000"/>
          </a:ln>
        </p:spPr>
        <p:txBody>
          <a:bodyPr lIns="19050" tIns="19050" rIns="19050" bIns="19050" anchor="ctr"/>
          <a:lstStyle/>
          <a:p>
            <a:pPr algn="ctr">
              <a:defRPr sz="3200" cap="none">
                <a:solidFill>
                  <a:srgbClr val="FFFFFF"/>
                </a:solidFill>
                <a:latin typeface="+mn-lt"/>
                <a:ea typeface="+mn-ea"/>
                <a:cs typeface="+mn-cs"/>
                <a:sym typeface="Helvetica Light"/>
              </a:defRPr>
            </a:pPr>
            <a:endParaRPr sz="1600"/>
          </a:p>
        </p:txBody>
      </p:sp>
      <p:sp>
        <p:nvSpPr>
          <p:cNvPr id="15" name="TextBox 14">
            <a:extLst>
              <a:ext uri="{FF2B5EF4-FFF2-40B4-BE49-F238E27FC236}">
                <a16:creationId xmlns:a16="http://schemas.microsoft.com/office/drawing/2014/main" id="{3859748F-14E7-D078-BEF7-BFD129AD24D3}"/>
              </a:ext>
            </a:extLst>
          </p:cNvPr>
          <p:cNvSpPr txBox="1"/>
          <p:nvPr/>
        </p:nvSpPr>
        <p:spPr>
          <a:xfrm>
            <a:off x="1025019" y="1789063"/>
            <a:ext cx="3339991" cy="605615"/>
          </a:xfrm>
          <a:prstGeom prst="rect">
            <a:avLst/>
          </a:prstGeom>
          <a:noFill/>
        </p:spPr>
        <p:txBody>
          <a:bodyPr wrap="square">
            <a:spAutoFit/>
          </a:bodyPr>
          <a:lstStyle/>
          <a:p>
            <a:pPr lvl="0">
              <a:lnSpc>
                <a:spcPct val="115000"/>
              </a:lnSpc>
              <a:spcAft>
                <a:spcPts val="800"/>
              </a:spcAft>
              <a:tabLst>
                <a:tab pos="457200" algn="l"/>
              </a:tabLst>
            </a:pPr>
            <a:r>
              <a:rPr lang="en-US" sz="1000" kern="100">
                <a:effectLst/>
                <a:latin typeface="Verdana" panose="020B0604030504040204" pitchFamily="34" charset="0"/>
                <a:ea typeface="Verdana" panose="020B0604030504040204" pitchFamily="34" charset="0"/>
                <a:cs typeface="Times New Roman" panose="02020603050405020304" pitchFamily="18" charset="0"/>
              </a:rPr>
              <a:t>Starts low and scales with maturity, tracked through increasing agent-to-human task ratios and deeper automation across processes.</a:t>
            </a:r>
            <a:endParaRPr lang="en-IN" sz="1000" kern="100">
              <a:effectLst/>
              <a:latin typeface="Verdana" panose="020B0604030504040204" pitchFamily="34" charset="0"/>
              <a:ea typeface="Verdana" panose="020B0604030504040204" pitchFamily="34" charset="0"/>
              <a:cs typeface="Times New Roman" panose="02020603050405020304" pitchFamily="18" charset="0"/>
            </a:endParaRPr>
          </a:p>
        </p:txBody>
      </p:sp>
      <p:sp>
        <p:nvSpPr>
          <p:cNvPr id="16" name="TextBox 15">
            <a:extLst>
              <a:ext uri="{FF2B5EF4-FFF2-40B4-BE49-F238E27FC236}">
                <a16:creationId xmlns:a16="http://schemas.microsoft.com/office/drawing/2014/main" id="{C2EFB8B4-78C4-E9EE-F1A7-F5856BC2CF0B}"/>
              </a:ext>
            </a:extLst>
          </p:cNvPr>
          <p:cNvSpPr txBox="1"/>
          <p:nvPr/>
        </p:nvSpPr>
        <p:spPr>
          <a:xfrm>
            <a:off x="1025019" y="1359475"/>
            <a:ext cx="3145781" cy="276999"/>
          </a:xfrm>
          <a:prstGeom prst="rect">
            <a:avLst/>
          </a:prstGeom>
          <a:noFill/>
        </p:spPr>
        <p:txBody>
          <a:bodyPr wrap="square">
            <a:spAutoFit/>
          </a:bodyPr>
          <a:lstStyle/>
          <a:p>
            <a:r>
              <a:rPr lang="en-IN" sz="1200" b="1" kern="100">
                <a:effectLst/>
                <a:latin typeface="Verdana" panose="020B0604030504040204" pitchFamily="34" charset="0"/>
                <a:ea typeface="Verdana" panose="020B0604030504040204" pitchFamily="34" charset="0"/>
                <a:cs typeface="Times New Roman" panose="02020603050405020304" pitchFamily="18" charset="0"/>
              </a:rPr>
              <a:t>Digital Worker Quotient</a:t>
            </a:r>
            <a:endParaRPr lang="en-IN" sz="1200">
              <a:latin typeface="Verdana" panose="020B0604030504040204" pitchFamily="34" charset="0"/>
              <a:ea typeface="Verdana" panose="020B0604030504040204" pitchFamily="34" charset="0"/>
            </a:endParaRPr>
          </a:p>
        </p:txBody>
      </p:sp>
      <p:sp>
        <p:nvSpPr>
          <p:cNvPr id="17" name="TextBox 16">
            <a:extLst>
              <a:ext uri="{FF2B5EF4-FFF2-40B4-BE49-F238E27FC236}">
                <a16:creationId xmlns:a16="http://schemas.microsoft.com/office/drawing/2014/main" id="{DFC036A2-79A6-E034-7708-BCE388C1F3A2}"/>
              </a:ext>
            </a:extLst>
          </p:cNvPr>
          <p:cNvSpPr txBox="1"/>
          <p:nvPr/>
        </p:nvSpPr>
        <p:spPr>
          <a:xfrm>
            <a:off x="383362" y="3563432"/>
            <a:ext cx="3339991" cy="782587"/>
          </a:xfrm>
          <a:prstGeom prst="rect">
            <a:avLst/>
          </a:prstGeom>
          <a:noFill/>
        </p:spPr>
        <p:txBody>
          <a:bodyPr wrap="square">
            <a:spAutoFit/>
          </a:bodyPr>
          <a:lstStyle/>
          <a:p>
            <a:pPr lvl="0">
              <a:lnSpc>
                <a:spcPct val="115000"/>
              </a:lnSpc>
              <a:spcAft>
                <a:spcPts val="800"/>
              </a:spcAft>
              <a:tabLst>
                <a:tab pos="457200" algn="l"/>
              </a:tabLst>
            </a:pPr>
            <a:r>
              <a:rPr lang="en-US" sz="1000" kern="100">
                <a:latin typeface="Verdana" panose="020B0604030504040204" pitchFamily="34" charset="0"/>
                <a:ea typeface="Verdana" panose="020B0604030504040204" pitchFamily="34" charset="0"/>
                <a:cs typeface="Times New Roman" panose="02020603050405020304" pitchFamily="18" charset="0"/>
              </a:rPr>
              <a:t>Targeted upskilling in prompt design, oversight, and human-agent collaboration. Developing AI-literate roles and embedding human-in-the-loop best practices</a:t>
            </a:r>
            <a:endParaRPr lang="en-IN" sz="1000" kern="100">
              <a:effectLst/>
              <a:latin typeface="Verdana" panose="020B0604030504040204" pitchFamily="34" charset="0"/>
              <a:ea typeface="Verdana" panose="020B0604030504040204" pitchFamily="34" charset="0"/>
              <a:cs typeface="Times New Roman" panose="02020603050405020304" pitchFamily="18" charset="0"/>
            </a:endParaRPr>
          </a:p>
        </p:txBody>
      </p:sp>
      <p:sp>
        <p:nvSpPr>
          <p:cNvPr id="18" name="TextBox 17">
            <a:extLst>
              <a:ext uri="{FF2B5EF4-FFF2-40B4-BE49-F238E27FC236}">
                <a16:creationId xmlns:a16="http://schemas.microsoft.com/office/drawing/2014/main" id="{F05B091C-4E5F-FF56-50B6-4E287849C988}"/>
              </a:ext>
            </a:extLst>
          </p:cNvPr>
          <p:cNvSpPr txBox="1"/>
          <p:nvPr/>
        </p:nvSpPr>
        <p:spPr>
          <a:xfrm>
            <a:off x="371875" y="3035875"/>
            <a:ext cx="3145781" cy="276999"/>
          </a:xfrm>
          <a:prstGeom prst="rect">
            <a:avLst/>
          </a:prstGeom>
          <a:noFill/>
        </p:spPr>
        <p:txBody>
          <a:bodyPr wrap="square">
            <a:spAutoFit/>
          </a:bodyPr>
          <a:lstStyle/>
          <a:p>
            <a:r>
              <a:rPr lang="en-IN" sz="1200" b="1" kern="100">
                <a:latin typeface="Verdana" panose="020B0604030504040204" pitchFamily="34" charset="0"/>
                <a:ea typeface="Verdana" panose="020B0604030504040204" pitchFamily="34" charset="0"/>
                <a:cs typeface="Times New Roman" panose="02020603050405020304" pitchFamily="18" charset="0"/>
              </a:rPr>
              <a:t>Agentic AI Competent Workforce</a:t>
            </a:r>
            <a:endParaRPr lang="en-IN" sz="1200">
              <a:latin typeface="Verdana" panose="020B0604030504040204" pitchFamily="34" charset="0"/>
              <a:ea typeface="Verdana" panose="020B0604030504040204" pitchFamily="34" charset="0"/>
            </a:endParaRPr>
          </a:p>
        </p:txBody>
      </p:sp>
      <p:sp>
        <p:nvSpPr>
          <p:cNvPr id="19" name="TextBox 18">
            <a:extLst>
              <a:ext uri="{FF2B5EF4-FFF2-40B4-BE49-F238E27FC236}">
                <a16:creationId xmlns:a16="http://schemas.microsoft.com/office/drawing/2014/main" id="{FD93D70B-0F87-8051-D0C7-3297A8B8CFAB}"/>
              </a:ext>
            </a:extLst>
          </p:cNvPr>
          <p:cNvSpPr txBox="1"/>
          <p:nvPr/>
        </p:nvSpPr>
        <p:spPr>
          <a:xfrm>
            <a:off x="1025019" y="5130398"/>
            <a:ext cx="3339991" cy="959558"/>
          </a:xfrm>
          <a:prstGeom prst="rect">
            <a:avLst/>
          </a:prstGeom>
          <a:noFill/>
        </p:spPr>
        <p:txBody>
          <a:bodyPr wrap="square">
            <a:spAutoFit/>
          </a:bodyPr>
          <a:lstStyle/>
          <a:p>
            <a:pPr lvl="0">
              <a:lnSpc>
                <a:spcPct val="115000"/>
              </a:lnSpc>
              <a:spcAft>
                <a:spcPts val="800"/>
              </a:spcAft>
              <a:tabLst>
                <a:tab pos="457200" algn="l"/>
              </a:tabLst>
            </a:pPr>
            <a:r>
              <a:rPr lang="en-US" sz="1000" kern="100">
                <a:latin typeface="Verdana" panose="020B0604030504040204" pitchFamily="34" charset="0"/>
                <a:ea typeface="Verdana" panose="020B0604030504040204" pitchFamily="34" charset="0"/>
                <a:cs typeface="Times New Roman" panose="02020603050405020304" pitchFamily="18" charset="0"/>
              </a:rPr>
              <a:t>Developing co-creative models where agents act as autonomous peers. Pair Programming to Peer Programming: Transition from human-agent collaboration (pair) to agent-agent and agent-human co-creation (peer).</a:t>
            </a:r>
            <a:endParaRPr lang="en-IN" sz="1000" kern="100">
              <a:effectLst/>
              <a:latin typeface="Verdana" panose="020B0604030504040204" pitchFamily="34" charset="0"/>
              <a:ea typeface="Verdana" panose="020B0604030504040204" pitchFamily="34" charset="0"/>
              <a:cs typeface="Times New Roman" panose="02020603050405020304" pitchFamily="18" charset="0"/>
            </a:endParaRPr>
          </a:p>
        </p:txBody>
      </p:sp>
      <p:sp>
        <p:nvSpPr>
          <p:cNvPr id="20" name="TextBox 19">
            <a:extLst>
              <a:ext uri="{FF2B5EF4-FFF2-40B4-BE49-F238E27FC236}">
                <a16:creationId xmlns:a16="http://schemas.microsoft.com/office/drawing/2014/main" id="{2B9F5D96-0DC1-3DAD-2768-AA3E691D35CA}"/>
              </a:ext>
            </a:extLst>
          </p:cNvPr>
          <p:cNvSpPr txBox="1"/>
          <p:nvPr/>
        </p:nvSpPr>
        <p:spPr>
          <a:xfrm>
            <a:off x="1025019" y="4668733"/>
            <a:ext cx="3145781" cy="276999"/>
          </a:xfrm>
          <a:prstGeom prst="rect">
            <a:avLst/>
          </a:prstGeom>
          <a:noFill/>
        </p:spPr>
        <p:txBody>
          <a:bodyPr wrap="square">
            <a:spAutoFit/>
          </a:bodyPr>
          <a:lstStyle/>
          <a:p>
            <a:r>
              <a:rPr lang="en-IN" sz="1200" b="1">
                <a:solidFill>
                  <a:schemeClr val="accent5"/>
                </a:solidFill>
                <a:latin typeface="Verdana" panose="020B0604030504040204" pitchFamily="34" charset="0"/>
                <a:ea typeface="Verdana" panose="020B0604030504040204" pitchFamily="34" charset="0"/>
              </a:rPr>
              <a:t>Parallelism</a:t>
            </a:r>
            <a:endParaRPr lang="en-IN" sz="1200">
              <a:solidFill>
                <a:schemeClr val="accent5"/>
              </a:solidFill>
              <a:latin typeface="Verdana" panose="020B0604030504040204" pitchFamily="34" charset="0"/>
              <a:ea typeface="Verdana" panose="020B0604030504040204" pitchFamily="34" charset="0"/>
            </a:endParaRPr>
          </a:p>
        </p:txBody>
      </p:sp>
      <p:sp>
        <p:nvSpPr>
          <p:cNvPr id="21" name="TextBox 20">
            <a:extLst>
              <a:ext uri="{FF2B5EF4-FFF2-40B4-BE49-F238E27FC236}">
                <a16:creationId xmlns:a16="http://schemas.microsoft.com/office/drawing/2014/main" id="{2022DA4A-D937-2658-C53C-4B6D1AADE245}"/>
              </a:ext>
            </a:extLst>
          </p:cNvPr>
          <p:cNvSpPr txBox="1"/>
          <p:nvPr/>
        </p:nvSpPr>
        <p:spPr>
          <a:xfrm>
            <a:off x="8002753" y="1756409"/>
            <a:ext cx="3339991" cy="605615"/>
          </a:xfrm>
          <a:prstGeom prst="rect">
            <a:avLst/>
          </a:prstGeom>
          <a:noFill/>
        </p:spPr>
        <p:txBody>
          <a:bodyPr wrap="square">
            <a:spAutoFit/>
          </a:bodyPr>
          <a:lstStyle/>
          <a:p>
            <a:pPr>
              <a:lnSpc>
                <a:spcPct val="115000"/>
              </a:lnSpc>
              <a:spcAft>
                <a:spcPts val="800"/>
              </a:spcAft>
              <a:tabLst>
                <a:tab pos="457200" algn="l"/>
              </a:tabLst>
            </a:pPr>
            <a:r>
              <a:rPr lang="en-US" sz="1000" kern="100">
                <a:latin typeface="Verdana" panose="020B0604030504040204" pitchFamily="34" charset="0"/>
                <a:ea typeface="Verdana" panose="020B0604030504040204" pitchFamily="34" charset="0"/>
                <a:cs typeface="Times New Roman" panose="02020603050405020304" pitchFamily="18" charset="0"/>
              </a:rPr>
              <a:t>Regular evaluation and fine-tuning of agents based on task success rates, speed, and adaptability</a:t>
            </a:r>
            <a:endParaRPr lang="en-IN" sz="1000" kern="100">
              <a:effectLst/>
              <a:latin typeface="Verdana" panose="020B0604030504040204" pitchFamily="34" charset="0"/>
              <a:ea typeface="Verdana" panose="020B0604030504040204" pitchFamily="34" charset="0"/>
              <a:cs typeface="Times New Roman" panose="02020603050405020304" pitchFamily="18" charset="0"/>
            </a:endParaRPr>
          </a:p>
        </p:txBody>
      </p:sp>
      <p:sp>
        <p:nvSpPr>
          <p:cNvPr id="22" name="TextBox 21">
            <a:extLst>
              <a:ext uri="{FF2B5EF4-FFF2-40B4-BE49-F238E27FC236}">
                <a16:creationId xmlns:a16="http://schemas.microsoft.com/office/drawing/2014/main" id="{7A3C024A-7C27-DE8B-4C21-49474EB193BE}"/>
              </a:ext>
            </a:extLst>
          </p:cNvPr>
          <p:cNvSpPr txBox="1"/>
          <p:nvPr/>
        </p:nvSpPr>
        <p:spPr>
          <a:xfrm>
            <a:off x="8002753" y="1261506"/>
            <a:ext cx="3145781" cy="461665"/>
          </a:xfrm>
          <a:prstGeom prst="rect">
            <a:avLst/>
          </a:prstGeom>
          <a:noFill/>
        </p:spPr>
        <p:txBody>
          <a:bodyPr wrap="square">
            <a:spAutoFit/>
          </a:bodyPr>
          <a:lstStyle/>
          <a:p>
            <a:r>
              <a:rPr lang="en-IN" sz="1200" b="1" kern="100">
                <a:latin typeface="Verdana" panose="020B0604030504040204" pitchFamily="34" charset="0"/>
                <a:ea typeface="Verdana" panose="020B0604030504040204" pitchFamily="34" charset="0"/>
                <a:cs typeface="Times New Roman" panose="02020603050405020304" pitchFamily="18" charset="0"/>
              </a:rPr>
              <a:t>Continuous Improvement in Agent Efficacy &amp; Efficiency</a:t>
            </a:r>
            <a:endParaRPr lang="en-IN" sz="1200">
              <a:latin typeface="Verdana" panose="020B0604030504040204" pitchFamily="34" charset="0"/>
              <a:ea typeface="Verdana" panose="020B0604030504040204" pitchFamily="34" charset="0"/>
            </a:endParaRPr>
          </a:p>
        </p:txBody>
      </p:sp>
      <p:sp>
        <p:nvSpPr>
          <p:cNvPr id="23" name="TextBox 22">
            <a:extLst>
              <a:ext uri="{FF2B5EF4-FFF2-40B4-BE49-F238E27FC236}">
                <a16:creationId xmlns:a16="http://schemas.microsoft.com/office/drawing/2014/main" id="{79E30226-4023-CC39-B3E6-6031A9EE13CA}"/>
              </a:ext>
            </a:extLst>
          </p:cNvPr>
          <p:cNvSpPr txBox="1"/>
          <p:nvPr/>
        </p:nvSpPr>
        <p:spPr>
          <a:xfrm>
            <a:off x="8885096" y="3411036"/>
            <a:ext cx="3339991" cy="605550"/>
          </a:xfrm>
          <a:prstGeom prst="rect">
            <a:avLst/>
          </a:prstGeom>
          <a:noFill/>
        </p:spPr>
        <p:txBody>
          <a:bodyPr wrap="square">
            <a:spAutoFit/>
          </a:bodyPr>
          <a:lstStyle/>
          <a:p>
            <a:pPr lvl="0">
              <a:lnSpc>
                <a:spcPct val="115000"/>
              </a:lnSpc>
              <a:spcAft>
                <a:spcPts val="800"/>
              </a:spcAft>
              <a:tabLst>
                <a:tab pos="457200" algn="l"/>
              </a:tabLst>
            </a:pPr>
            <a:r>
              <a:rPr lang="en-IN" sz="1000" kern="100" dirty="0">
                <a:latin typeface="Verdana" panose="020B0604030504040204" pitchFamily="34" charset="0"/>
                <a:ea typeface="Verdana" panose="020B0604030504040204" pitchFamily="34" charset="0"/>
                <a:cs typeface="Times New Roman" panose="02020603050405020304" pitchFamily="18" charset="0"/>
              </a:rPr>
              <a:t>Structured Agent Onboarding, Performance Monitoring and Management and Agent Offboarding</a:t>
            </a:r>
            <a:endParaRPr lang="en-IN" sz="1000" kern="100" dirty="0">
              <a:effectLst/>
              <a:latin typeface="Verdana" panose="020B0604030504040204" pitchFamily="34" charset="0"/>
              <a:ea typeface="Verdana" panose="020B0604030504040204" pitchFamily="34" charset="0"/>
              <a:cs typeface="Times New Roman" panose="02020603050405020304" pitchFamily="18" charset="0"/>
            </a:endParaRPr>
          </a:p>
        </p:txBody>
      </p:sp>
      <p:sp>
        <p:nvSpPr>
          <p:cNvPr id="24" name="TextBox 23">
            <a:extLst>
              <a:ext uri="{FF2B5EF4-FFF2-40B4-BE49-F238E27FC236}">
                <a16:creationId xmlns:a16="http://schemas.microsoft.com/office/drawing/2014/main" id="{A5B2FE4F-B43B-EFA5-9F96-865ABACBB351}"/>
              </a:ext>
            </a:extLst>
          </p:cNvPr>
          <p:cNvSpPr txBox="1"/>
          <p:nvPr/>
        </p:nvSpPr>
        <p:spPr>
          <a:xfrm>
            <a:off x="8873609" y="2937906"/>
            <a:ext cx="3145781" cy="276999"/>
          </a:xfrm>
          <a:prstGeom prst="rect">
            <a:avLst/>
          </a:prstGeom>
          <a:noFill/>
        </p:spPr>
        <p:txBody>
          <a:bodyPr wrap="square">
            <a:spAutoFit/>
          </a:bodyPr>
          <a:lstStyle/>
          <a:p>
            <a:r>
              <a:rPr lang="en-IN" sz="1200" b="1" kern="100">
                <a:solidFill>
                  <a:schemeClr val="accent2"/>
                </a:solidFill>
                <a:latin typeface="Verdana" panose="020B0604030504040204" pitchFamily="34" charset="0"/>
                <a:ea typeface="Verdana" panose="020B0604030504040204" pitchFamily="34" charset="0"/>
                <a:cs typeface="Times New Roman" panose="02020603050405020304" pitchFamily="18" charset="0"/>
              </a:rPr>
              <a:t>Agent Lifecycle Management</a:t>
            </a:r>
          </a:p>
        </p:txBody>
      </p:sp>
      <p:sp>
        <p:nvSpPr>
          <p:cNvPr id="25" name="TextBox 24">
            <a:extLst>
              <a:ext uri="{FF2B5EF4-FFF2-40B4-BE49-F238E27FC236}">
                <a16:creationId xmlns:a16="http://schemas.microsoft.com/office/drawing/2014/main" id="{0501C491-8571-067D-85DE-0BD6D253D218}"/>
              </a:ext>
            </a:extLst>
          </p:cNvPr>
          <p:cNvSpPr txBox="1"/>
          <p:nvPr/>
        </p:nvSpPr>
        <p:spPr>
          <a:xfrm>
            <a:off x="8002753" y="5043893"/>
            <a:ext cx="3339991" cy="428643"/>
          </a:xfrm>
          <a:prstGeom prst="rect">
            <a:avLst/>
          </a:prstGeom>
          <a:noFill/>
        </p:spPr>
        <p:txBody>
          <a:bodyPr wrap="square">
            <a:spAutoFit/>
          </a:bodyPr>
          <a:lstStyle/>
          <a:p>
            <a:pPr lvl="0">
              <a:lnSpc>
                <a:spcPct val="115000"/>
              </a:lnSpc>
              <a:spcAft>
                <a:spcPts val="800"/>
              </a:spcAft>
              <a:tabLst>
                <a:tab pos="457200" algn="l"/>
              </a:tabLst>
            </a:pPr>
            <a:r>
              <a:rPr lang="en-US" sz="1000" kern="100">
                <a:latin typeface="Verdana" panose="020B0604030504040204" pitchFamily="34" charset="0"/>
                <a:ea typeface="Verdana" panose="020B0604030504040204" pitchFamily="34" charset="0"/>
                <a:cs typeface="Times New Roman" panose="02020603050405020304" pitchFamily="18" charset="0"/>
              </a:rPr>
              <a:t>Establishing Integrated Governance, Security, and Compliance. </a:t>
            </a:r>
            <a:endParaRPr lang="en-IN" sz="1000" kern="100">
              <a:effectLst/>
              <a:latin typeface="Verdana" panose="020B0604030504040204" pitchFamily="34" charset="0"/>
              <a:ea typeface="Verdana" panose="020B0604030504040204" pitchFamily="34" charset="0"/>
              <a:cs typeface="Times New Roman" panose="02020603050405020304" pitchFamily="18" charset="0"/>
            </a:endParaRPr>
          </a:p>
        </p:txBody>
      </p:sp>
      <p:sp>
        <p:nvSpPr>
          <p:cNvPr id="26" name="TextBox 25">
            <a:extLst>
              <a:ext uri="{FF2B5EF4-FFF2-40B4-BE49-F238E27FC236}">
                <a16:creationId xmlns:a16="http://schemas.microsoft.com/office/drawing/2014/main" id="{1B78C683-95C9-2A3B-4CB3-7766FC671FE2}"/>
              </a:ext>
            </a:extLst>
          </p:cNvPr>
          <p:cNvSpPr txBox="1"/>
          <p:nvPr/>
        </p:nvSpPr>
        <p:spPr>
          <a:xfrm>
            <a:off x="8002753" y="4570764"/>
            <a:ext cx="3145781" cy="276999"/>
          </a:xfrm>
          <a:prstGeom prst="rect">
            <a:avLst/>
          </a:prstGeom>
          <a:noFill/>
        </p:spPr>
        <p:txBody>
          <a:bodyPr wrap="square">
            <a:spAutoFit/>
          </a:bodyPr>
          <a:lstStyle/>
          <a:p>
            <a:r>
              <a:rPr lang="en-IN" sz="1200" b="1" kern="100">
                <a:solidFill>
                  <a:schemeClr val="accent4"/>
                </a:solidFill>
                <a:latin typeface="Verdana" panose="020B0604030504040204" pitchFamily="34" charset="0"/>
                <a:ea typeface="Verdana" panose="020B0604030504040204" pitchFamily="34" charset="0"/>
                <a:cs typeface="Times New Roman" panose="02020603050405020304" pitchFamily="18" charset="0"/>
              </a:rPr>
              <a:t>Robust Governance Framework</a:t>
            </a:r>
            <a:endParaRPr lang="en-IN" sz="1200">
              <a:solidFill>
                <a:schemeClr val="accent4"/>
              </a:solidFill>
              <a:latin typeface="Verdana" panose="020B0604030504040204" pitchFamily="34" charset="0"/>
              <a:ea typeface="Verdana" panose="020B0604030504040204" pitchFamily="34" charset="0"/>
            </a:endParaRPr>
          </a:p>
        </p:txBody>
      </p:sp>
      <p:pic>
        <p:nvPicPr>
          <p:cNvPr id="28" name="Picture 6" descr="Optimization White Icons – Free ...">
            <a:extLst>
              <a:ext uri="{FF2B5EF4-FFF2-40B4-BE49-F238E27FC236}">
                <a16:creationId xmlns:a16="http://schemas.microsoft.com/office/drawing/2014/main" id="{AC277465-B33E-C88A-3902-BAD2C6821909}"/>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6222" b="96000" l="3556" r="94667">
                        <a14:foregroundMark x1="11556" y1="68444" x2="14222" y2="75556"/>
                        <a14:foregroundMark x1="4444" y1="73333" x2="3556" y2="71556"/>
                        <a14:foregroundMark x1="19556" y1="88000" x2="28444" y2="86222"/>
                        <a14:foregroundMark x1="39111" y1="92444" x2="36444" y2="96000"/>
                        <a14:foregroundMark x1="16444" y1="37333" x2="14222" y2="31556"/>
                        <a14:foregroundMark x1="76444" y1="13333" x2="82222" y2="16889"/>
                        <a14:foregroundMark x1="84889" y1="63111" x2="85333" y2="72000"/>
                        <a14:foregroundMark x1="93778" y1="27556" x2="94667" y2="32444"/>
                        <a14:foregroundMark x1="62222" y1="6667" x2="62667" y2="6222"/>
                      </a14:backgroundRemoval>
                    </a14:imgEffect>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6750647" y="1868261"/>
            <a:ext cx="436305" cy="436305"/>
          </a:xfrm>
          <a:prstGeom prst="rect">
            <a:avLst/>
          </a:prstGeom>
          <a:noFill/>
          <a:extLst>
            <a:ext uri="{909E8E84-426E-40DD-AFC4-6F175D3DCCD1}">
              <a14:hiddenFill xmlns:a14="http://schemas.microsoft.com/office/drawing/2010/main">
                <a:solidFill>
                  <a:srgbClr val="FFFFFF"/>
                </a:solidFill>
              </a14:hiddenFill>
            </a:ext>
          </a:extLst>
        </p:spPr>
      </p:pic>
      <p:sp>
        <p:nvSpPr>
          <p:cNvPr id="29" name="Shape 1655">
            <a:extLst>
              <a:ext uri="{FF2B5EF4-FFF2-40B4-BE49-F238E27FC236}">
                <a16:creationId xmlns:a16="http://schemas.microsoft.com/office/drawing/2014/main" id="{353DA737-07D7-1B4F-C092-22855F988898}"/>
              </a:ext>
            </a:extLst>
          </p:cNvPr>
          <p:cNvSpPr/>
          <p:nvPr/>
        </p:nvSpPr>
        <p:spPr>
          <a:xfrm>
            <a:off x="7676896" y="3455604"/>
            <a:ext cx="352478" cy="372641"/>
          </a:xfrm>
          <a:custGeom>
            <a:avLst/>
            <a:gdLst/>
            <a:ahLst/>
            <a:cxnLst>
              <a:cxn ang="0">
                <a:pos x="wd2" y="hd2"/>
              </a:cxn>
              <a:cxn ang="5400000">
                <a:pos x="wd2" y="hd2"/>
              </a:cxn>
              <a:cxn ang="10800000">
                <a:pos x="wd2" y="hd2"/>
              </a:cxn>
              <a:cxn ang="16200000">
                <a:pos x="wd2" y="hd2"/>
              </a:cxn>
            </a:cxnLst>
            <a:rect l="0" t="0" r="r" b="b"/>
            <a:pathLst>
              <a:path w="21446" h="21471" extrusionOk="0">
                <a:moveTo>
                  <a:pt x="2905" y="19280"/>
                </a:moveTo>
                <a:cubicBezTo>
                  <a:pt x="2681" y="19534"/>
                  <a:pt x="2681" y="19946"/>
                  <a:pt x="2905" y="20199"/>
                </a:cubicBezTo>
                <a:lnTo>
                  <a:pt x="3929" y="21326"/>
                </a:lnTo>
                <a:cubicBezTo>
                  <a:pt x="4153" y="21579"/>
                  <a:pt x="4509" y="21473"/>
                  <a:pt x="4733" y="21219"/>
                </a:cubicBezTo>
                <a:lnTo>
                  <a:pt x="10016" y="15374"/>
                </a:lnTo>
                <a:lnTo>
                  <a:pt x="8398" y="13297"/>
                </a:lnTo>
                <a:cubicBezTo>
                  <a:pt x="8398" y="13297"/>
                  <a:pt x="2905" y="19280"/>
                  <a:pt x="2905" y="19280"/>
                </a:cubicBezTo>
                <a:close/>
                <a:moveTo>
                  <a:pt x="21385" y="2725"/>
                </a:moveTo>
                <a:cubicBezTo>
                  <a:pt x="21305" y="2126"/>
                  <a:pt x="21030" y="2251"/>
                  <a:pt x="20886" y="2504"/>
                </a:cubicBezTo>
                <a:cubicBezTo>
                  <a:pt x="20743" y="2760"/>
                  <a:pt x="20110" y="3839"/>
                  <a:pt x="19849" y="4329"/>
                </a:cubicBezTo>
                <a:cubicBezTo>
                  <a:pt x="19591" y="4814"/>
                  <a:pt x="18954" y="5772"/>
                  <a:pt x="17767" y="4826"/>
                </a:cubicBezTo>
                <a:cubicBezTo>
                  <a:pt x="16531" y="3843"/>
                  <a:pt x="16961" y="3157"/>
                  <a:pt x="17176" y="2696"/>
                </a:cubicBezTo>
                <a:cubicBezTo>
                  <a:pt x="17392" y="2232"/>
                  <a:pt x="18057" y="930"/>
                  <a:pt x="18152" y="769"/>
                </a:cubicBezTo>
                <a:cubicBezTo>
                  <a:pt x="18248" y="605"/>
                  <a:pt x="18137" y="130"/>
                  <a:pt x="17753" y="329"/>
                </a:cubicBezTo>
                <a:cubicBezTo>
                  <a:pt x="17369" y="528"/>
                  <a:pt x="15036" y="1571"/>
                  <a:pt x="14714" y="3068"/>
                </a:cubicBezTo>
                <a:cubicBezTo>
                  <a:pt x="14383" y="4589"/>
                  <a:pt x="14990" y="5950"/>
                  <a:pt x="13798" y="7301"/>
                </a:cubicBezTo>
                <a:lnTo>
                  <a:pt x="12352" y="8998"/>
                </a:lnTo>
                <a:lnTo>
                  <a:pt x="13805" y="10895"/>
                </a:lnTo>
                <a:lnTo>
                  <a:pt x="15586" y="8993"/>
                </a:lnTo>
                <a:cubicBezTo>
                  <a:pt x="16010" y="8513"/>
                  <a:pt x="16917" y="8046"/>
                  <a:pt x="17737" y="8257"/>
                </a:cubicBezTo>
                <a:cubicBezTo>
                  <a:pt x="19495" y="8705"/>
                  <a:pt x="20455" y="7962"/>
                  <a:pt x="21033" y="6733"/>
                </a:cubicBezTo>
                <a:cubicBezTo>
                  <a:pt x="21552" y="5635"/>
                  <a:pt x="21466" y="3323"/>
                  <a:pt x="21385" y="2725"/>
                </a:cubicBezTo>
                <a:close/>
                <a:moveTo>
                  <a:pt x="9478" y="7592"/>
                </a:moveTo>
                <a:cubicBezTo>
                  <a:pt x="9348" y="7424"/>
                  <a:pt x="9188" y="7419"/>
                  <a:pt x="9050" y="7557"/>
                </a:cubicBezTo>
                <a:lnTo>
                  <a:pt x="7506" y="9074"/>
                </a:lnTo>
                <a:cubicBezTo>
                  <a:pt x="7385" y="9195"/>
                  <a:pt x="7367" y="9417"/>
                  <a:pt x="7477" y="9559"/>
                </a:cubicBezTo>
                <a:lnTo>
                  <a:pt x="16407" y="20996"/>
                </a:lnTo>
                <a:cubicBezTo>
                  <a:pt x="16616" y="21266"/>
                  <a:pt x="16978" y="21294"/>
                  <a:pt x="17216" y="21060"/>
                </a:cubicBezTo>
                <a:lnTo>
                  <a:pt x="18260" y="20075"/>
                </a:lnTo>
                <a:cubicBezTo>
                  <a:pt x="18499" y="19839"/>
                  <a:pt x="18524" y="19429"/>
                  <a:pt x="18316" y="19157"/>
                </a:cubicBezTo>
                <a:cubicBezTo>
                  <a:pt x="18316" y="19157"/>
                  <a:pt x="9478" y="7592"/>
                  <a:pt x="9478" y="7592"/>
                </a:cubicBezTo>
                <a:close/>
                <a:moveTo>
                  <a:pt x="3332" y="6966"/>
                </a:moveTo>
                <a:cubicBezTo>
                  <a:pt x="4336" y="6087"/>
                  <a:pt x="5169" y="6693"/>
                  <a:pt x="6282" y="8142"/>
                </a:cubicBezTo>
                <a:cubicBezTo>
                  <a:pt x="6407" y="8306"/>
                  <a:pt x="6575" y="8115"/>
                  <a:pt x="6670" y="8021"/>
                </a:cubicBezTo>
                <a:cubicBezTo>
                  <a:pt x="6765" y="7927"/>
                  <a:pt x="8233" y="6440"/>
                  <a:pt x="8305" y="6372"/>
                </a:cubicBezTo>
                <a:cubicBezTo>
                  <a:pt x="8376" y="6300"/>
                  <a:pt x="8462" y="6167"/>
                  <a:pt x="8349" y="6018"/>
                </a:cubicBezTo>
                <a:cubicBezTo>
                  <a:pt x="8234" y="5869"/>
                  <a:pt x="7817" y="5261"/>
                  <a:pt x="7549" y="4866"/>
                </a:cubicBezTo>
                <a:cubicBezTo>
                  <a:pt x="5603" y="2000"/>
                  <a:pt x="12875" y="56"/>
                  <a:pt x="11758" y="26"/>
                </a:cubicBezTo>
                <a:cubicBezTo>
                  <a:pt x="11189" y="9"/>
                  <a:pt x="8909" y="-21"/>
                  <a:pt x="8568" y="21"/>
                </a:cubicBezTo>
                <a:cubicBezTo>
                  <a:pt x="7186" y="185"/>
                  <a:pt x="5452" y="1638"/>
                  <a:pt x="4579" y="2315"/>
                </a:cubicBezTo>
                <a:cubicBezTo>
                  <a:pt x="3436" y="3195"/>
                  <a:pt x="3010" y="3711"/>
                  <a:pt x="2940" y="3783"/>
                </a:cubicBezTo>
                <a:cubicBezTo>
                  <a:pt x="2617" y="4100"/>
                  <a:pt x="2888" y="4833"/>
                  <a:pt x="2302" y="5411"/>
                </a:cubicBezTo>
                <a:cubicBezTo>
                  <a:pt x="1683" y="6021"/>
                  <a:pt x="1297" y="5559"/>
                  <a:pt x="938" y="5913"/>
                </a:cubicBezTo>
                <a:cubicBezTo>
                  <a:pt x="761" y="6090"/>
                  <a:pt x="263" y="6509"/>
                  <a:pt x="121" y="6648"/>
                </a:cubicBezTo>
                <a:cubicBezTo>
                  <a:pt x="-22" y="6790"/>
                  <a:pt x="-48" y="7029"/>
                  <a:pt x="98" y="7219"/>
                </a:cubicBezTo>
                <a:cubicBezTo>
                  <a:pt x="98" y="7219"/>
                  <a:pt x="1459" y="8911"/>
                  <a:pt x="1573" y="9061"/>
                </a:cubicBezTo>
                <a:cubicBezTo>
                  <a:pt x="1686" y="9209"/>
                  <a:pt x="1995" y="9337"/>
                  <a:pt x="2184" y="9147"/>
                </a:cubicBezTo>
                <a:cubicBezTo>
                  <a:pt x="2375" y="8958"/>
                  <a:pt x="2865" y="8477"/>
                  <a:pt x="2946" y="8392"/>
                </a:cubicBezTo>
                <a:cubicBezTo>
                  <a:pt x="3030" y="8312"/>
                  <a:pt x="2892" y="7348"/>
                  <a:pt x="3332" y="6966"/>
                </a:cubicBezTo>
                <a:close/>
              </a:path>
            </a:pathLst>
          </a:custGeom>
          <a:solidFill>
            <a:srgbClr val="FFFFFF"/>
          </a:solidFill>
          <a:ln w="12700">
            <a:miter lim="400000"/>
          </a:ln>
        </p:spPr>
        <p:txBody>
          <a:bodyPr lIns="43656" tIns="43656" rIns="43656" bIns="43656" anchor="ctr"/>
          <a:lstStyle/>
          <a:p>
            <a:pPr algn="ctr">
              <a:defRPr sz="8000" cap="none">
                <a:solidFill>
                  <a:srgbClr val="53585F"/>
                </a:solidFill>
                <a:latin typeface="Open Sans"/>
                <a:ea typeface="Open Sans"/>
                <a:cs typeface="Open Sans"/>
                <a:sym typeface="Open Sans"/>
              </a:defRPr>
            </a:pPr>
            <a:endParaRPr/>
          </a:p>
        </p:txBody>
      </p:sp>
      <p:sp>
        <p:nvSpPr>
          <p:cNvPr id="30" name="Shape 255">
            <a:extLst>
              <a:ext uri="{FF2B5EF4-FFF2-40B4-BE49-F238E27FC236}">
                <a16:creationId xmlns:a16="http://schemas.microsoft.com/office/drawing/2014/main" id="{FEA5E16C-4AD5-B27D-3576-E38C2CB77941}"/>
              </a:ext>
            </a:extLst>
          </p:cNvPr>
          <p:cNvSpPr/>
          <p:nvPr/>
        </p:nvSpPr>
        <p:spPr>
          <a:xfrm>
            <a:off x="6806519" y="4938649"/>
            <a:ext cx="430699" cy="356593"/>
          </a:xfrm>
          <a:custGeom>
            <a:avLst/>
            <a:gdLst/>
            <a:ahLst/>
            <a:cxnLst>
              <a:cxn ang="0">
                <a:pos x="wd2" y="hd2"/>
              </a:cxn>
              <a:cxn ang="5400000">
                <a:pos x="wd2" y="hd2"/>
              </a:cxn>
              <a:cxn ang="10800000">
                <a:pos x="wd2" y="hd2"/>
              </a:cxn>
              <a:cxn ang="16200000">
                <a:pos x="wd2" y="hd2"/>
              </a:cxn>
            </a:cxnLst>
            <a:rect l="0" t="0" r="r" b="b"/>
            <a:pathLst>
              <a:path w="21600" h="21600" extrusionOk="0">
                <a:moveTo>
                  <a:pt x="11041" y="15188"/>
                </a:moveTo>
                <a:cubicBezTo>
                  <a:pt x="8905" y="14174"/>
                  <a:pt x="8222" y="13317"/>
                  <a:pt x="8222" y="11485"/>
                </a:cubicBezTo>
                <a:cubicBezTo>
                  <a:pt x="8222" y="10385"/>
                  <a:pt x="8875" y="10744"/>
                  <a:pt x="9161" y="8730"/>
                </a:cubicBezTo>
                <a:cubicBezTo>
                  <a:pt x="9279" y="7894"/>
                  <a:pt x="9855" y="8716"/>
                  <a:pt x="9966" y="6808"/>
                </a:cubicBezTo>
                <a:cubicBezTo>
                  <a:pt x="9966" y="6047"/>
                  <a:pt x="9651" y="5858"/>
                  <a:pt x="9651" y="5858"/>
                </a:cubicBezTo>
                <a:cubicBezTo>
                  <a:pt x="9651" y="5858"/>
                  <a:pt x="9811" y="4733"/>
                  <a:pt x="9873" y="3867"/>
                </a:cubicBezTo>
                <a:cubicBezTo>
                  <a:pt x="9951" y="2788"/>
                  <a:pt x="9396" y="0"/>
                  <a:pt x="6431" y="0"/>
                </a:cubicBezTo>
                <a:cubicBezTo>
                  <a:pt x="3466" y="0"/>
                  <a:pt x="2909" y="2788"/>
                  <a:pt x="2987" y="3867"/>
                </a:cubicBezTo>
                <a:cubicBezTo>
                  <a:pt x="3050" y="4733"/>
                  <a:pt x="3210" y="5858"/>
                  <a:pt x="3210" y="5858"/>
                </a:cubicBezTo>
                <a:cubicBezTo>
                  <a:pt x="3210" y="5858"/>
                  <a:pt x="2895" y="6047"/>
                  <a:pt x="2895" y="6808"/>
                </a:cubicBezTo>
                <a:cubicBezTo>
                  <a:pt x="3005" y="8716"/>
                  <a:pt x="3582" y="7894"/>
                  <a:pt x="3700" y="8730"/>
                </a:cubicBezTo>
                <a:cubicBezTo>
                  <a:pt x="3987" y="10744"/>
                  <a:pt x="4639" y="10385"/>
                  <a:pt x="4639" y="11485"/>
                </a:cubicBezTo>
                <a:cubicBezTo>
                  <a:pt x="4639" y="13317"/>
                  <a:pt x="3956" y="14174"/>
                  <a:pt x="1819" y="15188"/>
                </a:cubicBezTo>
                <a:cubicBezTo>
                  <a:pt x="1169" y="15497"/>
                  <a:pt x="0" y="15976"/>
                  <a:pt x="0" y="17129"/>
                </a:cubicBezTo>
                <a:lnTo>
                  <a:pt x="0" y="21600"/>
                </a:lnTo>
                <a:lnTo>
                  <a:pt x="15005" y="21600"/>
                </a:lnTo>
                <a:cubicBezTo>
                  <a:pt x="15005" y="21600"/>
                  <a:pt x="15005" y="18955"/>
                  <a:pt x="15005" y="18248"/>
                </a:cubicBezTo>
                <a:cubicBezTo>
                  <a:pt x="15005" y="17196"/>
                  <a:pt x="13184" y="16207"/>
                  <a:pt x="11041" y="15188"/>
                </a:cubicBezTo>
                <a:close/>
                <a:moveTo>
                  <a:pt x="21600" y="21600"/>
                </a:moveTo>
                <a:cubicBezTo>
                  <a:pt x="21600" y="21600"/>
                  <a:pt x="21557" y="16953"/>
                  <a:pt x="21307" y="16471"/>
                </a:cubicBezTo>
                <a:cubicBezTo>
                  <a:pt x="20935" y="15754"/>
                  <a:pt x="20071" y="15261"/>
                  <a:pt x="18463" y="14498"/>
                </a:cubicBezTo>
                <a:cubicBezTo>
                  <a:pt x="16861" y="13736"/>
                  <a:pt x="16349" y="13094"/>
                  <a:pt x="16349" y="11720"/>
                </a:cubicBezTo>
                <a:cubicBezTo>
                  <a:pt x="16349" y="10894"/>
                  <a:pt x="16838" y="11164"/>
                  <a:pt x="17053" y="9653"/>
                </a:cubicBezTo>
                <a:cubicBezTo>
                  <a:pt x="17142" y="9026"/>
                  <a:pt x="17574" y="9643"/>
                  <a:pt x="17657" y="8212"/>
                </a:cubicBezTo>
                <a:cubicBezTo>
                  <a:pt x="17657" y="7642"/>
                  <a:pt x="17420" y="7499"/>
                  <a:pt x="17420" y="7499"/>
                </a:cubicBezTo>
                <a:cubicBezTo>
                  <a:pt x="17420" y="7499"/>
                  <a:pt x="17541" y="6656"/>
                  <a:pt x="17588" y="6006"/>
                </a:cubicBezTo>
                <a:cubicBezTo>
                  <a:pt x="17646" y="5197"/>
                  <a:pt x="17229" y="3106"/>
                  <a:pt x="15005" y="3106"/>
                </a:cubicBezTo>
                <a:cubicBezTo>
                  <a:pt x="12781" y="3106"/>
                  <a:pt x="12365" y="5197"/>
                  <a:pt x="12422" y="6006"/>
                </a:cubicBezTo>
                <a:cubicBezTo>
                  <a:pt x="12469" y="6656"/>
                  <a:pt x="12589" y="7499"/>
                  <a:pt x="12589" y="7499"/>
                </a:cubicBezTo>
                <a:cubicBezTo>
                  <a:pt x="12589" y="7499"/>
                  <a:pt x="12353" y="7642"/>
                  <a:pt x="12353" y="8212"/>
                </a:cubicBezTo>
                <a:cubicBezTo>
                  <a:pt x="12437" y="9643"/>
                  <a:pt x="12868" y="9026"/>
                  <a:pt x="12957" y="9653"/>
                </a:cubicBezTo>
                <a:cubicBezTo>
                  <a:pt x="13173" y="11164"/>
                  <a:pt x="13662" y="10894"/>
                  <a:pt x="13662" y="11720"/>
                </a:cubicBezTo>
                <a:cubicBezTo>
                  <a:pt x="13662" y="12655"/>
                  <a:pt x="13424" y="13250"/>
                  <a:pt x="12768" y="13776"/>
                </a:cubicBezTo>
                <a:cubicBezTo>
                  <a:pt x="16268" y="15766"/>
                  <a:pt x="16737" y="16172"/>
                  <a:pt x="16737" y="17952"/>
                </a:cubicBezTo>
                <a:lnTo>
                  <a:pt x="16737" y="21600"/>
                </a:lnTo>
                <a:cubicBezTo>
                  <a:pt x="16737" y="21600"/>
                  <a:pt x="21600" y="21600"/>
                  <a:pt x="21600" y="21600"/>
                </a:cubicBezTo>
                <a:close/>
              </a:path>
            </a:pathLst>
          </a:custGeom>
          <a:solidFill>
            <a:srgbClr val="FFFFFF"/>
          </a:solidFill>
          <a:ln w="12700">
            <a:miter lim="400000"/>
          </a:ln>
        </p:spPr>
        <p:txBody>
          <a:bodyPr lIns="38100" tIns="38100" rIns="38100" bIns="38100" anchor="ctr"/>
          <a:lstStyle/>
          <a:p>
            <a:pPr algn="ctr">
              <a:defRPr sz="8000">
                <a:solidFill>
                  <a:srgbClr val="53585F"/>
                </a:solidFill>
                <a:latin typeface="Open Sans"/>
                <a:ea typeface="Open Sans"/>
                <a:cs typeface="Open Sans"/>
                <a:sym typeface="Open Sans"/>
              </a:defRPr>
            </a:pPr>
            <a:endParaRPr/>
          </a:p>
        </p:txBody>
      </p:sp>
      <p:pic>
        <p:nvPicPr>
          <p:cNvPr id="31" name="Picture 4" descr="Human Pyramid White Background Stock ...">
            <a:extLst>
              <a:ext uri="{FF2B5EF4-FFF2-40B4-BE49-F238E27FC236}">
                <a16:creationId xmlns:a16="http://schemas.microsoft.com/office/drawing/2014/main" id="{F1B3290B-DC89-2DB5-5D62-AD281053BDD8}"/>
              </a:ext>
            </a:extLst>
          </p:cNvPr>
          <p:cNvPicPr>
            <a:picLocks noChangeAspect="1" noChangeArrowheads="1"/>
          </p:cNvPicPr>
          <p:nvPr/>
        </p:nvPicPr>
        <p:blipFill rotWithShape="1">
          <a:blip r:embed="rId4">
            <a:extLst>
              <a:ext uri="{BEBA8EAE-BF5A-486C-A8C5-ECC9F3942E4B}">
                <a14:imgProps xmlns:a14="http://schemas.microsoft.com/office/drawing/2010/main">
                  <a14:imgLayer r:embed="rId5">
                    <a14:imgEffect>
                      <a14:backgroundRemoval t="10000" b="90000" l="10000" r="90000">
                        <a14:foregroundMark x1="29333" y1="26786" x2="29333" y2="29167"/>
                        <a14:foregroundMark x1="29333" y1="39201" x2="29333" y2="40476"/>
                        <a14:foregroundMark x1="29333" y1="36498" x2="29333" y2="37415"/>
                        <a14:foregroundMark x1="29333" y1="33333" x2="29333" y2="36097"/>
                        <a14:foregroundMark x1="26667" y1="43452" x2="25000" y2="48214"/>
                        <a14:foregroundMark x1="22333" y1="42857" x2="24000" y2="47619"/>
                        <a14:foregroundMark x1="24000" y1="52381" x2="26000" y2="58333"/>
                        <a14:foregroundMark x1="22333" y1="57143" x2="20667" y2="61905"/>
                        <a14:foregroundMark x1="18333" y1="60119" x2="18000" y2="66667"/>
                        <a14:foregroundMark x1="29385" y1="59985" x2="30000" y2="65476"/>
                        <a14:foregroundMark x1="34667" y1="42857" x2="34667" y2="48214"/>
                        <a14:foregroundMark x1="35333" y1="52976" x2="37333" y2="59524"/>
                        <a14:foregroundMark x1="40667" y1="60119" x2="41333" y2="65476"/>
                        <a14:backgroundMark x1="29333" y1="43452" x2="29333" y2="41667"/>
                        <a14:backgroundMark x1="30667" y1="52976" x2="31333" y2="51786"/>
                        <a14:backgroundMark x1="35667" y1="61310" x2="35667" y2="59524"/>
                        <a14:backgroundMark x1="29667" y1="41071" x2="29667" y2="39286"/>
                        <a14:backgroundMark x1="28667" y1="41071" x2="29000" y2="39286"/>
                        <a14:backgroundMark x1="30000" y1="39286" x2="29667" y2="38095"/>
                        <a14:backgroundMark x1="22333" y1="42857" x2="22000" y2="42262"/>
                      </a14:backgroundRemoval>
                    </a14:imgEffect>
                    <a14:imgEffect>
                      <a14:brightnessContrast bright="-100000"/>
                    </a14:imgEffect>
                  </a14:imgLayer>
                </a14:imgProps>
              </a:ext>
              <a:ext uri="{28A0092B-C50C-407E-A947-70E740481C1C}">
                <a14:useLocalDpi xmlns:a14="http://schemas.microsoft.com/office/drawing/2010/main" val="0"/>
              </a:ext>
            </a:extLst>
          </a:blip>
          <a:srcRect r="43275"/>
          <a:stretch>
            <a:fillRect/>
          </a:stretch>
        </p:blipFill>
        <p:spPr bwMode="auto">
          <a:xfrm>
            <a:off x="3916936" y="3212498"/>
            <a:ext cx="799081" cy="8080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9880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508F7-9AD9-701C-E340-6B0F1D200652}"/>
            </a:ext>
          </a:extLst>
        </p:cNvPr>
        <p:cNvGrpSpPr/>
        <p:nvPr/>
      </p:nvGrpSpPr>
      <p:grpSpPr>
        <a:xfrm>
          <a:off x="0" y="0"/>
          <a:ext cx="0" cy="0"/>
          <a:chOff x="0" y="0"/>
          <a:chExt cx="0" cy="0"/>
        </a:xfrm>
      </p:grpSpPr>
      <p:sp>
        <p:nvSpPr>
          <p:cNvPr id="23" name="Rectangle 22">
            <a:extLst>
              <a:ext uri="{FF2B5EF4-FFF2-40B4-BE49-F238E27FC236}">
                <a16:creationId xmlns:a16="http://schemas.microsoft.com/office/drawing/2014/main" id="{FBEBFB98-E753-4DCC-9446-E0FC18B6FAC3}"/>
              </a:ext>
            </a:extLst>
          </p:cNvPr>
          <p:cNvSpPr/>
          <p:nvPr/>
        </p:nvSpPr>
        <p:spPr>
          <a:xfrm>
            <a:off x="7772400" y="1771914"/>
            <a:ext cx="4192858" cy="3921314"/>
          </a:xfrm>
          <a:prstGeom prst="rect">
            <a:avLst/>
          </a:prstGeom>
          <a:solidFill>
            <a:schemeClr val="bg1"/>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itle 2">
            <a:extLst>
              <a:ext uri="{FF2B5EF4-FFF2-40B4-BE49-F238E27FC236}">
                <a16:creationId xmlns:a16="http://schemas.microsoft.com/office/drawing/2014/main" id="{7DFD6825-D556-299E-176E-C97E7E4C984A}"/>
              </a:ext>
            </a:extLst>
          </p:cNvPr>
          <p:cNvSpPr>
            <a:spLocks noGrp="1"/>
          </p:cNvSpPr>
          <p:nvPr>
            <p:ph type="title"/>
          </p:nvPr>
        </p:nvSpPr>
        <p:spPr/>
        <p:txBody>
          <a:bodyPr/>
          <a:lstStyle/>
          <a:p>
            <a:r>
              <a:rPr lang="en-IN" sz="2800" dirty="0"/>
              <a:t>4. Project Execution</a:t>
            </a:r>
            <a:endParaRPr lang="en-US" sz="2800" dirty="0"/>
          </a:p>
        </p:txBody>
      </p:sp>
      <p:sp>
        <p:nvSpPr>
          <p:cNvPr id="6" name="Rectangle 5">
            <a:extLst>
              <a:ext uri="{FF2B5EF4-FFF2-40B4-BE49-F238E27FC236}">
                <a16:creationId xmlns:a16="http://schemas.microsoft.com/office/drawing/2014/main" id="{621CE98A-2C76-AEAF-6165-F85BD6DE1D5C}"/>
              </a:ext>
            </a:extLst>
          </p:cNvPr>
          <p:cNvSpPr/>
          <p:nvPr/>
        </p:nvSpPr>
        <p:spPr>
          <a:xfrm>
            <a:off x="527342" y="2458209"/>
            <a:ext cx="1284514" cy="533400"/>
          </a:xfrm>
          <a:prstGeom prst="rect">
            <a:avLst/>
          </a:prstGeom>
          <a:solidFill>
            <a:schemeClr val="accent2"/>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b="1" dirty="0">
                <a:solidFill>
                  <a:schemeClr val="bg1"/>
                </a:solidFill>
                <a:latin typeface="Verdana" panose="020B0604030504040204" pitchFamily="34" charset="0"/>
                <a:ea typeface="Verdana" panose="020B0604030504040204" pitchFamily="34" charset="0"/>
              </a:rPr>
              <a:t>4.1 Planning</a:t>
            </a:r>
          </a:p>
        </p:txBody>
      </p:sp>
      <p:sp>
        <p:nvSpPr>
          <p:cNvPr id="7" name="Rectangle 6">
            <a:extLst>
              <a:ext uri="{FF2B5EF4-FFF2-40B4-BE49-F238E27FC236}">
                <a16:creationId xmlns:a16="http://schemas.microsoft.com/office/drawing/2014/main" id="{E4C4C24B-D3E7-4EAD-67A1-EB92F5A9B150}"/>
              </a:ext>
            </a:extLst>
          </p:cNvPr>
          <p:cNvSpPr/>
          <p:nvPr/>
        </p:nvSpPr>
        <p:spPr>
          <a:xfrm>
            <a:off x="2370049" y="2458209"/>
            <a:ext cx="1284514" cy="533400"/>
          </a:xfrm>
          <a:prstGeom prst="rect">
            <a:avLst/>
          </a:prstGeom>
          <a:solidFill>
            <a:schemeClr val="accent2"/>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b="1" dirty="0">
                <a:solidFill>
                  <a:schemeClr val="bg1"/>
                </a:solidFill>
                <a:latin typeface="Verdana" panose="020B0604030504040204" pitchFamily="34" charset="0"/>
                <a:ea typeface="Verdana" panose="020B0604030504040204" pitchFamily="34" charset="0"/>
              </a:rPr>
              <a:t>4.2 Requirement Gatherings</a:t>
            </a:r>
          </a:p>
        </p:txBody>
      </p:sp>
      <p:sp>
        <p:nvSpPr>
          <p:cNvPr id="8" name="Rectangle 7">
            <a:extLst>
              <a:ext uri="{FF2B5EF4-FFF2-40B4-BE49-F238E27FC236}">
                <a16:creationId xmlns:a16="http://schemas.microsoft.com/office/drawing/2014/main" id="{E93733F3-A425-C61B-5962-7A6CB962F43B}"/>
              </a:ext>
            </a:extLst>
          </p:cNvPr>
          <p:cNvSpPr/>
          <p:nvPr/>
        </p:nvSpPr>
        <p:spPr>
          <a:xfrm>
            <a:off x="4212756" y="2458209"/>
            <a:ext cx="1284514" cy="533400"/>
          </a:xfrm>
          <a:prstGeom prst="rect">
            <a:avLst/>
          </a:prstGeom>
          <a:solidFill>
            <a:schemeClr val="accent2"/>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b="1" dirty="0">
                <a:solidFill>
                  <a:schemeClr val="bg1"/>
                </a:solidFill>
                <a:latin typeface="Verdana" panose="020B0604030504040204" pitchFamily="34" charset="0"/>
                <a:ea typeface="Verdana" panose="020B0604030504040204" pitchFamily="34" charset="0"/>
              </a:rPr>
              <a:t>4.3 Architecture</a:t>
            </a:r>
          </a:p>
        </p:txBody>
      </p:sp>
      <p:sp>
        <p:nvSpPr>
          <p:cNvPr id="9" name="Rectangle 8">
            <a:extLst>
              <a:ext uri="{FF2B5EF4-FFF2-40B4-BE49-F238E27FC236}">
                <a16:creationId xmlns:a16="http://schemas.microsoft.com/office/drawing/2014/main" id="{B74662B9-CE83-35B9-35B0-B370BC83AC40}"/>
              </a:ext>
            </a:extLst>
          </p:cNvPr>
          <p:cNvSpPr/>
          <p:nvPr/>
        </p:nvSpPr>
        <p:spPr>
          <a:xfrm>
            <a:off x="6055463" y="2458209"/>
            <a:ext cx="1284514" cy="533400"/>
          </a:xfrm>
          <a:prstGeom prst="rect">
            <a:avLst/>
          </a:prstGeom>
          <a:solidFill>
            <a:schemeClr val="accent2"/>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b="1" dirty="0">
                <a:solidFill>
                  <a:schemeClr val="bg1"/>
                </a:solidFill>
                <a:latin typeface="Verdana" panose="020B0604030504040204" pitchFamily="34" charset="0"/>
                <a:ea typeface="Verdana" panose="020B0604030504040204" pitchFamily="34" charset="0"/>
              </a:rPr>
              <a:t>4.4 Design</a:t>
            </a:r>
          </a:p>
        </p:txBody>
      </p:sp>
      <p:sp>
        <p:nvSpPr>
          <p:cNvPr id="10" name="Rectangle 9">
            <a:extLst>
              <a:ext uri="{FF2B5EF4-FFF2-40B4-BE49-F238E27FC236}">
                <a16:creationId xmlns:a16="http://schemas.microsoft.com/office/drawing/2014/main" id="{5BD8D1C2-EDBA-58A0-FD08-AB91CCEB19DF}"/>
              </a:ext>
            </a:extLst>
          </p:cNvPr>
          <p:cNvSpPr/>
          <p:nvPr/>
        </p:nvSpPr>
        <p:spPr>
          <a:xfrm>
            <a:off x="5206472" y="3871396"/>
            <a:ext cx="1284514" cy="533400"/>
          </a:xfrm>
          <a:prstGeom prst="rect">
            <a:avLst/>
          </a:prstGeom>
          <a:solidFill>
            <a:schemeClr val="accent2"/>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b="1" dirty="0">
                <a:solidFill>
                  <a:schemeClr val="bg1"/>
                </a:solidFill>
                <a:latin typeface="Verdana" panose="020B0604030504040204" pitchFamily="34" charset="0"/>
                <a:ea typeface="Verdana" panose="020B0604030504040204" pitchFamily="34" charset="0"/>
              </a:rPr>
              <a:t>4.7 Development </a:t>
            </a:r>
          </a:p>
        </p:txBody>
      </p:sp>
      <p:sp>
        <p:nvSpPr>
          <p:cNvPr id="11" name="Rectangle 10">
            <a:extLst>
              <a:ext uri="{FF2B5EF4-FFF2-40B4-BE49-F238E27FC236}">
                <a16:creationId xmlns:a16="http://schemas.microsoft.com/office/drawing/2014/main" id="{BCDB651F-2C1E-0A35-4670-27CC2FB0811F}"/>
              </a:ext>
            </a:extLst>
          </p:cNvPr>
          <p:cNvSpPr/>
          <p:nvPr/>
        </p:nvSpPr>
        <p:spPr>
          <a:xfrm>
            <a:off x="3242464" y="3871396"/>
            <a:ext cx="1284514" cy="533400"/>
          </a:xfrm>
          <a:prstGeom prst="rect">
            <a:avLst/>
          </a:prstGeom>
          <a:solidFill>
            <a:schemeClr val="accent2"/>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b="1" dirty="0">
                <a:solidFill>
                  <a:schemeClr val="bg1"/>
                </a:solidFill>
                <a:latin typeface="Verdana" panose="020B0604030504040204" pitchFamily="34" charset="0"/>
                <a:ea typeface="Verdana" panose="020B0604030504040204" pitchFamily="34" charset="0"/>
              </a:rPr>
              <a:t>4.6 Testing</a:t>
            </a:r>
          </a:p>
        </p:txBody>
      </p:sp>
      <p:sp>
        <p:nvSpPr>
          <p:cNvPr id="12" name="Rectangle 11">
            <a:extLst>
              <a:ext uri="{FF2B5EF4-FFF2-40B4-BE49-F238E27FC236}">
                <a16:creationId xmlns:a16="http://schemas.microsoft.com/office/drawing/2014/main" id="{7DC7157C-7E66-7D4C-8232-8BAC01ED8B21}"/>
              </a:ext>
            </a:extLst>
          </p:cNvPr>
          <p:cNvSpPr/>
          <p:nvPr/>
        </p:nvSpPr>
        <p:spPr>
          <a:xfrm>
            <a:off x="1278456" y="3871396"/>
            <a:ext cx="1284514" cy="533400"/>
          </a:xfrm>
          <a:prstGeom prst="rect">
            <a:avLst/>
          </a:prstGeom>
          <a:solidFill>
            <a:schemeClr val="accent2"/>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b="1" dirty="0">
                <a:solidFill>
                  <a:schemeClr val="bg1"/>
                </a:solidFill>
                <a:latin typeface="Verdana" panose="020B0604030504040204" pitchFamily="34" charset="0"/>
                <a:ea typeface="Verdana" panose="020B0604030504040204" pitchFamily="34" charset="0"/>
              </a:rPr>
              <a:t>4.5 Deployment &amp; Rollout</a:t>
            </a:r>
          </a:p>
        </p:txBody>
      </p:sp>
      <p:sp>
        <p:nvSpPr>
          <p:cNvPr id="14" name="TextBox 13">
            <a:extLst>
              <a:ext uri="{FF2B5EF4-FFF2-40B4-BE49-F238E27FC236}">
                <a16:creationId xmlns:a16="http://schemas.microsoft.com/office/drawing/2014/main" id="{9E52B559-7D11-E7CF-C22F-000C21677CE2}"/>
              </a:ext>
            </a:extLst>
          </p:cNvPr>
          <p:cNvSpPr txBox="1"/>
          <p:nvPr/>
        </p:nvSpPr>
        <p:spPr>
          <a:xfrm>
            <a:off x="425205" y="1247375"/>
            <a:ext cx="6101442" cy="379078"/>
          </a:xfrm>
          <a:prstGeom prst="rect">
            <a:avLst/>
          </a:prstGeom>
          <a:noFill/>
        </p:spPr>
        <p:txBody>
          <a:bodyPr wrap="square">
            <a:spAutoFit/>
          </a:bodyPr>
          <a:lstStyle/>
          <a:p>
            <a:pPr lvl="0">
              <a:lnSpc>
                <a:spcPct val="115000"/>
              </a:lnSpc>
            </a:pPr>
            <a:r>
              <a:rPr lang="en-IN" sz="1800" b="1" kern="100" dirty="0">
                <a:effectLst/>
                <a:latin typeface="Verdana" panose="020B0604030504040204" pitchFamily="34" charset="0"/>
                <a:ea typeface="Verdana" panose="020B0604030504040204" pitchFamily="34" charset="0"/>
                <a:cs typeface="Times New Roman" panose="02020603050405020304" pitchFamily="18" charset="0"/>
              </a:rPr>
              <a:t>Delivery Model Process</a:t>
            </a:r>
          </a:p>
        </p:txBody>
      </p:sp>
      <p:sp>
        <p:nvSpPr>
          <p:cNvPr id="18" name="TextBox 17">
            <a:extLst>
              <a:ext uri="{FF2B5EF4-FFF2-40B4-BE49-F238E27FC236}">
                <a16:creationId xmlns:a16="http://schemas.microsoft.com/office/drawing/2014/main" id="{592B6504-FD16-110D-8A41-2C23015C01CE}"/>
              </a:ext>
            </a:extLst>
          </p:cNvPr>
          <p:cNvSpPr txBox="1"/>
          <p:nvPr/>
        </p:nvSpPr>
        <p:spPr>
          <a:xfrm>
            <a:off x="697483" y="5441556"/>
            <a:ext cx="6101442" cy="251672"/>
          </a:xfrm>
          <a:prstGeom prst="rect">
            <a:avLst/>
          </a:prstGeom>
          <a:noFill/>
        </p:spPr>
        <p:txBody>
          <a:bodyPr wrap="square">
            <a:spAutoFit/>
          </a:bodyPr>
          <a:lstStyle/>
          <a:p>
            <a:pPr>
              <a:lnSpc>
                <a:spcPct val="115000"/>
              </a:lnSpc>
            </a:pPr>
            <a:r>
              <a:rPr lang="en-IN" sz="1000" b="1" kern="100" dirty="0">
                <a:effectLst/>
                <a:latin typeface="Verdana" panose="020B0604030504040204" pitchFamily="34" charset="0"/>
                <a:ea typeface="Verdana" panose="020B0604030504040204" pitchFamily="34" charset="0"/>
                <a:cs typeface="Times New Roman" panose="02020603050405020304" pitchFamily="18" charset="0"/>
              </a:rPr>
              <a:t>Delivery model template:  </a:t>
            </a:r>
            <a:r>
              <a:rPr lang="en-US" altLang="en-US" sz="1000" dirty="0">
                <a:latin typeface="Verdana" panose="020B0604030504040204" pitchFamily="34" charset="0"/>
                <a:ea typeface="Verdana" panose="020B0604030504040204" pitchFamily="34" charset="0"/>
                <a:hlinkClick r:id="rId2"/>
              </a:rPr>
              <a:t>Process_Set.xlsx</a:t>
            </a:r>
            <a:endParaRPr lang="en-US" altLang="en-US" sz="1000" dirty="0">
              <a:latin typeface="Verdana" panose="020B0604030504040204" pitchFamily="34" charset="0"/>
              <a:ea typeface="Verdana" panose="020B0604030504040204" pitchFamily="34" charset="0"/>
            </a:endParaRPr>
          </a:p>
        </p:txBody>
      </p:sp>
      <p:sp>
        <p:nvSpPr>
          <p:cNvPr id="19" name="TextBox 18">
            <a:extLst>
              <a:ext uri="{FF2B5EF4-FFF2-40B4-BE49-F238E27FC236}">
                <a16:creationId xmlns:a16="http://schemas.microsoft.com/office/drawing/2014/main" id="{438F6609-6B9B-7846-0A41-3A765ED7DD7E}"/>
              </a:ext>
            </a:extLst>
          </p:cNvPr>
          <p:cNvSpPr txBox="1"/>
          <p:nvPr/>
        </p:nvSpPr>
        <p:spPr>
          <a:xfrm>
            <a:off x="7935686" y="1164772"/>
            <a:ext cx="4147463" cy="379078"/>
          </a:xfrm>
          <a:prstGeom prst="rect">
            <a:avLst/>
          </a:prstGeom>
          <a:noFill/>
        </p:spPr>
        <p:txBody>
          <a:bodyPr wrap="square">
            <a:spAutoFit/>
          </a:bodyPr>
          <a:lstStyle/>
          <a:p>
            <a:pPr lvl="0">
              <a:lnSpc>
                <a:spcPct val="115000"/>
              </a:lnSpc>
            </a:pPr>
            <a:r>
              <a:rPr lang="en-IN" sz="1800" b="1" kern="100" dirty="0">
                <a:effectLst/>
                <a:latin typeface="Verdana" panose="020B0604030504040204" pitchFamily="34" charset="0"/>
                <a:ea typeface="Verdana" panose="020B0604030504040204" pitchFamily="34" charset="0"/>
                <a:cs typeface="Times New Roman" panose="02020603050405020304" pitchFamily="18" charset="0"/>
              </a:rPr>
              <a:t>Core Pillars of Delivery Model</a:t>
            </a:r>
          </a:p>
        </p:txBody>
      </p:sp>
      <p:sp>
        <p:nvSpPr>
          <p:cNvPr id="22" name="TextBox 21">
            <a:extLst>
              <a:ext uri="{FF2B5EF4-FFF2-40B4-BE49-F238E27FC236}">
                <a16:creationId xmlns:a16="http://schemas.microsoft.com/office/drawing/2014/main" id="{84C7DBD7-8C4B-A4B0-D676-AAE507689049}"/>
              </a:ext>
            </a:extLst>
          </p:cNvPr>
          <p:cNvSpPr txBox="1"/>
          <p:nvPr/>
        </p:nvSpPr>
        <p:spPr>
          <a:xfrm>
            <a:off x="8137783" y="2247114"/>
            <a:ext cx="3827475" cy="2583784"/>
          </a:xfrm>
          <a:prstGeom prst="rect">
            <a:avLst/>
          </a:prstGeom>
          <a:noFill/>
        </p:spPr>
        <p:txBody>
          <a:bodyPr wrap="square">
            <a:spAutoFit/>
          </a:bodyPr>
          <a:lstStyle/>
          <a:p>
            <a:pPr marL="285750" indent="-285750">
              <a:lnSpc>
                <a:spcPct val="115000"/>
              </a:lnSpc>
              <a:spcAft>
                <a:spcPts val="1600"/>
              </a:spcAft>
              <a:buFont typeface="Wingdings" panose="05000000000000000000" pitchFamily="2" charset="2"/>
              <a:buChar char="Ø"/>
            </a:pPr>
            <a:r>
              <a:rPr lang="en-IN" sz="1600" kern="100" dirty="0">
                <a:effectLst/>
                <a:latin typeface="Verdana" panose="020B0604030504040204" pitchFamily="34" charset="0"/>
                <a:ea typeface="Verdana" panose="020B0604030504040204" pitchFamily="34" charset="0"/>
                <a:cs typeface="Times New Roman" panose="02020603050405020304" pitchFamily="18" charset="0"/>
              </a:rPr>
              <a:t>Agent First Approach</a:t>
            </a:r>
          </a:p>
          <a:p>
            <a:pPr marL="285750" indent="-285750">
              <a:lnSpc>
                <a:spcPct val="115000"/>
              </a:lnSpc>
              <a:spcAft>
                <a:spcPts val="1600"/>
              </a:spcAft>
              <a:buFont typeface="Wingdings" panose="05000000000000000000" pitchFamily="2" charset="2"/>
              <a:buChar char="Ø"/>
            </a:pPr>
            <a:r>
              <a:rPr lang="en-IN" sz="1600" kern="100" dirty="0">
                <a:effectLst/>
                <a:latin typeface="Verdana" panose="020B0604030504040204" pitchFamily="34" charset="0"/>
                <a:ea typeface="Verdana" panose="020B0604030504040204" pitchFamily="34" charset="0"/>
                <a:cs typeface="Times New Roman" panose="02020603050405020304" pitchFamily="18" charset="0"/>
              </a:rPr>
              <a:t>Continuous Improvement</a:t>
            </a:r>
          </a:p>
          <a:p>
            <a:pPr marL="285750" indent="-285750">
              <a:lnSpc>
                <a:spcPct val="115000"/>
              </a:lnSpc>
              <a:spcAft>
                <a:spcPts val="1600"/>
              </a:spcAft>
              <a:buFont typeface="Wingdings" panose="05000000000000000000" pitchFamily="2" charset="2"/>
              <a:buChar char="Ø"/>
            </a:pPr>
            <a:r>
              <a:rPr lang="en-IN" sz="1600" kern="100" dirty="0">
                <a:effectLst/>
                <a:latin typeface="Verdana" panose="020B0604030504040204" pitchFamily="34" charset="0"/>
                <a:ea typeface="Verdana" panose="020B0604030504040204" pitchFamily="34" charset="0"/>
                <a:cs typeface="Times New Roman" panose="02020603050405020304" pitchFamily="18" charset="0"/>
              </a:rPr>
              <a:t>Human creativity</a:t>
            </a:r>
          </a:p>
          <a:p>
            <a:pPr marL="285750" indent="-285750">
              <a:lnSpc>
                <a:spcPct val="115000"/>
              </a:lnSpc>
              <a:spcAft>
                <a:spcPts val="1600"/>
              </a:spcAft>
              <a:buFont typeface="Wingdings" panose="05000000000000000000" pitchFamily="2" charset="2"/>
              <a:buChar char="Ø"/>
            </a:pPr>
            <a:r>
              <a:rPr lang="en-IN" sz="1600" kern="100" dirty="0">
                <a:effectLst/>
                <a:latin typeface="Verdana" panose="020B0604030504040204" pitchFamily="34" charset="0"/>
                <a:ea typeface="Verdana" panose="020B0604030504040204" pitchFamily="34" charset="0"/>
                <a:cs typeface="Times New Roman" panose="02020603050405020304" pitchFamily="18" charset="0"/>
              </a:rPr>
              <a:t>Co-engineering with Client</a:t>
            </a:r>
          </a:p>
          <a:p>
            <a:pPr marL="285750" indent="-285750">
              <a:lnSpc>
                <a:spcPct val="115000"/>
              </a:lnSpc>
              <a:spcAft>
                <a:spcPts val="1600"/>
              </a:spcAft>
              <a:buFont typeface="Wingdings" panose="05000000000000000000" pitchFamily="2" charset="2"/>
              <a:buChar char="Ø"/>
            </a:pPr>
            <a:r>
              <a:rPr lang="en-IN" sz="1600" kern="100" dirty="0">
                <a:effectLst/>
                <a:latin typeface="Verdana" panose="020B0604030504040204" pitchFamily="34" charset="0"/>
                <a:ea typeface="Verdana" panose="020B0604030504040204" pitchFamily="34" charset="0"/>
                <a:cs typeface="Times New Roman" panose="02020603050405020304" pitchFamily="18" charset="0"/>
              </a:rPr>
              <a:t>Scalable Standardization with Autonomy</a:t>
            </a:r>
          </a:p>
        </p:txBody>
      </p:sp>
      <p:sp>
        <p:nvSpPr>
          <p:cNvPr id="24" name="TextBox 23">
            <a:extLst>
              <a:ext uri="{FF2B5EF4-FFF2-40B4-BE49-F238E27FC236}">
                <a16:creationId xmlns:a16="http://schemas.microsoft.com/office/drawing/2014/main" id="{2E2ADDE6-0F59-47DF-538C-07828AB6615D}"/>
              </a:ext>
            </a:extLst>
          </p:cNvPr>
          <p:cNvSpPr txBox="1"/>
          <p:nvPr/>
        </p:nvSpPr>
        <p:spPr>
          <a:xfrm>
            <a:off x="697483" y="5708255"/>
            <a:ext cx="6101442" cy="251672"/>
          </a:xfrm>
          <a:prstGeom prst="rect">
            <a:avLst/>
          </a:prstGeom>
          <a:noFill/>
        </p:spPr>
        <p:txBody>
          <a:bodyPr wrap="square">
            <a:spAutoFit/>
          </a:bodyPr>
          <a:lstStyle/>
          <a:p>
            <a:pPr>
              <a:lnSpc>
                <a:spcPct val="115000"/>
              </a:lnSpc>
            </a:pPr>
            <a:r>
              <a:rPr lang="en-IN" sz="1000" b="1" kern="100" dirty="0">
                <a:effectLst/>
                <a:latin typeface="Verdana" panose="020B0604030504040204" pitchFamily="34" charset="0"/>
                <a:ea typeface="Verdana" panose="020B0604030504040204" pitchFamily="34" charset="0"/>
                <a:cs typeface="Times New Roman" panose="02020603050405020304" pitchFamily="18" charset="0"/>
              </a:rPr>
              <a:t>Delivery Dashboard: </a:t>
            </a:r>
            <a:r>
              <a:rPr lang="en-IN" sz="1000" dirty="0">
                <a:latin typeface="Verdana" panose="020B0604030504040204" pitchFamily="34" charset="0"/>
                <a:ea typeface="Verdana" panose="020B0604030504040204" pitchFamily="34" charset="0"/>
                <a:hlinkClick r:id="rId3"/>
              </a:rPr>
              <a:t>Delivery Dashboard</a:t>
            </a:r>
            <a:endParaRPr lang="en-IN" sz="1000" dirty="0">
              <a:latin typeface="Verdana" panose="020B0604030504040204" pitchFamily="34" charset="0"/>
              <a:ea typeface="Verdana" panose="020B0604030504040204" pitchFamily="34" charset="0"/>
            </a:endParaRPr>
          </a:p>
        </p:txBody>
      </p:sp>
      <p:cxnSp>
        <p:nvCxnSpPr>
          <p:cNvPr id="26" name="Straight Arrow Connector 25">
            <a:extLst>
              <a:ext uri="{FF2B5EF4-FFF2-40B4-BE49-F238E27FC236}">
                <a16:creationId xmlns:a16="http://schemas.microsoft.com/office/drawing/2014/main" id="{9AC83B2D-7429-1174-6621-5F79541539FC}"/>
              </a:ext>
            </a:extLst>
          </p:cNvPr>
          <p:cNvCxnSpPr>
            <a:cxnSpLocks/>
            <a:stCxn id="6" idx="3"/>
            <a:endCxn id="7" idx="1"/>
          </p:cNvCxnSpPr>
          <p:nvPr/>
        </p:nvCxnSpPr>
        <p:spPr>
          <a:xfrm>
            <a:off x="1811856" y="2724909"/>
            <a:ext cx="55819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7EB89739-5BEB-1D70-B521-A302CA168D36}"/>
              </a:ext>
            </a:extLst>
          </p:cNvPr>
          <p:cNvCxnSpPr>
            <a:stCxn id="7" idx="3"/>
            <a:endCxn id="8" idx="1"/>
          </p:cNvCxnSpPr>
          <p:nvPr/>
        </p:nvCxnSpPr>
        <p:spPr>
          <a:xfrm>
            <a:off x="3654563" y="2724909"/>
            <a:ext cx="55819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0" name="Straight Arrow Connector 29">
            <a:extLst>
              <a:ext uri="{FF2B5EF4-FFF2-40B4-BE49-F238E27FC236}">
                <a16:creationId xmlns:a16="http://schemas.microsoft.com/office/drawing/2014/main" id="{A2FB713A-7949-D272-0440-171C924C8099}"/>
              </a:ext>
            </a:extLst>
          </p:cNvPr>
          <p:cNvCxnSpPr>
            <a:stCxn id="8" idx="3"/>
            <a:endCxn id="9" idx="1"/>
          </p:cNvCxnSpPr>
          <p:nvPr/>
        </p:nvCxnSpPr>
        <p:spPr>
          <a:xfrm>
            <a:off x="5497270" y="2724909"/>
            <a:ext cx="55819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2" name="Connector: Elbow 31">
            <a:extLst>
              <a:ext uri="{FF2B5EF4-FFF2-40B4-BE49-F238E27FC236}">
                <a16:creationId xmlns:a16="http://schemas.microsoft.com/office/drawing/2014/main" id="{D60069C1-98F8-62E1-514E-E5C750B17931}"/>
              </a:ext>
            </a:extLst>
          </p:cNvPr>
          <p:cNvCxnSpPr>
            <a:stCxn id="9" idx="2"/>
            <a:endCxn id="10" idx="3"/>
          </p:cNvCxnSpPr>
          <p:nvPr/>
        </p:nvCxnSpPr>
        <p:spPr>
          <a:xfrm rot="5400000">
            <a:off x="6021110" y="3461485"/>
            <a:ext cx="1146487" cy="206734"/>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34" name="Straight Arrow Connector 33">
            <a:extLst>
              <a:ext uri="{FF2B5EF4-FFF2-40B4-BE49-F238E27FC236}">
                <a16:creationId xmlns:a16="http://schemas.microsoft.com/office/drawing/2014/main" id="{5580A3E3-2CE2-C6B4-17D6-6E4229C46C50}"/>
              </a:ext>
            </a:extLst>
          </p:cNvPr>
          <p:cNvCxnSpPr>
            <a:stCxn id="10" idx="1"/>
            <a:endCxn id="11" idx="3"/>
          </p:cNvCxnSpPr>
          <p:nvPr/>
        </p:nvCxnSpPr>
        <p:spPr>
          <a:xfrm flipH="1">
            <a:off x="4526978" y="4138096"/>
            <a:ext cx="67949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6" name="Straight Arrow Connector 35">
            <a:extLst>
              <a:ext uri="{FF2B5EF4-FFF2-40B4-BE49-F238E27FC236}">
                <a16:creationId xmlns:a16="http://schemas.microsoft.com/office/drawing/2014/main" id="{415F6362-6314-AB7E-F3A0-CE399DF3B08F}"/>
              </a:ext>
            </a:extLst>
          </p:cNvPr>
          <p:cNvCxnSpPr>
            <a:stCxn id="11" idx="1"/>
            <a:endCxn id="12" idx="3"/>
          </p:cNvCxnSpPr>
          <p:nvPr/>
        </p:nvCxnSpPr>
        <p:spPr>
          <a:xfrm flipH="1">
            <a:off x="2562970" y="4138096"/>
            <a:ext cx="67949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8137430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14475-E140-BC11-7067-2B4388C85926}"/>
              </a:ext>
            </a:extLst>
          </p:cNvPr>
          <p:cNvSpPr>
            <a:spLocks noGrp="1"/>
          </p:cNvSpPr>
          <p:nvPr>
            <p:ph type="title"/>
          </p:nvPr>
        </p:nvSpPr>
        <p:spPr>
          <a:xfrm>
            <a:off x="593461" y="264653"/>
            <a:ext cx="10668000" cy="438725"/>
          </a:xfrm>
        </p:spPr>
        <p:txBody>
          <a:bodyPr/>
          <a:lstStyle/>
          <a:p>
            <a:r>
              <a:rPr lang="en-IN" dirty="0"/>
              <a:t>4.1 Planning</a:t>
            </a:r>
          </a:p>
        </p:txBody>
      </p:sp>
      <p:sp>
        <p:nvSpPr>
          <p:cNvPr id="3" name="Rectangle 2">
            <a:extLst>
              <a:ext uri="{FF2B5EF4-FFF2-40B4-BE49-F238E27FC236}">
                <a16:creationId xmlns:a16="http://schemas.microsoft.com/office/drawing/2014/main" id="{6F712BB4-628A-5450-EC68-682DEC39BDCD}"/>
              </a:ext>
            </a:extLst>
          </p:cNvPr>
          <p:cNvSpPr/>
          <p:nvPr/>
        </p:nvSpPr>
        <p:spPr>
          <a:xfrm>
            <a:off x="593461" y="5477113"/>
            <a:ext cx="11228615" cy="864831"/>
          </a:xfrm>
          <a:prstGeom prst="rect">
            <a:avLst/>
          </a:prstGeom>
          <a:solidFill>
            <a:sysClr val="window" lastClr="FFFFFF">
              <a:lumMod val="95000"/>
            </a:sysClr>
          </a:solidFill>
          <a:ln w="6350" cap="flat" cmpd="sng" algn="ctr">
            <a:noFill/>
            <a:prstDash val="solid"/>
            <a:miter lim="800000"/>
          </a:ln>
          <a:effectLst/>
        </p:spPr>
        <p:txBody>
          <a:bodyPr lIns="853440" rtlCol="0" anchor="ctr"/>
          <a:lstStyle/>
          <a:p>
            <a:pPr marL="0" marR="0" lvl="0" indent="0" algn="l" defTabSz="914013" rtl="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gradFill>
                <a:gsLst>
                  <a:gs pos="0">
                    <a:srgbClr val="00B140"/>
                  </a:gs>
                  <a:gs pos="100000">
                    <a:srgbClr val="0033B4">
                      <a:lumMod val="45000"/>
                      <a:lumOff val="55000"/>
                    </a:srgbClr>
                  </a:gs>
                </a:gsLst>
                <a:lin ang="13500000" scaled="1"/>
              </a:gradFill>
              <a:effectLst/>
              <a:uLnTx/>
              <a:uFillTx/>
              <a:latin typeface="HelveticaNeueLT Std" panose="020B0604020202020204" pitchFamily="34" charset="0"/>
              <a:ea typeface="MS PGothic" pitchFamily="34" charset="-128"/>
              <a:cs typeface="+mn-cs"/>
            </a:endParaRPr>
          </a:p>
        </p:txBody>
      </p:sp>
      <p:sp>
        <p:nvSpPr>
          <p:cNvPr id="4" name="Rectangle 3">
            <a:extLst>
              <a:ext uri="{FF2B5EF4-FFF2-40B4-BE49-F238E27FC236}">
                <a16:creationId xmlns:a16="http://schemas.microsoft.com/office/drawing/2014/main" id="{9F9D32A0-6FB7-FDBD-BA63-5180C9E87690}"/>
              </a:ext>
            </a:extLst>
          </p:cNvPr>
          <p:cNvSpPr/>
          <p:nvPr/>
        </p:nvSpPr>
        <p:spPr>
          <a:xfrm>
            <a:off x="593461" y="3554953"/>
            <a:ext cx="11228615" cy="847789"/>
          </a:xfrm>
          <a:prstGeom prst="rect">
            <a:avLst/>
          </a:prstGeom>
          <a:solidFill>
            <a:sysClr val="window" lastClr="FFFFFF">
              <a:lumMod val="95000"/>
            </a:sysClr>
          </a:solidFill>
          <a:ln w="6350" cap="flat" cmpd="sng" algn="ctr">
            <a:noFill/>
            <a:prstDash val="solid"/>
            <a:miter lim="800000"/>
          </a:ln>
          <a:effectLst/>
        </p:spPr>
        <p:txBody>
          <a:bodyPr lIns="853440" rtlCol="0" anchor="ctr"/>
          <a:lstStyle/>
          <a:p>
            <a:pPr marL="0" marR="0" lvl="0" indent="0" algn="l" defTabSz="914013" rtl="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gradFill>
                <a:gsLst>
                  <a:gs pos="0">
                    <a:srgbClr val="00B140"/>
                  </a:gs>
                  <a:gs pos="100000">
                    <a:srgbClr val="0033B4">
                      <a:lumMod val="45000"/>
                      <a:lumOff val="55000"/>
                    </a:srgbClr>
                  </a:gs>
                </a:gsLst>
                <a:lin ang="13500000" scaled="1"/>
              </a:gradFill>
              <a:effectLst/>
              <a:uLnTx/>
              <a:uFillTx/>
              <a:latin typeface="HelveticaNeueLT Std" panose="020B0604020202020204" pitchFamily="34" charset="0"/>
              <a:ea typeface="MS PGothic" pitchFamily="34" charset="-128"/>
              <a:cs typeface="+mn-cs"/>
            </a:endParaRPr>
          </a:p>
        </p:txBody>
      </p:sp>
      <p:sp>
        <p:nvSpPr>
          <p:cNvPr id="5" name="Rectangle 4">
            <a:extLst>
              <a:ext uri="{FF2B5EF4-FFF2-40B4-BE49-F238E27FC236}">
                <a16:creationId xmlns:a16="http://schemas.microsoft.com/office/drawing/2014/main" id="{D754DB23-8AB8-1232-AA5A-B5796AA013E2}"/>
              </a:ext>
            </a:extLst>
          </p:cNvPr>
          <p:cNvSpPr/>
          <p:nvPr/>
        </p:nvSpPr>
        <p:spPr>
          <a:xfrm>
            <a:off x="593461" y="4501604"/>
            <a:ext cx="11228615" cy="864831"/>
          </a:xfrm>
          <a:prstGeom prst="rect">
            <a:avLst/>
          </a:prstGeom>
          <a:solidFill>
            <a:sysClr val="window" lastClr="FFFFFF">
              <a:lumMod val="95000"/>
            </a:sysClr>
          </a:solidFill>
          <a:ln w="6350" cap="flat" cmpd="sng" algn="ctr">
            <a:noFill/>
            <a:prstDash val="solid"/>
            <a:miter lim="800000"/>
          </a:ln>
          <a:effectLst/>
        </p:spPr>
        <p:txBody>
          <a:bodyPr lIns="853440" rtlCol="0" anchor="ctr"/>
          <a:lstStyle/>
          <a:p>
            <a:pPr marL="0" marR="0" lvl="0" indent="0" algn="l" defTabSz="914013" rtl="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gradFill>
                <a:gsLst>
                  <a:gs pos="0">
                    <a:srgbClr val="00B140"/>
                  </a:gs>
                  <a:gs pos="100000">
                    <a:srgbClr val="0033B4">
                      <a:lumMod val="45000"/>
                      <a:lumOff val="55000"/>
                    </a:srgbClr>
                  </a:gs>
                </a:gsLst>
                <a:lin ang="13500000" scaled="1"/>
              </a:gradFill>
              <a:effectLst/>
              <a:uLnTx/>
              <a:uFillTx/>
              <a:latin typeface="HelveticaNeueLT Std" panose="020B0604020202020204" pitchFamily="34" charset="0"/>
              <a:ea typeface="MS PGothic" pitchFamily="34" charset="-128"/>
              <a:cs typeface="+mn-cs"/>
            </a:endParaRPr>
          </a:p>
        </p:txBody>
      </p:sp>
      <p:sp>
        <p:nvSpPr>
          <p:cNvPr id="6" name="Rectangle 5">
            <a:extLst>
              <a:ext uri="{FF2B5EF4-FFF2-40B4-BE49-F238E27FC236}">
                <a16:creationId xmlns:a16="http://schemas.microsoft.com/office/drawing/2014/main" id="{88DAFB51-A61E-B903-DE5F-A1CD2A1B6FA3}"/>
              </a:ext>
            </a:extLst>
          </p:cNvPr>
          <p:cNvSpPr/>
          <p:nvPr/>
        </p:nvSpPr>
        <p:spPr>
          <a:xfrm>
            <a:off x="593461" y="1647149"/>
            <a:ext cx="11228616" cy="847789"/>
          </a:xfrm>
          <a:prstGeom prst="rect">
            <a:avLst/>
          </a:prstGeom>
          <a:solidFill>
            <a:sysClr val="window" lastClr="FFFFFF">
              <a:lumMod val="95000"/>
            </a:sysClr>
          </a:solidFill>
          <a:ln w="6350" cap="flat" cmpd="sng" algn="ctr">
            <a:noFill/>
            <a:prstDash val="solid"/>
            <a:miter lim="800000"/>
          </a:ln>
          <a:effectLst/>
        </p:spPr>
        <p:txBody>
          <a:bodyPr lIns="853440" rtlCol="0" anchor="ctr"/>
          <a:lstStyle/>
          <a:p>
            <a:pPr marL="0" marR="0" lvl="0" indent="0" algn="l" defTabSz="914013" rtl="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gradFill>
                <a:gsLst>
                  <a:gs pos="0">
                    <a:srgbClr val="00B140"/>
                  </a:gs>
                  <a:gs pos="100000">
                    <a:srgbClr val="0033B4">
                      <a:lumMod val="45000"/>
                      <a:lumOff val="55000"/>
                    </a:srgbClr>
                  </a:gs>
                </a:gsLst>
                <a:lin ang="13500000" scaled="1"/>
              </a:gradFill>
              <a:effectLst/>
              <a:uLnTx/>
              <a:uFillTx/>
              <a:latin typeface="HelveticaNeueLT Std" panose="020B0604020202020204" pitchFamily="34" charset="0"/>
              <a:ea typeface="MS PGothic" pitchFamily="34" charset="-128"/>
              <a:cs typeface="+mn-cs"/>
            </a:endParaRPr>
          </a:p>
        </p:txBody>
      </p:sp>
      <p:sp>
        <p:nvSpPr>
          <p:cNvPr id="7" name="Rectangle 6">
            <a:extLst>
              <a:ext uri="{FF2B5EF4-FFF2-40B4-BE49-F238E27FC236}">
                <a16:creationId xmlns:a16="http://schemas.microsoft.com/office/drawing/2014/main" id="{0457C5D7-80E4-4D02-8DE1-462724039A61}"/>
              </a:ext>
            </a:extLst>
          </p:cNvPr>
          <p:cNvSpPr/>
          <p:nvPr/>
        </p:nvSpPr>
        <p:spPr>
          <a:xfrm>
            <a:off x="593461" y="2593800"/>
            <a:ext cx="11228615" cy="864831"/>
          </a:xfrm>
          <a:prstGeom prst="rect">
            <a:avLst/>
          </a:prstGeom>
          <a:solidFill>
            <a:sysClr val="window" lastClr="FFFFFF">
              <a:lumMod val="95000"/>
            </a:sysClr>
          </a:solidFill>
          <a:ln w="6350" cap="flat" cmpd="sng" algn="ctr">
            <a:noFill/>
            <a:prstDash val="solid"/>
            <a:miter lim="800000"/>
          </a:ln>
          <a:effectLst/>
        </p:spPr>
        <p:txBody>
          <a:bodyPr lIns="853440" rtlCol="0" anchor="ctr"/>
          <a:lstStyle/>
          <a:p>
            <a:pPr marL="0" marR="0" lvl="0" indent="0" algn="l" defTabSz="914013" rtl="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gradFill>
                <a:gsLst>
                  <a:gs pos="0">
                    <a:srgbClr val="00B140"/>
                  </a:gs>
                  <a:gs pos="100000">
                    <a:srgbClr val="0033B4">
                      <a:lumMod val="45000"/>
                      <a:lumOff val="55000"/>
                    </a:srgbClr>
                  </a:gs>
                </a:gsLst>
                <a:lin ang="13500000" scaled="1"/>
              </a:gradFill>
              <a:effectLst/>
              <a:uLnTx/>
              <a:uFillTx/>
              <a:latin typeface="HelveticaNeueLT Std" panose="020B0604020202020204" pitchFamily="34" charset="0"/>
              <a:ea typeface="MS PGothic" pitchFamily="34" charset="-128"/>
              <a:cs typeface="+mn-cs"/>
            </a:endParaRPr>
          </a:p>
        </p:txBody>
      </p:sp>
      <p:sp>
        <p:nvSpPr>
          <p:cNvPr id="9" name="Rectangle 8">
            <a:extLst>
              <a:ext uri="{FF2B5EF4-FFF2-40B4-BE49-F238E27FC236}">
                <a16:creationId xmlns:a16="http://schemas.microsoft.com/office/drawing/2014/main" id="{331AB25E-16D1-E70A-7E06-118E3F61DF91}"/>
              </a:ext>
            </a:extLst>
          </p:cNvPr>
          <p:cNvSpPr/>
          <p:nvPr/>
        </p:nvSpPr>
        <p:spPr>
          <a:xfrm>
            <a:off x="2186580" y="2610497"/>
            <a:ext cx="3369319" cy="836407"/>
          </a:xfrm>
          <a:prstGeom prst="rect">
            <a:avLst/>
          </a:prstGeom>
          <a:solidFill>
            <a:sysClr val="window" lastClr="FFFFFF"/>
          </a:solidFill>
          <a:ln w="25400" cap="flat" cmpd="sng" algn="ctr">
            <a:solidFill>
              <a:srgbClr val="6363C8">
                <a:alpha val="4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srgbClr val="000000"/>
              </a:solidFill>
              <a:effectLst/>
              <a:uLnTx/>
              <a:uFillTx/>
              <a:latin typeface="HelveticaNeueLT Std" panose="020B0604020202020204" pitchFamily="34" charset="0"/>
              <a:ea typeface="+mn-ea"/>
              <a:cs typeface="Arial" panose="020B0604020202020204" pitchFamily="34" charset="0"/>
            </a:endParaRPr>
          </a:p>
        </p:txBody>
      </p:sp>
      <p:sp>
        <p:nvSpPr>
          <p:cNvPr id="10" name="Rectangle 9">
            <a:extLst>
              <a:ext uri="{FF2B5EF4-FFF2-40B4-BE49-F238E27FC236}">
                <a16:creationId xmlns:a16="http://schemas.microsoft.com/office/drawing/2014/main" id="{6D0D0D2E-4F1E-4410-FFE1-C0E1BCE314DB}"/>
              </a:ext>
            </a:extLst>
          </p:cNvPr>
          <p:cNvSpPr/>
          <p:nvPr/>
        </p:nvSpPr>
        <p:spPr>
          <a:xfrm>
            <a:off x="2186580" y="1647952"/>
            <a:ext cx="3369319" cy="836407"/>
          </a:xfrm>
          <a:prstGeom prst="rect">
            <a:avLst/>
          </a:prstGeom>
          <a:solidFill>
            <a:sysClr val="window" lastClr="FFFFFF"/>
          </a:solidFill>
          <a:ln w="25400" cap="flat" cmpd="sng" algn="ctr">
            <a:solidFill>
              <a:srgbClr val="6363C8">
                <a:alpha val="40000"/>
              </a:srgbClr>
            </a:solidFill>
            <a:prstDash val="solid"/>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IN" sz="1400" b="0" i="0" u="none" strike="noStrike" kern="0" cap="none" spc="0" normalizeH="0" baseline="0" noProof="0">
              <a:ln>
                <a:noFill/>
              </a:ln>
              <a:solidFill>
                <a:srgbClr val="000000"/>
              </a:solidFill>
              <a:effectLst/>
              <a:uLnTx/>
              <a:uFillTx/>
              <a:latin typeface="HelveticaNeueLT Std" panose="020B0604020202020204" pitchFamily="34" charset="0"/>
              <a:ea typeface="+mn-ea"/>
              <a:cs typeface="Arial" panose="020B0604020202020204" pitchFamily="34" charset="0"/>
            </a:endParaRPr>
          </a:p>
        </p:txBody>
      </p:sp>
      <p:sp>
        <p:nvSpPr>
          <p:cNvPr id="11" name="Rectangle 10">
            <a:extLst>
              <a:ext uri="{FF2B5EF4-FFF2-40B4-BE49-F238E27FC236}">
                <a16:creationId xmlns:a16="http://schemas.microsoft.com/office/drawing/2014/main" id="{1A4EB76B-81B3-B911-79CF-6FFD5F5BAC22}"/>
              </a:ext>
            </a:extLst>
          </p:cNvPr>
          <p:cNvSpPr/>
          <p:nvPr/>
        </p:nvSpPr>
        <p:spPr>
          <a:xfrm>
            <a:off x="2186580" y="3573044"/>
            <a:ext cx="3369319" cy="836407"/>
          </a:xfrm>
          <a:prstGeom prst="rect">
            <a:avLst/>
          </a:prstGeom>
          <a:solidFill>
            <a:sysClr val="window" lastClr="FFFFFF"/>
          </a:solidFill>
          <a:ln w="25400" cap="flat" cmpd="sng" algn="ctr">
            <a:solidFill>
              <a:srgbClr val="6363C8">
                <a:alpha val="4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srgbClr val="000000"/>
              </a:solidFill>
              <a:effectLst/>
              <a:uLnTx/>
              <a:uFillTx/>
              <a:latin typeface="HelveticaNeueLT Std" panose="020B0604020202020204" pitchFamily="34" charset="0"/>
              <a:ea typeface="+mn-ea"/>
              <a:cs typeface="Arial" panose="020B0604020202020204" pitchFamily="34" charset="0"/>
            </a:endParaRPr>
          </a:p>
        </p:txBody>
      </p:sp>
      <p:sp>
        <p:nvSpPr>
          <p:cNvPr id="12" name="Rectangle 11">
            <a:extLst>
              <a:ext uri="{FF2B5EF4-FFF2-40B4-BE49-F238E27FC236}">
                <a16:creationId xmlns:a16="http://schemas.microsoft.com/office/drawing/2014/main" id="{30D06D0E-8CA1-F193-18A0-6C60B8D6C67D}"/>
              </a:ext>
            </a:extLst>
          </p:cNvPr>
          <p:cNvSpPr/>
          <p:nvPr/>
        </p:nvSpPr>
        <p:spPr>
          <a:xfrm>
            <a:off x="2186580" y="4535589"/>
            <a:ext cx="3369319" cy="836407"/>
          </a:xfrm>
          <a:prstGeom prst="rect">
            <a:avLst/>
          </a:prstGeom>
          <a:solidFill>
            <a:sysClr val="window" lastClr="FFFFFF"/>
          </a:solidFill>
          <a:ln w="25400" cap="flat" cmpd="sng" algn="ctr">
            <a:solidFill>
              <a:srgbClr val="6363C8">
                <a:alpha val="4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srgbClr val="000000"/>
              </a:solidFill>
              <a:effectLst/>
              <a:uLnTx/>
              <a:uFillTx/>
              <a:latin typeface="HelveticaNeueLT Std" panose="020B0604020202020204" pitchFamily="34" charset="0"/>
              <a:ea typeface="+mn-ea"/>
              <a:cs typeface="Arial" panose="020B0604020202020204" pitchFamily="34" charset="0"/>
            </a:endParaRPr>
          </a:p>
        </p:txBody>
      </p:sp>
      <p:sp>
        <p:nvSpPr>
          <p:cNvPr id="13" name="Rectangle 12">
            <a:extLst>
              <a:ext uri="{FF2B5EF4-FFF2-40B4-BE49-F238E27FC236}">
                <a16:creationId xmlns:a16="http://schemas.microsoft.com/office/drawing/2014/main" id="{EBDB7148-DEAD-B350-5F3A-3FFDB5824855}"/>
              </a:ext>
            </a:extLst>
          </p:cNvPr>
          <p:cNvSpPr/>
          <p:nvPr/>
        </p:nvSpPr>
        <p:spPr>
          <a:xfrm>
            <a:off x="2186580" y="5498133"/>
            <a:ext cx="3369319" cy="836407"/>
          </a:xfrm>
          <a:prstGeom prst="rect">
            <a:avLst/>
          </a:prstGeom>
          <a:solidFill>
            <a:sysClr val="window" lastClr="FFFFFF"/>
          </a:solidFill>
          <a:ln w="25400" cap="flat" cmpd="sng" algn="ctr">
            <a:solidFill>
              <a:srgbClr val="6363C8">
                <a:alpha val="4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srgbClr val="000000"/>
              </a:solidFill>
              <a:effectLst/>
              <a:uLnTx/>
              <a:uFillTx/>
              <a:latin typeface="HelveticaNeueLT Std" panose="020B0604020202020204" pitchFamily="34" charset="0"/>
              <a:ea typeface="+mn-ea"/>
              <a:cs typeface="Arial" panose="020B0604020202020204" pitchFamily="34" charset="0"/>
            </a:endParaRPr>
          </a:p>
        </p:txBody>
      </p:sp>
      <p:cxnSp>
        <p:nvCxnSpPr>
          <p:cNvPr id="20" name="Straight Connector 19">
            <a:extLst>
              <a:ext uri="{FF2B5EF4-FFF2-40B4-BE49-F238E27FC236}">
                <a16:creationId xmlns:a16="http://schemas.microsoft.com/office/drawing/2014/main" id="{058FD170-03FD-B719-4E9C-BAE717AA3902}"/>
              </a:ext>
            </a:extLst>
          </p:cNvPr>
          <p:cNvCxnSpPr>
            <a:cxnSpLocks/>
          </p:cNvCxnSpPr>
          <p:nvPr/>
        </p:nvCxnSpPr>
        <p:spPr>
          <a:xfrm>
            <a:off x="5555898" y="1647952"/>
            <a:ext cx="0" cy="836407"/>
          </a:xfrm>
          <a:prstGeom prst="line">
            <a:avLst/>
          </a:prstGeom>
          <a:noFill/>
          <a:ln w="38100" cap="flat" cmpd="sng" algn="ctr">
            <a:solidFill>
              <a:srgbClr val="6363C8"/>
            </a:solidFill>
            <a:prstDash val="solid"/>
          </a:ln>
          <a:effectLst/>
        </p:spPr>
      </p:cxnSp>
      <p:cxnSp>
        <p:nvCxnSpPr>
          <p:cNvPr id="21" name="Straight Connector 20">
            <a:extLst>
              <a:ext uri="{FF2B5EF4-FFF2-40B4-BE49-F238E27FC236}">
                <a16:creationId xmlns:a16="http://schemas.microsoft.com/office/drawing/2014/main" id="{058C7FB8-F1B7-01BC-5B97-9C11F71CDCC5}"/>
              </a:ext>
            </a:extLst>
          </p:cNvPr>
          <p:cNvCxnSpPr>
            <a:cxnSpLocks/>
          </p:cNvCxnSpPr>
          <p:nvPr/>
        </p:nvCxnSpPr>
        <p:spPr>
          <a:xfrm>
            <a:off x="5556722" y="2610497"/>
            <a:ext cx="0" cy="836407"/>
          </a:xfrm>
          <a:prstGeom prst="line">
            <a:avLst/>
          </a:prstGeom>
          <a:noFill/>
          <a:ln w="38100" cap="flat" cmpd="sng" algn="ctr">
            <a:solidFill>
              <a:srgbClr val="6363C8"/>
            </a:solidFill>
            <a:prstDash val="solid"/>
          </a:ln>
          <a:effectLst/>
        </p:spPr>
      </p:cxnSp>
      <p:cxnSp>
        <p:nvCxnSpPr>
          <p:cNvPr id="22" name="Straight Connector 21">
            <a:extLst>
              <a:ext uri="{FF2B5EF4-FFF2-40B4-BE49-F238E27FC236}">
                <a16:creationId xmlns:a16="http://schemas.microsoft.com/office/drawing/2014/main" id="{3D608C51-CDEB-CE01-B68C-C8C4B246AACA}"/>
              </a:ext>
            </a:extLst>
          </p:cNvPr>
          <p:cNvCxnSpPr>
            <a:cxnSpLocks/>
          </p:cNvCxnSpPr>
          <p:nvPr/>
        </p:nvCxnSpPr>
        <p:spPr>
          <a:xfrm>
            <a:off x="5557544" y="3573044"/>
            <a:ext cx="0" cy="836407"/>
          </a:xfrm>
          <a:prstGeom prst="line">
            <a:avLst/>
          </a:prstGeom>
          <a:noFill/>
          <a:ln w="38100" cap="flat" cmpd="sng" algn="ctr">
            <a:solidFill>
              <a:srgbClr val="6363C8"/>
            </a:solidFill>
            <a:prstDash val="solid"/>
          </a:ln>
          <a:effectLst/>
        </p:spPr>
      </p:cxnSp>
      <p:cxnSp>
        <p:nvCxnSpPr>
          <p:cNvPr id="23" name="Straight Connector 22">
            <a:extLst>
              <a:ext uri="{FF2B5EF4-FFF2-40B4-BE49-F238E27FC236}">
                <a16:creationId xmlns:a16="http://schemas.microsoft.com/office/drawing/2014/main" id="{315A1725-9DBD-F3BF-4219-6411BF85BD1C}"/>
              </a:ext>
            </a:extLst>
          </p:cNvPr>
          <p:cNvCxnSpPr>
            <a:cxnSpLocks/>
          </p:cNvCxnSpPr>
          <p:nvPr/>
        </p:nvCxnSpPr>
        <p:spPr>
          <a:xfrm>
            <a:off x="5558367" y="4535589"/>
            <a:ext cx="0" cy="836407"/>
          </a:xfrm>
          <a:prstGeom prst="line">
            <a:avLst/>
          </a:prstGeom>
          <a:noFill/>
          <a:ln w="38100" cap="flat" cmpd="sng" algn="ctr">
            <a:solidFill>
              <a:srgbClr val="6363C8"/>
            </a:solidFill>
            <a:prstDash val="solid"/>
          </a:ln>
          <a:effectLst/>
        </p:spPr>
      </p:cxnSp>
      <p:cxnSp>
        <p:nvCxnSpPr>
          <p:cNvPr id="24" name="Straight Connector 23">
            <a:extLst>
              <a:ext uri="{FF2B5EF4-FFF2-40B4-BE49-F238E27FC236}">
                <a16:creationId xmlns:a16="http://schemas.microsoft.com/office/drawing/2014/main" id="{496D92B4-FA4A-45AF-603D-09FAF310DC00}"/>
              </a:ext>
            </a:extLst>
          </p:cNvPr>
          <p:cNvCxnSpPr>
            <a:cxnSpLocks/>
          </p:cNvCxnSpPr>
          <p:nvPr/>
        </p:nvCxnSpPr>
        <p:spPr>
          <a:xfrm>
            <a:off x="5559190" y="5498136"/>
            <a:ext cx="0" cy="836407"/>
          </a:xfrm>
          <a:prstGeom prst="line">
            <a:avLst/>
          </a:prstGeom>
          <a:noFill/>
          <a:ln w="38100" cap="flat" cmpd="sng" algn="ctr">
            <a:solidFill>
              <a:srgbClr val="6363C8"/>
            </a:solidFill>
            <a:prstDash val="solid"/>
          </a:ln>
          <a:effectLst/>
        </p:spPr>
      </p:cxnSp>
      <p:grpSp>
        <p:nvGrpSpPr>
          <p:cNvPr id="40" name="Group 39">
            <a:extLst>
              <a:ext uri="{FF2B5EF4-FFF2-40B4-BE49-F238E27FC236}">
                <a16:creationId xmlns:a16="http://schemas.microsoft.com/office/drawing/2014/main" id="{3DA1F286-3795-96B2-FE09-4B4D5BDC0F25}"/>
              </a:ext>
            </a:extLst>
          </p:cNvPr>
          <p:cNvGrpSpPr/>
          <p:nvPr/>
        </p:nvGrpSpPr>
        <p:grpSpPr>
          <a:xfrm>
            <a:off x="6520548" y="1647952"/>
            <a:ext cx="4886018" cy="4706808"/>
            <a:chOff x="5971036" y="1647952"/>
            <a:chExt cx="5435530" cy="4706808"/>
          </a:xfrm>
        </p:grpSpPr>
        <p:sp>
          <p:nvSpPr>
            <p:cNvPr id="15" name="Rectangle 14">
              <a:extLst>
                <a:ext uri="{FF2B5EF4-FFF2-40B4-BE49-F238E27FC236}">
                  <a16:creationId xmlns:a16="http://schemas.microsoft.com/office/drawing/2014/main" id="{6F470126-7309-C324-E43C-E6764D1A84B1}"/>
                </a:ext>
              </a:extLst>
            </p:cNvPr>
            <p:cNvSpPr/>
            <p:nvPr/>
          </p:nvSpPr>
          <p:spPr>
            <a:xfrm>
              <a:off x="5971037" y="2610497"/>
              <a:ext cx="5435529" cy="836407"/>
            </a:xfrm>
            <a:prstGeom prst="rect">
              <a:avLst/>
            </a:prstGeom>
            <a:solidFill>
              <a:sysClr val="window" lastClr="FFFFFF"/>
            </a:solidFill>
            <a:ln w="25400" cap="flat" cmpd="sng" algn="ctr">
              <a:solidFill>
                <a:srgbClr val="007F62">
                  <a:alpha val="4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lumMod val="50000"/>
                    <a:lumOff val="50000"/>
                  </a:srgbClr>
                </a:solidFill>
                <a:effectLst/>
                <a:uLnTx/>
                <a:uFillTx/>
                <a:latin typeface="HelveticaNeueLT Std" panose="020B0604020202020204" pitchFamily="34" charset="0"/>
                <a:ea typeface="+mn-ea"/>
                <a:cs typeface="Arial" panose="020B0604020202020204" pitchFamily="34" charset="0"/>
              </a:endParaRPr>
            </a:p>
          </p:txBody>
        </p:sp>
        <p:sp>
          <p:nvSpPr>
            <p:cNvPr id="16" name="Rectangle 15">
              <a:extLst>
                <a:ext uri="{FF2B5EF4-FFF2-40B4-BE49-F238E27FC236}">
                  <a16:creationId xmlns:a16="http://schemas.microsoft.com/office/drawing/2014/main" id="{6F86F200-ADC2-BBC4-DC82-C25C7C78E3AA}"/>
                </a:ext>
              </a:extLst>
            </p:cNvPr>
            <p:cNvSpPr/>
            <p:nvPr/>
          </p:nvSpPr>
          <p:spPr>
            <a:xfrm>
              <a:off x="5971037" y="1647952"/>
              <a:ext cx="5435529" cy="836407"/>
            </a:xfrm>
            <a:prstGeom prst="rect">
              <a:avLst/>
            </a:prstGeom>
            <a:solidFill>
              <a:sysClr val="window" lastClr="FFFFFF"/>
            </a:solidFill>
            <a:ln w="25400" cap="flat" cmpd="sng" algn="ctr">
              <a:solidFill>
                <a:srgbClr val="007F62">
                  <a:alpha val="40000"/>
                </a:srgbClr>
              </a:solidFill>
              <a:prstDash val="solid"/>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400" b="0" i="0" u="none" strike="noStrike" kern="0" cap="none" spc="0" normalizeH="0" baseline="0" noProof="0">
                <a:ln>
                  <a:noFill/>
                </a:ln>
                <a:solidFill>
                  <a:srgbClr val="000000">
                    <a:lumMod val="50000"/>
                    <a:lumOff val="50000"/>
                  </a:srgbClr>
                </a:solidFill>
                <a:effectLst/>
                <a:uLnTx/>
                <a:uFillTx/>
                <a:latin typeface="HelveticaNeueLT Std" panose="020B0604020202020204" pitchFamily="34" charset="0"/>
                <a:ea typeface="+mn-ea"/>
                <a:cs typeface="Arial" panose="020B0604020202020204" pitchFamily="34" charset="0"/>
              </a:endParaRPr>
            </a:p>
          </p:txBody>
        </p:sp>
        <p:sp>
          <p:nvSpPr>
            <p:cNvPr id="17" name="Rectangle 16">
              <a:extLst>
                <a:ext uri="{FF2B5EF4-FFF2-40B4-BE49-F238E27FC236}">
                  <a16:creationId xmlns:a16="http://schemas.microsoft.com/office/drawing/2014/main" id="{AD7BA2D8-4D08-C7D5-09BC-AE9D78D628B5}"/>
                </a:ext>
              </a:extLst>
            </p:cNvPr>
            <p:cNvSpPr/>
            <p:nvPr/>
          </p:nvSpPr>
          <p:spPr>
            <a:xfrm>
              <a:off x="5971037" y="3573044"/>
              <a:ext cx="5435529" cy="836407"/>
            </a:xfrm>
            <a:prstGeom prst="rect">
              <a:avLst/>
            </a:prstGeom>
            <a:solidFill>
              <a:sysClr val="window" lastClr="FFFFFF"/>
            </a:solidFill>
            <a:ln w="25400" cap="flat" cmpd="sng" algn="ctr">
              <a:solidFill>
                <a:srgbClr val="007F62">
                  <a:alpha val="4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srgbClr val="000000">
                    <a:lumMod val="50000"/>
                    <a:lumOff val="50000"/>
                  </a:srgbClr>
                </a:solidFill>
                <a:effectLst/>
                <a:uLnTx/>
                <a:uFillTx/>
                <a:latin typeface="HelveticaNeueLT Std" panose="020B0604020202020204" pitchFamily="34" charset="0"/>
                <a:ea typeface="+mn-ea"/>
                <a:cs typeface="Arial" panose="020B0604020202020204" pitchFamily="34" charset="0"/>
              </a:endParaRPr>
            </a:p>
          </p:txBody>
        </p:sp>
        <p:sp>
          <p:nvSpPr>
            <p:cNvPr id="18" name="Rectangle 17">
              <a:extLst>
                <a:ext uri="{FF2B5EF4-FFF2-40B4-BE49-F238E27FC236}">
                  <a16:creationId xmlns:a16="http://schemas.microsoft.com/office/drawing/2014/main" id="{1182EECC-4E01-74FF-8774-462BCF931367}"/>
                </a:ext>
              </a:extLst>
            </p:cNvPr>
            <p:cNvSpPr/>
            <p:nvPr/>
          </p:nvSpPr>
          <p:spPr>
            <a:xfrm>
              <a:off x="5971037" y="4535589"/>
              <a:ext cx="5435529" cy="836407"/>
            </a:xfrm>
            <a:prstGeom prst="rect">
              <a:avLst/>
            </a:prstGeom>
            <a:solidFill>
              <a:sysClr val="window" lastClr="FFFFFF"/>
            </a:solidFill>
            <a:ln w="25400" cap="flat" cmpd="sng" algn="ctr">
              <a:solidFill>
                <a:srgbClr val="007F62">
                  <a:alpha val="4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lumMod val="50000"/>
                    <a:lumOff val="50000"/>
                  </a:srgbClr>
                </a:solidFill>
                <a:effectLst/>
                <a:uLnTx/>
                <a:uFillTx/>
                <a:latin typeface="HelveticaNeueLT Std" panose="020B0604020202020204" pitchFamily="34" charset="0"/>
                <a:ea typeface="+mn-ea"/>
                <a:cs typeface="Arial" panose="020B0604020202020204" pitchFamily="34" charset="0"/>
              </a:endParaRPr>
            </a:p>
          </p:txBody>
        </p:sp>
        <p:sp>
          <p:nvSpPr>
            <p:cNvPr id="19" name="Rectangle 18">
              <a:extLst>
                <a:ext uri="{FF2B5EF4-FFF2-40B4-BE49-F238E27FC236}">
                  <a16:creationId xmlns:a16="http://schemas.microsoft.com/office/drawing/2014/main" id="{EA31BF45-E55B-6874-590B-EAF3509B70DC}"/>
                </a:ext>
              </a:extLst>
            </p:cNvPr>
            <p:cNvSpPr/>
            <p:nvPr/>
          </p:nvSpPr>
          <p:spPr>
            <a:xfrm>
              <a:off x="5971037" y="5498133"/>
              <a:ext cx="5435529" cy="836407"/>
            </a:xfrm>
            <a:prstGeom prst="rect">
              <a:avLst/>
            </a:prstGeom>
            <a:solidFill>
              <a:sysClr val="window" lastClr="FFFFFF"/>
            </a:solidFill>
            <a:ln w="25400" cap="flat" cmpd="sng" algn="ctr">
              <a:solidFill>
                <a:srgbClr val="007F62">
                  <a:alpha val="4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srgbClr val="000000">
                    <a:lumMod val="50000"/>
                    <a:lumOff val="50000"/>
                  </a:srgbClr>
                </a:solidFill>
                <a:effectLst/>
                <a:uLnTx/>
                <a:uFillTx/>
                <a:latin typeface="HelveticaNeueLT Std" panose="020B0604020202020204" pitchFamily="34" charset="0"/>
                <a:ea typeface="+mn-ea"/>
                <a:cs typeface="Arial" panose="020B0604020202020204" pitchFamily="34" charset="0"/>
              </a:endParaRPr>
            </a:p>
          </p:txBody>
        </p:sp>
        <p:cxnSp>
          <p:nvCxnSpPr>
            <p:cNvPr id="25" name="Straight Connector 24">
              <a:extLst>
                <a:ext uri="{FF2B5EF4-FFF2-40B4-BE49-F238E27FC236}">
                  <a16:creationId xmlns:a16="http://schemas.microsoft.com/office/drawing/2014/main" id="{86F2080C-17AA-20A5-2449-BF209865C8FD}"/>
                </a:ext>
              </a:extLst>
            </p:cNvPr>
            <p:cNvCxnSpPr/>
            <p:nvPr/>
          </p:nvCxnSpPr>
          <p:spPr>
            <a:xfrm>
              <a:off x="5971036" y="1668169"/>
              <a:ext cx="0" cy="836407"/>
            </a:xfrm>
            <a:prstGeom prst="line">
              <a:avLst/>
            </a:prstGeom>
            <a:noFill/>
            <a:ln w="38100" cap="flat" cmpd="sng" algn="ctr">
              <a:solidFill>
                <a:srgbClr val="007F62"/>
              </a:solidFill>
              <a:prstDash val="solid"/>
            </a:ln>
            <a:effectLst/>
          </p:spPr>
        </p:cxnSp>
        <p:cxnSp>
          <p:nvCxnSpPr>
            <p:cNvPr id="26" name="Straight Connector 25">
              <a:extLst>
                <a:ext uri="{FF2B5EF4-FFF2-40B4-BE49-F238E27FC236}">
                  <a16:creationId xmlns:a16="http://schemas.microsoft.com/office/drawing/2014/main" id="{BFE058E1-889D-A637-3C20-74FC64BC9B59}"/>
                </a:ext>
              </a:extLst>
            </p:cNvPr>
            <p:cNvCxnSpPr/>
            <p:nvPr/>
          </p:nvCxnSpPr>
          <p:spPr>
            <a:xfrm>
              <a:off x="5971859" y="2630715"/>
              <a:ext cx="0" cy="836407"/>
            </a:xfrm>
            <a:prstGeom prst="line">
              <a:avLst/>
            </a:prstGeom>
            <a:noFill/>
            <a:ln w="38100" cap="flat" cmpd="sng" algn="ctr">
              <a:solidFill>
                <a:srgbClr val="007F62"/>
              </a:solidFill>
              <a:prstDash val="solid"/>
            </a:ln>
            <a:effectLst/>
          </p:spPr>
        </p:cxnSp>
        <p:cxnSp>
          <p:nvCxnSpPr>
            <p:cNvPr id="27" name="Straight Connector 26">
              <a:extLst>
                <a:ext uri="{FF2B5EF4-FFF2-40B4-BE49-F238E27FC236}">
                  <a16:creationId xmlns:a16="http://schemas.microsoft.com/office/drawing/2014/main" id="{28F122AB-6E6E-58A7-C963-194387082067}"/>
                </a:ext>
              </a:extLst>
            </p:cNvPr>
            <p:cNvCxnSpPr/>
            <p:nvPr/>
          </p:nvCxnSpPr>
          <p:spPr>
            <a:xfrm>
              <a:off x="5972683" y="3593261"/>
              <a:ext cx="0" cy="836407"/>
            </a:xfrm>
            <a:prstGeom prst="line">
              <a:avLst/>
            </a:prstGeom>
            <a:noFill/>
            <a:ln w="38100" cap="flat" cmpd="sng" algn="ctr">
              <a:solidFill>
                <a:srgbClr val="007F62"/>
              </a:solidFill>
              <a:prstDash val="solid"/>
            </a:ln>
            <a:effectLst/>
          </p:spPr>
        </p:cxnSp>
        <p:cxnSp>
          <p:nvCxnSpPr>
            <p:cNvPr id="28" name="Straight Connector 27">
              <a:extLst>
                <a:ext uri="{FF2B5EF4-FFF2-40B4-BE49-F238E27FC236}">
                  <a16:creationId xmlns:a16="http://schemas.microsoft.com/office/drawing/2014/main" id="{AAA30C2B-407C-B412-4F10-72B08FCED4A0}"/>
                </a:ext>
              </a:extLst>
            </p:cNvPr>
            <p:cNvCxnSpPr/>
            <p:nvPr/>
          </p:nvCxnSpPr>
          <p:spPr>
            <a:xfrm>
              <a:off x="5973505" y="4555807"/>
              <a:ext cx="0" cy="836407"/>
            </a:xfrm>
            <a:prstGeom prst="line">
              <a:avLst/>
            </a:prstGeom>
            <a:noFill/>
            <a:ln w="38100" cap="flat" cmpd="sng" algn="ctr">
              <a:solidFill>
                <a:srgbClr val="007F62"/>
              </a:solidFill>
              <a:prstDash val="solid"/>
            </a:ln>
            <a:effectLst/>
          </p:spPr>
        </p:cxnSp>
        <p:cxnSp>
          <p:nvCxnSpPr>
            <p:cNvPr id="29" name="Straight Connector 28">
              <a:extLst>
                <a:ext uri="{FF2B5EF4-FFF2-40B4-BE49-F238E27FC236}">
                  <a16:creationId xmlns:a16="http://schemas.microsoft.com/office/drawing/2014/main" id="{37998EC2-4F4C-6025-EBC0-D35C18B4F7A4}"/>
                </a:ext>
              </a:extLst>
            </p:cNvPr>
            <p:cNvCxnSpPr/>
            <p:nvPr/>
          </p:nvCxnSpPr>
          <p:spPr>
            <a:xfrm>
              <a:off x="5974328" y="5518353"/>
              <a:ext cx="0" cy="836407"/>
            </a:xfrm>
            <a:prstGeom prst="line">
              <a:avLst/>
            </a:prstGeom>
            <a:noFill/>
            <a:ln w="38100" cap="flat" cmpd="sng" algn="ctr">
              <a:solidFill>
                <a:srgbClr val="007F62"/>
              </a:solidFill>
              <a:prstDash val="solid"/>
            </a:ln>
            <a:effectLst/>
          </p:spPr>
        </p:cxnSp>
      </p:grpSp>
      <p:cxnSp>
        <p:nvCxnSpPr>
          <p:cNvPr id="30" name="Straight Connector 29">
            <a:extLst>
              <a:ext uri="{FF2B5EF4-FFF2-40B4-BE49-F238E27FC236}">
                <a16:creationId xmlns:a16="http://schemas.microsoft.com/office/drawing/2014/main" id="{87BA8B99-2D50-5331-51E0-984EEBA18E3E}"/>
              </a:ext>
            </a:extLst>
          </p:cNvPr>
          <p:cNvCxnSpPr/>
          <p:nvPr/>
        </p:nvCxnSpPr>
        <p:spPr>
          <a:xfrm>
            <a:off x="5722988" y="2095000"/>
            <a:ext cx="456113" cy="0"/>
          </a:xfrm>
          <a:prstGeom prst="line">
            <a:avLst/>
          </a:prstGeom>
          <a:noFill/>
          <a:ln w="9525" cap="flat" cmpd="sng" algn="ctr">
            <a:solidFill>
              <a:srgbClr val="71758A"/>
            </a:solidFill>
            <a:prstDash val="solid"/>
            <a:headEnd type="oval" w="med" len="med"/>
            <a:tailEnd type="oval" w="med" len="med"/>
          </a:ln>
          <a:effectLst/>
        </p:spPr>
      </p:cxnSp>
      <p:cxnSp>
        <p:nvCxnSpPr>
          <p:cNvPr id="31" name="Straight Connector 30">
            <a:extLst>
              <a:ext uri="{FF2B5EF4-FFF2-40B4-BE49-F238E27FC236}">
                <a16:creationId xmlns:a16="http://schemas.microsoft.com/office/drawing/2014/main" id="{73F954AE-56D9-F979-DF52-F6F1DF34F861}"/>
              </a:ext>
            </a:extLst>
          </p:cNvPr>
          <p:cNvCxnSpPr/>
          <p:nvPr/>
        </p:nvCxnSpPr>
        <p:spPr>
          <a:xfrm>
            <a:off x="5722988" y="3041151"/>
            <a:ext cx="456113" cy="0"/>
          </a:xfrm>
          <a:prstGeom prst="line">
            <a:avLst/>
          </a:prstGeom>
          <a:noFill/>
          <a:ln w="9525" cap="flat" cmpd="sng" algn="ctr">
            <a:solidFill>
              <a:srgbClr val="71758A"/>
            </a:solidFill>
            <a:prstDash val="solid"/>
            <a:headEnd type="oval" w="med" len="med"/>
            <a:tailEnd type="oval" w="med" len="med"/>
          </a:ln>
          <a:effectLst/>
        </p:spPr>
      </p:cxnSp>
      <p:cxnSp>
        <p:nvCxnSpPr>
          <p:cNvPr id="32" name="Straight Connector 31">
            <a:extLst>
              <a:ext uri="{FF2B5EF4-FFF2-40B4-BE49-F238E27FC236}">
                <a16:creationId xmlns:a16="http://schemas.microsoft.com/office/drawing/2014/main" id="{89593719-0133-9BBF-7C02-B7AECEABD9E7}"/>
              </a:ext>
            </a:extLst>
          </p:cNvPr>
          <p:cNvCxnSpPr/>
          <p:nvPr/>
        </p:nvCxnSpPr>
        <p:spPr>
          <a:xfrm>
            <a:off x="5722988" y="3987300"/>
            <a:ext cx="456113" cy="0"/>
          </a:xfrm>
          <a:prstGeom prst="line">
            <a:avLst/>
          </a:prstGeom>
          <a:noFill/>
          <a:ln w="9525" cap="flat" cmpd="sng" algn="ctr">
            <a:solidFill>
              <a:srgbClr val="71758A"/>
            </a:solidFill>
            <a:prstDash val="solid"/>
            <a:headEnd type="oval" w="med" len="med"/>
            <a:tailEnd type="oval" w="med" len="med"/>
          </a:ln>
          <a:effectLst/>
        </p:spPr>
      </p:cxnSp>
      <p:cxnSp>
        <p:nvCxnSpPr>
          <p:cNvPr id="33" name="Straight Connector 32">
            <a:extLst>
              <a:ext uri="{FF2B5EF4-FFF2-40B4-BE49-F238E27FC236}">
                <a16:creationId xmlns:a16="http://schemas.microsoft.com/office/drawing/2014/main" id="{AEB556E2-90C1-147B-647F-8AF4673B32A8}"/>
              </a:ext>
            </a:extLst>
          </p:cNvPr>
          <p:cNvCxnSpPr/>
          <p:nvPr/>
        </p:nvCxnSpPr>
        <p:spPr>
          <a:xfrm>
            <a:off x="5722988" y="4933451"/>
            <a:ext cx="456113" cy="0"/>
          </a:xfrm>
          <a:prstGeom prst="line">
            <a:avLst/>
          </a:prstGeom>
          <a:noFill/>
          <a:ln w="9525" cap="flat" cmpd="sng" algn="ctr">
            <a:solidFill>
              <a:srgbClr val="71758A"/>
            </a:solidFill>
            <a:prstDash val="solid"/>
            <a:headEnd type="oval" w="med" len="med"/>
            <a:tailEnd type="oval" w="med" len="med"/>
          </a:ln>
          <a:effectLst/>
        </p:spPr>
      </p:cxnSp>
      <p:cxnSp>
        <p:nvCxnSpPr>
          <p:cNvPr id="34" name="Straight Connector 33">
            <a:extLst>
              <a:ext uri="{FF2B5EF4-FFF2-40B4-BE49-F238E27FC236}">
                <a16:creationId xmlns:a16="http://schemas.microsoft.com/office/drawing/2014/main" id="{2960E57B-188E-3B65-3608-8F2CA7F4DE08}"/>
              </a:ext>
            </a:extLst>
          </p:cNvPr>
          <p:cNvCxnSpPr/>
          <p:nvPr/>
        </p:nvCxnSpPr>
        <p:spPr>
          <a:xfrm>
            <a:off x="5722988" y="5879600"/>
            <a:ext cx="456113" cy="0"/>
          </a:xfrm>
          <a:prstGeom prst="line">
            <a:avLst/>
          </a:prstGeom>
          <a:noFill/>
          <a:ln w="9525" cap="flat" cmpd="sng" algn="ctr">
            <a:solidFill>
              <a:srgbClr val="71758A"/>
            </a:solidFill>
            <a:prstDash val="solid"/>
            <a:headEnd type="oval" w="med" len="med"/>
            <a:tailEnd type="oval" w="med" len="med"/>
          </a:ln>
          <a:effectLst/>
        </p:spPr>
      </p:cxnSp>
      <p:sp>
        <p:nvSpPr>
          <p:cNvPr id="48" name="Rectangle 47">
            <a:extLst>
              <a:ext uri="{FF2B5EF4-FFF2-40B4-BE49-F238E27FC236}">
                <a16:creationId xmlns:a16="http://schemas.microsoft.com/office/drawing/2014/main" id="{0B8C3F39-CB0B-5B9F-B05B-C77140384B54}"/>
              </a:ext>
            </a:extLst>
          </p:cNvPr>
          <p:cNvSpPr/>
          <p:nvPr/>
        </p:nvSpPr>
        <p:spPr>
          <a:xfrm>
            <a:off x="2186580" y="1071271"/>
            <a:ext cx="3369318" cy="491932"/>
          </a:xfrm>
          <a:prstGeom prst="rect">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ptos"/>
              <a:ea typeface="+mn-ea"/>
              <a:cs typeface="+mn-cs"/>
            </a:endParaRPr>
          </a:p>
        </p:txBody>
      </p:sp>
      <p:sp>
        <p:nvSpPr>
          <p:cNvPr id="49" name="Rectangle 48">
            <a:extLst>
              <a:ext uri="{FF2B5EF4-FFF2-40B4-BE49-F238E27FC236}">
                <a16:creationId xmlns:a16="http://schemas.microsoft.com/office/drawing/2014/main" id="{943B0104-FFF4-2C72-ADDD-731BA7324136}"/>
              </a:ext>
            </a:extLst>
          </p:cNvPr>
          <p:cNvSpPr/>
          <p:nvPr/>
        </p:nvSpPr>
        <p:spPr>
          <a:xfrm>
            <a:off x="6520548" y="1044539"/>
            <a:ext cx="4886018" cy="491932"/>
          </a:xfrm>
          <a:prstGeom prst="rect">
            <a:avLst/>
          </a:prstGeom>
          <a:solidFill>
            <a:schemeClr val="accent1"/>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ptos"/>
              <a:ea typeface="+mn-ea"/>
              <a:cs typeface="+mn-cs"/>
            </a:endParaRPr>
          </a:p>
        </p:txBody>
      </p:sp>
      <p:sp>
        <p:nvSpPr>
          <p:cNvPr id="50" name="Rectangle 49">
            <a:extLst>
              <a:ext uri="{FF2B5EF4-FFF2-40B4-BE49-F238E27FC236}">
                <a16:creationId xmlns:a16="http://schemas.microsoft.com/office/drawing/2014/main" id="{F9A44124-15B2-991C-C4B2-20D63E719F09}"/>
              </a:ext>
            </a:extLst>
          </p:cNvPr>
          <p:cNvSpPr/>
          <p:nvPr/>
        </p:nvSpPr>
        <p:spPr>
          <a:xfrm>
            <a:off x="687874" y="1807824"/>
            <a:ext cx="1415161" cy="516661"/>
          </a:xfrm>
          <a:prstGeom prst="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ptos"/>
              <a:ea typeface="+mn-ea"/>
              <a:cs typeface="+mn-cs"/>
            </a:endParaRPr>
          </a:p>
        </p:txBody>
      </p:sp>
      <p:sp>
        <p:nvSpPr>
          <p:cNvPr id="51" name="Rectangle 50">
            <a:extLst>
              <a:ext uri="{FF2B5EF4-FFF2-40B4-BE49-F238E27FC236}">
                <a16:creationId xmlns:a16="http://schemas.microsoft.com/office/drawing/2014/main" id="{9D85CCBE-0DD5-F0B9-3DE3-861EBDAF28EA}"/>
              </a:ext>
            </a:extLst>
          </p:cNvPr>
          <p:cNvSpPr/>
          <p:nvPr/>
        </p:nvSpPr>
        <p:spPr>
          <a:xfrm>
            <a:off x="687874" y="2790587"/>
            <a:ext cx="1415161" cy="516661"/>
          </a:xfrm>
          <a:prstGeom prst="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ptos"/>
              <a:ea typeface="+mn-ea"/>
              <a:cs typeface="+mn-cs"/>
            </a:endParaRPr>
          </a:p>
        </p:txBody>
      </p:sp>
      <p:sp>
        <p:nvSpPr>
          <p:cNvPr id="52" name="Rectangle 51">
            <a:extLst>
              <a:ext uri="{FF2B5EF4-FFF2-40B4-BE49-F238E27FC236}">
                <a16:creationId xmlns:a16="http://schemas.microsoft.com/office/drawing/2014/main" id="{D77F5A16-95B6-625A-824B-D4C17AE41D9D}"/>
              </a:ext>
            </a:extLst>
          </p:cNvPr>
          <p:cNvSpPr/>
          <p:nvPr/>
        </p:nvSpPr>
        <p:spPr>
          <a:xfrm>
            <a:off x="673007" y="3720516"/>
            <a:ext cx="1415161" cy="516661"/>
          </a:xfrm>
          <a:prstGeom prst="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ptos"/>
              <a:ea typeface="+mn-ea"/>
              <a:cs typeface="+mn-cs"/>
            </a:endParaRPr>
          </a:p>
        </p:txBody>
      </p:sp>
      <p:sp>
        <p:nvSpPr>
          <p:cNvPr id="53" name="Rectangle 52">
            <a:extLst>
              <a:ext uri="{FF2B5EF4-FFF2-40B4-BE49-F238E27FC236}">
                <a16:creationId xmlns:a16="http://schemas.microsoft.com/office/drawing/2014/main" id="{15DB2FEC-DBCC-420A-8CB3-B6558A8C5731}"/>
              </a:ext>
            </a:extLst>
          </p:cNvPr>
          <p:cNvSpPr/>
          <p:nvPr/>
        </p:nvSpPr>
        <p:spPr>
          <a:xfrm>
            <a:off x="687874" y="4715679"/>
            <a:ext cx="1415161" cy="516661"/>
          </a:xfrm>
          <a:prstGeom prst="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ptos"/>
              <a:ea typeface="+mn-ea"/>
              <a:cs typeface="+mn-cs"/>
            </a:endParaRPr>
          </a:p>
        </p:txBody>
      </p:sp>
      <p:sp>
        <p:nvSpPr>
          <p:cNvPr id="54" name="Rectangle 53">
            <a:extLst>
              <a:ext uri="{FF2B5EF4-FFF2-40B4-BE49-F238E27FC236}">
                <a16:creationId xmlns:a16="http://schemas.microsoft.com/office/drawing/2014/main" id="{C3F689C2-13BB-C9AF-F109-AF405FBED594}"/>
              </a:ext>
            </a:extLst>
          </p:cNvPr>
          <p:cNvSpPr/>
          <p:nvPr/>
        </p:nvSpPr>
        <p:spPr>
          <a:xfrm>
            <a:off x="673007" y="5621269"/>
            <a:ext cx="1415161" cy="516661"/>
          </a:xfrm>
          <a:prstGeom prst="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ptos"/>
              <a:ea typeface="+mn-ea"/>
              <a:cs typeface="+mn-cs"/>
            </a:endParaRPr>
          </a:p>
        </p:txBody>
      </p:sp>
      <p:sp>
        <p:nvSpPr>
          <p:cNvPr id="55" name="TextBox 54">
            <a:extLst>
              <a:ext uri="{FF2B5EF4-FFF2-40B4-BE49-F238E27FC236}">
                <a16:creationId xmlns:a16="http://schemas.microsoft.com/office/drawing/2014/main" id="{493B8444-B1E0-684C-9F9F-D8324F4DB8FA}"/>
              </a:ext>
            </a:extLst>
          </p:cNvPr>
          <p:cNvSpPr txBox="1"/>
          <p:nvPr/>
        </p:nvSpPr>
        <p:spPr>
          <a:xfrm>
            <a:off x="720649" y="1917095"/>
            <a:ext cx="1349610"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rPr>
              <a:t>Estimation</a:t>
            </a:r>
          </a:p>
        </p:txBody>
      </p:sp>
      <p:sp>
        <p:nvSpPr>
          <p:cNvPr id="56" name="TextBox 55">
            <a:extLst>
              <a:ext uri="{FF2B5EF4-FFF2-40B4-BE49-F238E27FC236}">
                <a16:creationId xmlns:a16="http://schemas.microsoft.com/office/drawing/2014/main" id="{8A1AC387-67BA-8734-845F-9AE6119ACF5C}"/>
              </a:ext>
            </a:extLst>
          </p:cNvPr>
          <p:cNvSpPr txBox="1"/>
          <p:nvPr/>
        </p:nvSpPr>
        <p:spPr>
          <a:xfrm>
            <a:off x="705782" y="2925806"/>
            <a:ext cx="1349610"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rPr>
              <a:t>Project Kick-Off</a:t>
            </a:r>
          </a:p>
        </p:txBody>
      </p:sp>
      <p:sp>
        <p:nvSpPr>
          <p:cNvPr id="57" name="TextBox 56">
            <a:extLst>
              <a:ext uri="{FF2B5EF4-FFF2-40B4-BE49-F238E27FC236}">
                <a16:creationId xmlns:a16="http://schemas.microsoft.com/office/drawing/2014/main" id="{0501AE4F-F1DA-1DA6-1967-64FDCDD65FC1}"/>
              </a:ext>
            </a:extLst>
          </p:cNvPr>
          <p:cNvSpPr txBox="1"/>
          <p:nvPr/>
        </p:nvSpPr>
        <p:spPr>
          <a:xfrm>
            <a:off x="738558" y="3864189"/>
            <a:ext cx="1349610"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rPr>
              <a:t>Prepare Project Plan</a:t>
            </a:r>
          </a:p>
        </p:txBody>
      </p:sp>
      <p:sp>
        <p:nvSpPr>
          <p:cNvPr id="58" name="TextBox 57">
            <a:extLst>
              <a:ext uri="{FF2B5EF4-FFF2-40B4-BE49-F238E27FC236}">
                <a16:creationId xmlns:a16="http://schemas.microsoft.com/office/drawing/2014/main" id="{BEC71442-799C-6001-DD89-D5467758EE6E}"/>
              </a:ext>
            </a:extLst>
          </p:cNvPr>
          <p:cNvSpPr txBox="1"/>
          <p:nvPr/>
        </p:nvSpPr>
        <p:spPr>
          <a:xfrm>
            <a:off x="733920" y="4850898"/>
            <a:ext cx="1349610"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rPr>
              <a:t>Identify Risks</a:t>
            </a:r>
          </a:p>
        </p:txBody>
      </p:sp>
      <p:sp>
        <p:nvSpPr>
          <p:cNvPr id="59" name="TextBox 58">
            <a:extLst>
              <a:ext uri="{FF2B5EF4-FFF2-40B4-BE49-F238E27FC236}">
                <a16:creationId xmlns:a16="http://schemas.microsoft.com/office/drawing/2014/main" id="{8E82A0C1-0C37-9554-3225-BDB82580A3BC}"/>
              </a:ext>
            </a:extLst>
          </p:cNvPr>
          <p:cNvSpPr txBox="1"/>
          <p:nvPr/>
        </p:nvSpPr>
        <p:spPr>
          <a:xfrm>
            <a:off x="733920" y="5756488"/>
            <a:ext cx="1349610"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rPr>
              <a:t>Review SOW</a:t>
            </a:r>
          </a:p>
        </p:txBody>
      </p:sp>
      <p:sp>
        <p:nvSpPr>
          <p:cNvPr id="60" name="TextBox 59">
            <a:extLst>
              <a:ext uri="{FF2B5EF4-FFF2-40B4-BE49-F238E27FC236}">
                <a16:creationId xmlns:a16="http://schemas.microsoft.com/office/drawing/2014/main" id="{B944195E-E774-F52C-C860-D02F55094976}"/>
              </a:ext>
            </a:extLst>
          </p:cNvPr>
          <p:cNvSpPr txBox="1"/>
          <p:nvPr/>
        </p:nvSpPr>
        <p:spPr>
          <a:xfrm>
            <a:off x="2186580" y="1136361"/>
            <a:ext cx="3369317" cy="400110"/>
          </a:xfrm>
          <a:prstGeom prst="rect">
            <a:avLst/>
          </a:prstGeom>
          <a:no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rPr>
              <a:t>Task</a:t>
            </a:r>
          </a:p>
        </p:txBody>
      </p:sp>
      <p:sp>
        <p:nvSpPr>
          <p:cNvPr id="61" name="TextBox 60">
            <a:extLst>
              <a:ext uri="{FF2B5EF4-FFF2-40B4-BE49-F238E27FC236}">
                <a16:creationId xmlns:a16="http://schemas.microsoft.com/office/drawing/2014/main" id="{140D5986-2D1E-8991-15B0-79B09E24C616}"/>
              </a:ext>
            </a:extLst>
          </p:cNvPr>
          <p:cNvSpPr txBox="1"/>
          <p:nvPr/>
        </p:nvSpPr>
        <p:spPr>
          <a:xfrm>
            <a:off x="7278898" y="1090450"/>
            <a:ext cx="3369317" cy="400110"/>
          </a:xfrm>
          <a:prstGeom prst="rect">
            <a:avLst/>
          </a:prstGeom>
          <a:no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rPr>
              <a:t>Agentic AI Task</a:t>
            </a:r>
          </a:p>
        </p:txBody>
      </p:sp>
      <p:sp>
        <p:nvSpPr>
          <p:cNvPr id="63" name="TextBox 62">
            <a:extLst>
              <a:ext uri="{FF2B5EF4-FFF2-40B4-BE49-F238E27FC236}">
                <a16:creationId xmlns:a16="http://schemas.microsoft.com/office/drawing/2014/main" id="{653D74BD-F0D5-9C5D-CC80-BAE878A781E5}"/>
              </a:ext>
            </a:extLst>
          </p:cNvPr>
          <p:cNvSpPr txBox="1"/>
          <p:nvPr/>
        </p:nvSpPr>
        <p:spPr>
          <a:xfrm>
            <a:off x="6520548" y="1668169"/>
            <a:ext cx="4886012"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ptos"/>
                <a:ea typeface="+mn-ea"/>
                <a:cs typeface="+mn-cs"/>
              </a:rPr>
              <a:t>Break down agentic components, LLM/API cost, tuning cycles, evaluation effort</a:t>
            </a:r>
            <a:endParaRPr kumimoji="0" lang="en-US" sz="14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endParaRPr>
          </a:p>
        </p:txBody>
      </p:sp>
      <p:sp>
        <p:nvSpPr>
          <p:cNvPr id="65" name="TextBox 64">
            <a:extLst>
              <a:ext uri="{FF2B5EF4-FFF2-40B4-BE49-F238E27FC236}">
                <a16:creationId xmlns:a16="http://schemas.microsoft.com/office/drawing/2014/main" id="{B3942FB9-DAF0-9A25-841F-4592BB9174F5}"/>
              </a:ext>
            </a:extLst>
          </p:cNvPr>
          <p:cNvSpPr txBox="1"/>
          <p:nvPr/>
        </p:nvSpPr>
        <p:spPr>
          <a:xfrm>
            <a:off x="6519725" y="2767179"/>
            <a:ext cx="4886012"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ptos"/>
                <a:ea typeface="+mn-ea"/>
                <a:cs typeface="+mn-cs"/>
              </a:rPr>
              <a:t>Align on agentic goals, onboard team, define architecture and governance</a:t>
            </a:r>
            <a:endParaRPr kumimoji="0" lang="en-US" sz="14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endParaRPr>
          </a:p>
        </p:txBody>
      </p:sp>
      <p:sp>
        <p:nvSpPr>
          <p:cNvPr id="66" name="TextBox 65">
            <a:extLst>
              <a:ext uri="{FF2B5EF4-FFF2-40B4-BE49-F238E27FC236}">
                <a16:creationId xmlns:a16="http://schemas.microsoft.com/office/drawing/2014/main" id="{416B7D31-D7D6-A494-1DD1-DAD3D4D2246C}"/>
              </a:ext>
            </a:extLst>
          </p:cNvPr>
          <p:cNvSpPr txBox="1"/>
          <p:nvPr/>
        </p:nvSpPr>
        <p:spPr>
          <a:xfrm>
            <a:off x="6567430" y="3699418"/>
            <a:ext cx="4886012"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ptos"/>
                <a:ea typeface="+mn-ea"/>
                <a:cs typeface="+mn-cs"/>
              </a:rPr>
              <a:t>Build agent-aware WBS, sprint structure, release planning</a:t>
            </a:r>
            <a:endParaRPr kumimoji="0" lang="en-US" sz="14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endParaRPr>
          </a:p>
        </p:txBody>
      </p:sp>
      <p:sp>
        <p:nvSpPr>
          <p:cNvPr id="67" name="TextBox 66">
            <a:extLst>
              <a:ext uri="{FF2B5EF4-FFF2-40B4-BE49-F238E27FC236}">
                <a16:creationId xmlns:a16="http://schemas.microsoft.com/office/drawing/2014/main" id="{CF1A7DA8-B880-6F36-F33C-D786463F737A}"/>
              </a:ext>
            </a:extLst>
          </p:cNvPr>
          <p:cNvSpPr txBox="1"/>
          <p:nvPr/>
        </p:nvSpPr>
        <p:spPr>
          <a:xfrm>
            <a:off x="6567430" y="4715679"/>
            <a:ext cx="4886012"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ptos"/>
                <a:ea typeface="+mn-ea"/>
                <a:cs typeface="+mn-cs"/>
              </a:rPr>
              <a:t>Document risks like hallucination, explainability, API dependency</a:t>
            </a:r>
            <a:endParaRPr kumimoji="0" lang="en-US" sz="14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endParaRPr>
          </a:p>
        </p:txBody>
      </p:sp>
      <p:sp>
        <p:nvSpPr>
          <p:cNvPr id="68" name="TextBox 67">
            <a:extLst>
              <a:ext uri="{FF2B5EF4-FFF2-40B4-BE49-F238E27FC236}">
                <a16:creationId xmlns:a16="http://schemas.microsoft.com/office/drawing/2014/main" id="{3EFFFADF-FB50-F16D-499A-3B45513BF4B1}"/>
              </a:ext>
            </a:extLst>
          </p:cNvPr>
          <p:cNvSpPr txBox="1"/>
          <p:nvPr/>
        </p:nvSpPr>
        <p:spPr>
          <a:xfrm>
            <a:off x="6517257" y="5654726"/>
            <a:ext cx="4886012"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ptos"/>
                <a:ea typeface="+mn-ea"/>
                <a:cs typeface="+mn-cs"/>
              </a:rPr>
              <a:t>Ensure scope covers agentic design, ownership, legal &amp; operational risks</a:t>
            </a:r>
            <a:endParaRPr kumimoji="0" lang="en-US" sz="14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endParaRPr>
          </a:p>
        </p:txBody>
      </p:sp>
      <p:sp>
        <p:nvSpPr>
          <p:cNvPr id="69" name="TextBox 68">
            <a:extLst>
              <a:ext uri="{FF2B5EF4-FFF2-40B4-BE49-F238E27FC236}">
                <a16:creationId xmlns:a16="http://schemas.microsoft.com/office/drawing/2014/main" id="{4665B7FC-42D3-4EFE-69C2-8D892897205E}"/>
              </a:ext>
            </a:extLst>
          </p:cNvPr>
          <p:cNvSpPr txBox="1"/>
          <p:nvPr/>
        </p:nvSpPr>
        <p:spPr>
          <a:xfrm>
            <a:off x="2263006" y="3614406"/>
            <a:ext cx="3247662"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ptos"/>
                <a:ea typeface="+mn-ea"/>
                <a:cs typeface="+mn-cs"/>
              </a:rPr>
              <a:t>Identify all deliverables, define the technical approach, refine and validate estimates, prepare the financial plan, and plan sprints, releases, and associated activities.</a:t>
            </a:r>
            <a:endParaRPr kumimoji="0" lang="en-US" sz="12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endParaRPr>
          </a:p>
        </p:txBody>
      </p:sp>
      <p:sp>
        <p:nvSpPr>
          <p:cNvPr id="70" name="TextBox 69">
            <a:extLst>
              <a:ext uri="{FF2B5EF4-FFF2-40B4-BE49-F238E27FC236}">
                <a16:creationId xmlns:a16="http://schemas.microsoft.com/office/drawing/2014/main" id="{81575016-996C-CCB6-F7EB-3F5F97D460A9}"/>
              </a:ext>
            </a:extLst>
          </p:cNvPr>
          <p:cNvSpPr txBox="1"/>
          <p:nvPr/>
        </p:nvSpPr>
        <p:spPr>
          <a:xfrm>
            <a:off x="2263006" y="4610285"/>
            <a:ext cx="3247662"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ptos"/>
                <a:ea typeface="+mn-ea"/>
                <a:cs typeface="+mn-cs"/>
              </a:rPr>
              <a:t>Identify risks, assess their probability and impact, and develop preventive, corrective, mitigation, and contingency plans.</a:t>
            </a:r>
            <a:endParaRPr kumimoji="0" lang="en-US" sz="12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endParaRPr>
          </a:p>
        </p:txBody>
      </p:sp>
      <p:sp>
        <p:nvSpPr>
          <p:cNvPr id="71" name="TextBox 70">
            <a:extLst>
              <a:ext uri="{FF2B5EF4-FFF2-40B4-BE49-F238E27FC236}">
                <a16:creationId xmlns:a16="http://schemas.microsoft.com/office/drawing/2014/main" id="{FA2D04EE-7C33-0955-A2B1-5B04A6105D7E}"/>
              </a:ext>
            </a:extLst>
          </p:cNvPr>
          <p:cNvSpPr txBox="1"/>
          <p:nvPr/>
        </p:nvSpPr>
        <p:spPr>
          <a:xfrm>
            <a:off x="2263006" y="5593170"/>
            <a:ext cx="3247662"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ptos"/>
                <a:ea typeface="+mn-ea"/>
                <a:cs typeface="+mn-cs"/>
              </a:rPr>
              <a:t>Review client contracts, prepare partner contracts (if applicable), and raise the work order.</a:t>
            </a:r>
            <a:endParaRPr kumimoji="0" lang="en-US" sz="12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endParaRPr>
          </a:p>
        </p:txBody>
      </p:sp>
      <p:sp>
        <p:nvSpPr>
          <p:cNvPr id="72" name="TextBox 71">
            <a:extLst>
              <a:ext uri="{FF2B5EF4-FFF2-40B4-BE49-F238E27FC236}">
                <a16:creationId xmlns:a16="http://schemas.microsoft.com/office/drawing/2014/main" id="{56B29988-F062-61F5-7225-3E0E3FFAD7EB}"/>
              </a:ext>
            </a:extLst>
          </p:cNvPr>
          <p:cNvSpPr txBox="1"/>
          <p:nvPr/>
        </p:nvSpPr>
        <p:spPr>
          <a:xfrm>
            <a:off x="2238337" y="1767031"/>
            <a:ext cx="3272328"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ptos"/>
                <a:ea typeface="+mn-ea"/>
                <a:cs typeface="+mn-cs"/>
              </a:rPr>
              <a:t>Effort, cost, and resources are estimated and validated.</a:t>
            </a:r>
            <a:endParaRPr kumimoji="0" lang="en-US" sz="12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endParaRPr>
          </a:p>
        </p:txBody>
      </p:sp>
      <p:sp>
        <p:nvSpPr>
          <p:cNvPr id="73" name="TextBox 72">
            <a:extLst>
              <a:ext uri="{FF2B5EF4-FFF2-40B4-BE49-F238E27FC236}">
                <a16:creationId xmlns:a16="http://schemas.microsoft.com/office/drawing/2014/main" id="{94813029-0D71-784D-19B7-AA5E38F3BFB0}"/>
              </a:ext>
            </a:extLst>
          </p:cNvPr>
          <p:cNvSpPr txBox="1"/>
          <p:nvPr/>
        </p:nvSpPr>
        <p:spPr>
          <a:xfrm>
            <a:off x="2185751" y="2833028"/>
            <a:ext cx="3324914"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ptos"/>
                <a:ea typeface="+mn-ea"/>
                <a:cs typeface="+mn-cs"/>
              </a:rPr>
              <a:t>Project goals, roles, and timelines are officially established and communicated.</a:t>
            </a:r>
            <a:endParaRPr kumimoji="0" lang="en-US" sz="12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endParaRPr>
          </a:p>
        </p:txBody>
      </p:sp>
      <p:grpSp>
        <p:nvGrpSpPr>
          <p:cNvPr id="37" name="Group 36">
            <a:extLst>
              <a:ext uri="{FF2B5EF4-FFF2-40B4-BE49-F238E27FC236}">
                <a16:creationId xmlns:a16="http://schemas.microsoft.com/office/drawing/2014/main" id="{F26600AE-7F46-8580-49B9-FCD30D15B02B}"/>
              </a:ext>
            </a:extLst>
          </p:cNvPr>
          <p:cNvGrpSpPr/>
          <p:nvPr/>
        </p:nvGrpSpPr>
        <p:grpSpPr>
          <a:xfrm>
            <a:off x="3021164" y="601015"/>
            <a:ext cx="9172634" cy="276999"/>
            <a:chOff x="3021164" y="601015"/>
            <a:chExt cx="9172634" cy="276999"/>
          </a:xfrm>
        </p:grpSpPr>
        <p:sp>
          <p:nvSpPr>
            <p:cNvPr id="8" name="TextBox 7">
              <a:extLst>
                <a:ext uri="{FF2B5EF4-FFF2-40B4-BE49-F238E27FC236}">
                  <a16:creationId xmlns:a16="http://schemas.microsoft.com/office/drawing/2014/main" id="{09F3ABAA-8CD9-B6F2-91A5-6225DA844552}"/>
                </a:ext>
              </a:extLst>
            </p:cNvPr>
            <p:cNvSpPr txBox="1"/>
            <p:nvPr/>
          </p:nvSpPr>
          <p:spPr>
            <a:xfrm>
              <a:off x="3021164" y="601015"/>
              <a:ext cx="2223936" cy="276999"/>
            </a:xfrm>
            <a:prstGeom prst="rect">
              <a:avLst/>
            </a:prstGeom>
            <a:noFill/>
          </p:spPr>
          <p:txBody>
            <a:bodyPr wrap="square" rtlCol="0">
              <a:spAutoFit/>
            </a:bodyPr>
            <a:lstStyle/>
            <a:p>
              <a:r>
                <a:rPr lang="en-IN" sz="1200" i="1" dirty="0">
                  <a:latin typeface="Verdana" panose="020B0604030504040204" pitchFamily="34" charset="0"/>
                  <a:ea typeface="Verdana" panose="020B0604030504040204" pitchFamily="34" charset="0"/>
                </a:rPr>
                <a:t>Responsible:</a:t>
              </a:r>
            </a:p>
          </p:txBody>
        </p:sp>
        <p:sp>
          <p:nvSpPr>
            <p:cNvPr id="14" name="TextBox 13">
              <a:extLst>
                <a:ext uri="{FF2B5EF4-FFF2-40B4-BE49-F238E27FC236}">
                  <a16:creationId xmlns:a16="http://schemas.microsoft.com/office/drawing/2014/main" id="{B1AECE2D-684B-A2E8-963C-5AD3DA1C13B8}"/>
                </a:ext>
              </a:extLst>
            </p:cNvPr>
            <p:cNvSpPr txBox="1"/>
            <p:nvPr/>
          </p:nvSpPr>
          <p:spPr>
            <a:xfrm>
              <a:off x="5337397" y="601015"/>
              <a:ext cx="2223936" cy="276999"/>
            </a:xfrm>
            <a:prstGeom prst="rect">
              <a:avLst/>
            </a:prstGeom>
            <a:noFill/>
          </p:spPr>
          <p:txBody>
            <a:bodyPr wrap="square" rtlCol="0">
              <a:spAutoFit/>
            </a:bodyPr>
            <a:lstStyle/>
            <a:p>
              <a:r>
                <a:rPr lang="en-IN" sz="1200" i="1" dirty="0">
                  <a:latin typeface="Verdana" panose="020B0604030504040204" pitchFamily="34" charset="0"/>
                  <a:ea typeface="Verdana" panose="020B0604030504040204" pitchFamily="34" charset="0"/>
                </a:rPr>
                <a:t>Accountable:</a:t>
              </a:r>
            </a:p>
          </p:txBody>
        </p:sp>
        <p:sp>
          <p:nvSpPr>
            <p:cNvPr id="35" name="TextBox 34">
              <a:extLst>
                <a:ext uri="{FF2B5EF4-FFF2-40B4-BE49-F238E27FC236}">
                  <a16:creationId xmlns:a16="http://schemas.microsoft.com/office/drawing/2014/main" id="{00FD4FAC-61EA-B632-704A-1F8E582B40FE}"/>
                </a:ext>
              </a:extLst>
            </p:cNvPr>
            <p:cNvSpPr txBox="1"/>
            <p:nvPr/>
          </p:nvSpPr>
          <p:spPr>
            <a:xfrm>
              <a:off x="9969862" y="601015"/>
              <a:ext cx="2223936" cy="276999"/>
            </a:xfrm>
            <a:prstGeom prst="rect">
              <a:avLst/>
            </a:prstGeom>
            <a:noFill/>
          </p:spPr>
          <p:txBody>
            <a:bodyPr wrap="square" rtlCol="0">
              <a:spAutoFit/>
            </a:bodyPr>
            <a:lstStyle/>
            <a:p>
              <a:r>
                <a:rPr lang="en-IN" sz="1200" i="1" dirty="0">
                  <a:latin typeface="Verdana" panose="020B0604030504040204" pitchFamily="34" charset="0"/>
                  <a:ea typeface="Verdana" panose="020B0604030504040204" pitchFamily="34" charset="0"/>
                </a:rPr>
                <a:t>Informed:</a:t>
              </a:r>
            </a:p>
          </p:txBody>
        </p:sp>
        <p:sp>
          <p:nvSpPr>
            <p:cNvPr id="36" name="TextBox 35">
              <a:extLst>
                <a:ext uri="{FF2B5EF4-FFF2-40B4-BE49-F238E27FC236}">
                  <a16:creationId xmlns:a16="http://schemas.microsoft.com/office/drawing/2014/main" id="{9A40AAC4-0DAB-22A8-3AE2-039B9996C140}"/>
                </a:ext>
              </a:extLst>
            </p:cNvPr>
            <p:cNvSpPr txBox="1"/>
            <p:nvPr/>
          </p:nvSpPr>
          <p:spPr>
            <a:xfrm>
              <a:off x="7653630" y="601015"/>
              <a:ext cx="2223936" cy="276999"/>
            </a:xfrm>
            <a:prstGeom prst="rect">
              <a:avLst/>
            </a:prstGeom>
            <a:noFill/>
          </p:spPr>
          <p:txBody>
            <a:bodyPr wrap="square" rtlCol="0">
              <a:spAutoFit/>
            </a:bodyPr>
            <a:lstStyle/>
            <a:p>
              <a:r>
                <a:rPr lang="en-IN" sz="1200" i="1" dirty="0">
                  <a:latin typeface="Verdana" panose="020B0604030504040204" pitchFamily="34" charset="0"/>
                  <a:ea typeface="Verdana" panose="020B0604030504040204" pitchFamily="34" charset="0"/>
                </a:rPr>
                <a:t>Consulted:</a:t>
              </a:r>
            </a:p>
          </p:txBody>
        </p:sp>
      </p:grpSp>
    </p:spTree>
    <p:extLst>
      <p:ext uri="{BB962C8B-B14F-4D97-AF65-F5344CB8AC3E}">
        <p14:creationId xmlns:p14="http://schemas.microsoft.com/office/powerpoint/2010/main" val="4160286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529C147D-6AF9-2F12-5C77-A525035F0EAE}"/>
              </a:ext>
            </a:extLst>
          </p:cNvPr>
          <p:cNvGraphicFramePr>
            <a:graphicFrameLocks noGrp="1"/>
          </p:cNvGraphicFramePr>
          <p:nvPr>
            <p:extLst>
              <p:ext uri="{D42A27DB-BD31-4B8C-83A1-F6EECF244321}">
                <p14:modId xmlns:p14="http://schemas.microsoft.com/office/powerpoint/2010/main" val="2919989947"/>
              </p:ext>
            </p:extLst>
          </p:nvPr>
        </p:nvGraphicFramePr>
        <p:xfrm>
          <a:off x="515936" y="824974"/>
          <a:ext cx="10882088" cy="5473161"/>
        </p:xfrm>
        <a:graphic>
          <a:graphicData uri="http://schemas.openxmlformats.org/drawingml/2006/table">
            <a:tbl>
              <a:tblPr firstRow="1" bandRow="1">
                <a:tableStyleId>{21E4AEA4-8DFA-4A89-87EB-49C32662AFE0}</a:tableStyleId>
              </a:tblPr>
              <a:tblGrid>
                <a:gridCol w="1554584">
                  <a:extLst>
                    <a:ext uri="{9D8B030D-6E8A-4147-A177-3AD203B41FA5}">
                      <a16:colId xmlns:a16="http://schemas.microsoft.com/office/drawing/2014/main" val="1234839939"/>
                    </a:ext>
                  </a:extLst>
                </a:gridCol>
                <a:gridCol w="1554584">
                  <a:extLst>
                    <a:ext uri="{9D8B030D-6E8A-4147-A177-3AD203B41FA5}">
                      <a16:colId xmlns:a16="http://schemas.microsoft.com/office/drawing/2014/main" val="779439767"/>
                    </a:ext>
                  </a:extLst>
                </a:gridCol>
                <a:gridCol w="1045549">
                  <a:extLst>
                    <a:ext uri="{9D8B030D-6E8A-4147-A177-3AD203B41FA5}">
                      <a16:colId xmlns:a16="http://schemas.microsoft.com/office/drawing/2014/main" val="953708041"/>
                    </a:ext>
                  </a:extLst>
                </a:gridCol>
                <a:gridCol w="1393371">
                  <a:extLst>
                    <a:ext uri="{9D8B030D-6E8A-4147-A177-3AD203B41FA5}">
                      <a16:colId xmlns:a16="http://schemas.microsoft.com/office/drawing/2014/main" val="4004636894"/>
                    </a:ext>
                  </a:extLst>
                </a:gridCol>
                <a:gridCol w="1262743">
                  <a:extLst>
                    <a:ext uri="{9D8B030D-6E8A-4147-A177-3AD203B41FA5}">
                      <a16:colId xmlns:a16="http://schemas.microsoft.com/office/drawing/2014/main" val="3718380252"/>
                    </a:ext>
                  </a:extLst>
                </a:gridCol>
                <a:gridCol w="2516673">
                  <a:extLst>
                    <a:ext uri="{9D8B030D-6E8A-4147-A177-3AD203B41FA5}">
                      <a16:colId xmlns:a16="http://schemas.microsoft.com/office/drawing/2014/main" val="2472272205"/>
                    </a:ext>
                  </a:extLst>
                </a:gridCol>
                <a:gridCol w="1554584">
                  <a:extLst>
                    <a:ext uri="{9D8B030D-6E8A-4147-A177-3AD203B41FA5}">
                      <a16:colId xmlns:a16="http://schemas.microsoft.com/office/drawing/2014/main" val="2420982706"/>
                    </a:ext>
                  </a:extLst>
                </a:gridCol>
              </a:tblGrid>
              <a:tr h="649730">
                <a:tc>
                  <a:txBody>
                    <a:bodyPr/>
                    <a:lstStyle/>
                    <a:p>
                      <a:pPr algn="ctr" fontAlgn="ctr"/>
                      <a:r>
                        <a:rPr lang="en-IN" sz="1000" b="1" u="none" strike="noStrike" dirty="0">
                          <a:effectLst/>
                          <a:latin typeface="Verdana" panose="020B0604030504040204" pitchFamily="34" charset="0"/>
                          <a:ea typeface="Verdana" panose="020B0604030504040204" pitchFamily="34" charset="0"/>
                        </a:rPr>
                        <a:t>Workstream</a:t>
                      </a:r>
                      <a:endParaRPr lang="en-IN" sz="1000" b="1" i="0" u="none" strike="noStrike" dirty="0">
                        <a:solidFill>
                          <a:srgbClr val="000000"/>
                        </a:solidFill>
                        <a:effectLst/>
                        <a:latin typeface="Verdana" panose="020B0604030504040204" pitchFamily="34" charset="0"/>
                        <a:ea typeface="Verdana" panose="020B0604030504040204" pitchFamily="34" charset="0"/>
                      </a:endParaRPr>
                    </a:p>
                  </a:txBody>
                  <a:tcPr marL="1729" marR="1729" marT="1729" marB="0" anchor="ctr"/>
                </a:tc>
                <a:tc>
                  <a:txBody>
                    <a:bodyPr/>
                    <a:lstStyle/>
                    <a:p>
                      <a:pPr algn="ctr" fontAlgn="ctr"/>
                      <a:r>
                        <a:rPr lang="en-IN" sz="1000" b="1" u="none" strike="noStrike" dirty="0">
                          <a:effectLst/>
                          <a:latin typeface="Verdana" panose="020B0604030504040204" pitchFamily="34" charset="0"/>
                          <a:ea typeface="Verdana" panose="020B0604030504040204" pitchFamily="34" charset="0"/>
                        </a:rPr>
                        <a:t>Sub-Workstream</a:t>
                      </a:r>
                      <a:endParaRPr lang="en-IN" sz="1000" b="1" i="0" u="none" strike="noStrike" dirty="0">
                        <a:solidFill>
                          <a:srgbClr val="000000"/>
                        </a:solidFill>
                        <a:effectLst/>
                        <a:latin typeface="Verdana" panose="020B0604030504040204" pitchFamily="34" charset="0"/>
                        <a:ea typeface="Verdana" panose="020B0604030504040204" pitchFamily="34" charset="0"/>
                      </a:endParaRPr>
                    </a:p>
                  </a:txBody>
                  <a:tcPr marL="1729" marR="1729" marT="1729" marB="0" anchor="ctr"/>
                </a:tc>
                <a:tc>
                  <a:txBody>
                    <a:bodyPr/>
                    <a:lstStyle/>
                    <a:p>
                      <a:pPr algn="ctr" fontAlgn="ctr"/>
                      <a:r>
                        <a:rPr lang="en-IN" sz="1000" b="1" u="none" strike="noStrike" dirty="0">
                          <a:effectLst/>
                          <a:latin typeface="Verdana" panose="020B0604030504040204" pitchFamily="34" charset="0"/>
                          <a:ea typeface="Verdana" panose="020B0604030504040204" pitchFamily="34" charset="0"/>
                        </a:rPr>
                        <a:t>Granular Task Definition</a:t>
                      </a:r>
                      <a:endParaRPr lang="en-IN" sz="1000" b="1" i="0" u="none" strike="noStrike" dirty="0">
                        <a:solidFill>
                          <a:srgbClr val="000000"/>
                        </a:solidFill>
                        <a:effectLst/>
                        <a:latin typeface="Verdana" panose="020B0604030504040204" pitchFamily="34" charset="0"/>
                        <a:ea typeface="Verdana" panose="020B0604030504040204" pitchFamily="34" charset="0"/>
                      </a:endParaRPr>
                    </a:p>
                  </a:txBody>
                  <a:tcPr marL="1729" marR="1729" marT="1729" marB="0" anchor="ctr"/>
                </a:tc>
                <a:tc>
                  <a:txBody>
                    <a:bodyPr/>
                    <a:lstStyle/>
                    <a:p>
                      <a:pPr algn="ctr" fontAlgn="ctr"/>
                      <a:r>
                        <a:rPr lang="en-IN" sz="1000" b="1" u="none" strike="noStrike" dirty="0">
                          <a:effectLst/>
                          <a:latin typeface="Verdana" panose="020B0604030504040204" pitchFamily="34" charset="0"/>
                          <a:ea typeface="Verdana" panose="020B0604030504040204" pitchFamily="34" charset="0"/>
                        </a:rPr>
                        <a:t>Agent Autonomy Level</a:t>
                      </a:r>
                      <a:br>
                        <a:rPr lang="en-IN" sz="1000" b="1" u="none" strike="noStrike" dirty="0">
                          <a:effectLst/>
                          <a:latin typeface="Verdana" panose="020B0604030504040204" pitchFamily="34" charset="0"/>
                          <a:ea typeface="Verdana" panose="020B0604030504040204" pitchFamily="34" charset="0"/>
                        </a:rPr>
                      </a:br>
                      <a:r>
                        <a:rPr lang="en-IN" sz="1000" b="1" u="none" strike="noStrike" dirty="0">
                          <a:effectLst/>
                          <a:latin typeface="Verdana" panose="020B0604030504040204" pitchFamily="34" charset="0"/>
                          <a:ea typeface="Verdana" panose="020B0604030504040204" pitchFamily="34" charset="0"/>
                        </a:rPr>
                        <a:t>(Fully / Partially / Human)</a:t>
                      </a:r>
                      <a:endParaRPr lang="en-IN" sz="1000" b="1" i="1" u="none" strike="noStrike" dirty="0">
                        <a:solidFill>
                          <a:srgbClr val="000000"/>
                        </a:solidFill>
                        <a:effectLst/>
                        <a:latin typeface="Verdana" panose="020B0604030504040204" pitchFamily="34" charset="0"/>
                        <a:ea typeface="Verdana" panose="020B0604030504040204" pitchFamily="34" charset="0"/>
                      </a:endParaRPr>
                    </a:p>
                  </a:txBody>
                  <a:tcPr marL="1729" marR="1729" marT="1729" marB="0" anchor="ctr"/>
                </a:tc>
                <a:tc>
                  <a:txBody>
                    <a:bodyPr/>
                    <a:lstStyle/>
                    <a:p>
                      <a:pPr algn="ctr" fontAlgn="ctr"/>
                      <a:r>
                        <a:rPr lang="en-IN" sz="1000" b="1" u="none" strike="noStrike" dirty="0">
                          <a:effectLst/>
                          <a:latin typeface="Verdana" panose="020B0604030504040204" pitchFamily="34" charset="0"/>
                          <a:ea typeface="Verdana" panose="020B0604030504040204" pitchFamily="34" charset="0"/>
                        </a:rPr>
                        <a:t>Agent Readiness &amp; Availability</a:t>
                      </a:r>
                      <a:endParaRPr lang="en-IN" sz="1000" b="1" i="0" u="none" strike="noStrike" dirty="0">
                        <a:solidFill>
                          <a:srgbClr val="000000"/>
                        </a:solidFill>
                        <a:effectLst/>
                        <a:latin typeface="Verdana" panose="020B0604030504040204" pitchFamily="34" charset="0"/>
                        <a:ea typeface="Verdana" panose="020B0604030504040204" pitchFamily="34" charset="0"/>
                      </a:endParaRPr>
                    </a:p>
                  </a:txBody>
                  <a:tcPr marL="1729" marR="1729" marT="1729" marB="0" anchor="ctr"/>
                </a:tc>
                <a:tc>
                  <a:txBody>
                    <a:bodyPr/>
                    <a:lstStyle/>
                    <a:p>
                      <a:pPr algn="ctr" fontAlgn="ctr"/>
                      <a:r>
                        <a:rPr lang="en-IN" sz="1000" b="1" u="none" strike="noStrike" dirty="0">
                          <a:effectLst/>
                          <a:latin typeface="Verdana" panose="020B0604030504040204" pitchFamily="34" charset="0"/>
                          <a:ea typeface="Verdana" panose="020B0604030504040204" pitchFamily="34" charset="0"/>
                        </a:rPr>
                        <a:t>Planned Action</a:t>
                      </a:r>
                      <a:endParaRPr lang="en-IN" sz="1000" b="1" i="0" u="none" strike="noStrike" dirty="0">
                        <a:solidFill>
                          <a:srgbClr val="000000"/>
                        </a:solidFill>
                        <a:effectLst/>
                        <a:latin typeface="Verdana" panose="020B0604030504040204" pitchFamily="34" charset="0"/>
                        <a:ea typeface="Verdana" panose="020B0604030504040204" pitchFamily="34" charset="0"/>
                      </a:endParaRPr>
                    </a:p>
                  </a:txBody>
                  <a:tcPr marL="1729" marR="1729" marT="1729" marB="0" anchor="ctr"/>
                </a:tc>
                <a:tc>
                  <a:txBody>
                    <a:bodyPr/>
                    <a:lstStyle/>
                    <a:p>
                      <a:pPr algn="ctr" fontAlgn="ctr"/>
                      <a:r>
                        <a:rPr lang="en-IN" sz="1000" b="1" u="none" strike="noStrike" dirty="0">
                          <a:effectLst/>
                          <a:latin typeface="Verdana" panose="020B0604030504040204" pitchFamily="34" charset="0"/>
                          <a:ea typeface="Verdana" panose="020B0604030504040204" pitchFamily="34" charset="0"/>
                        </a:rPr>
                        <a:t>Agent-Human Collaboration Activities</a:t>
                      </a:r>
                      <a:endParaRPr lang="en-IN" sz="1000" b="1" i="0" u="none" strike="noStrike" dirty="0">
                        <a:solidFill>
                          <a:srgbClr val="000000"/>
                        </a:solidFill>
                        <a:effectLst/>
                        <a:latin typeface="Verdana" panose="020B0604030504040204" pitchFamily="34" charset="0"/>
                        <a:ea typeface="Verdana" panose="020B0604030504040204" pitchFamily="34" charset="0"/>
                      </a:endParaRPr>
                    </a:p>
                  </a:txBody>
                  <a:tcPr marL="1729" marR="1729" marT="1729" marB="0" anchor="ctr"/>
                </a:tc>
                <a:extLst>
                  <a:ext uri="{0D108BD9-81ED-4DB2-BD59-A6C34878D82A}">
                    <a16:rowId xmlns:a16="http://schemas.microsoft.com/office/drawing/2014/main" val="997364425"/>
                  </a:ext>
                </a:extLst>
              </a:tr>
              <a:tr h="527003">
                <a:tc rowSpan="2">
                  <a:txBody>
                    <a:bodyPr/>
                    <a:lstStyle/>
                    <a:p>
                      <a:pPr algn="ctr" fontAlgn="ctr"/>
                      <a:r>
                        <a:rPr lang="en-IN" sz="1000" b="1" u="none" strike="noStrike">
                          <a:effectLst/>
                          <a:latin typeface="Verdana" panose="020B0604030504040204" pitchFamily="34" charset="0"/>
                          <a:ea typeface="Verdana" panose="020B0604030504040204" pitchFamily="34" charset="0"/>
                        </a:rPr>
                        <a:t> AVA+ Setup &amp; Configuration</a:t>
                      </a:r>
                      <a:endParaRPr lang="en-IN" sz="1000" b="1" i="0" u="none" strike="noStrike">
                        <a:solidFill>
                          <a:srgbClr val="000000"/>
                        </a:solidFill>
                        <a:effectLst/>
                        <a:latin typeface="Verdana" panose="020B0604030504040204" pitchFamily="34" charset="0"/>
                        <a:ea typeface="Verdana" panose="020B0604030504040204" pitchFamily="34" charset="0"/>
                      </a:endParaRPr>
                    </a:p>
                  </a:txBody>
                  <a:tcPr marL="1729" marR="1729" marT="1729" marB="0" anchor="ctr"/>
                </a:tc>
                <a:tc>
                  <a:txBody>
                    <a:bodyPr/>
                    <a:lstStyle/>
                    <a:p>
                      <a:pPr algn="l" fontAlgn="ctr"/>
                      <a:r>
                        <a:rPr lang="en-IN" sz="1000" b="0" u="none" strike="noStrike" dirty="0">
                          <a:effectLst/>
                          <a:latin typeface="Verdana" panose="020B0604030504040204" pitchFamily="34" charset="0"/>
                          <a:ea typeface="Verdana" panose="020B0604030504040204" pitchFamily="34" charset="0"/>
                        </a:rPr>
                        <a:t>AVA+ Installation</a:t>
                      </a:r>
                      <a:endParaRPr lang="en-IN" sz="1000" b="0" i="0" u="none" strike="noStrike" dirty="0">
                        <a:solidFill>
                          <a:srgbClr val="000000"/>
                        </a:solidFill>
                        <a:effectLst/>
                        <a:latin typeface="Verdana" panose="020B0604030504040204" pitchFamily="34" charset="0"/>
                        <a:ea typeface="Verdana" panose="020B0604030504040204" pitchFamily="34" charset="0"/>
                      </a:endParaRPr>
                    </a:p>
                  </a:txBody>
                  <a:tcPr marL="1729" marR="1729" marT="1729" marB="0" anchor="ctr"/>
                </a:tc>
                <a:tc>
                  <a:txBody>
                    <a:bodyPr/>
                    <a:lstStyle/>
                    <a:p>
                      <a:pPr algn="l" fontAlgn="ctr"/>
                      <a:r>
                        <a:rPr lang="en-IN" sz="1000" u="none" strike="noStrike" dirty="0">
                          <a:effectLst/>
                          <a:latin typeface="Verdana" panose="020B0604030504040204" pitchFamily="34" charset="0"/>
                          <a:ea typeface="Verdana" panose="020B0604030504040204" pitchFamily="34" charset="0"/>
                        </a:rPr>
                        <a:t> </a:t>
                      </a:r>
                      <a:endParaRPr lang="en-IN" sz="1000" b="0" i="0" u="none" strike="noStrike" dirty="0">
                        <a:solidFill>
                          <a:srgbClr val="000000"/>
                        </a:solidFill>
                        <a:effectLst/>
                        <a:latin typeface="Verdana" panose="020B0604030504040204" pitchFamily="34" charset="0"/>
                        <a:ea typeface="Verdana" panose="020B0604030504040204" pitchFamily="34" charset="0"/>
                      </a:endParaRPr>
                    </a:p>
                  </a:txBody>
                  <a:tcPr marL="1729" marR="1729" marT="1729" marB="0" anchor="ctr"/>
                </a:tc>
                <a:tc>
                  <a:txBody>
                    <a:bodyPr/>
                    <a:lstStyle/>
                    <a:p>
                      <a:pPr algn="l" fontAlgn="ctr"/>
                      <a:r>
                        <a:rPr lang="en-IN" sz="1000" u="none" strike="noStrike" dirty="0">
                          <a:effectLst/>
                          <a:latin typeface="Verdana" panose="020B0604030504040204" pitchFamily="34" charset="0"/>
                          <a:ea typeface="Verdana" panose="020B0604030504040204" pitchFamily="34" charset="0"/>
                        </a:rPr>
                        <a:t> </a:t>
                      </a:r>
                      <a:endParaRPr lang="en-IN" sz="1000" b="0" i="0" u="none" strike="noStrike" dirty="0">
                        <a:solidFill>
                          <a:srgbClr val="000000"/>
                        </a:solidFill>
                        <a:effectLst/>
                        <a:latin typeface="Verdana" panose="020B0604030504040204" pitchFamily="34" charset="0"/>
                        <a:ea typeface="Verdana" panose="020B0604030504040204" pitchFamily="34" charset="0"/>
                      </a:endParaRPr>
                    </a:p>
                  </a:txBody>
                  <a:tcPr marL="1729" marR="1729" marT="1729" marB="0" anchor="ctr"/>
                </a:tc>
                <a:tc>
                  <a:txBody>
                    <a:bodyPr/>
                    <a:lstStyle/>
                    <a:p>
                      <a:pPr algn="ctr" fontAlgn="ctr"/>
                      <a:r>
                        <a:rPr lang="en-IN" sz="1000" u="none" strike="noStrike" dirty="0">
                          <a:effectLst/>
                          <a:latin typeface="Verdana" panose="020B0604030504040204" pitchFamily="34" charset="0"/>
                          <a:ea typeface="Verdana" panose="020B0604030504040204" pitchFamily="34" charset="0"/>
                        </a:rPr>
                        <a:t>NA</a:t>
                      </a:r>
                      <a:endParaRPr lang="en-IN" sz="1000" b="0" i="0" u="none" strike="noStrike" dirty="0">
                        <a:solidFill>
                          <a:srgbClr val="000000"/>
                        </a:solidFill>
                        <a:effectLst/>
                        <a:latin typeface="Verdana" panose="020B0604030504040204" pitchFamily="34" charset="0"/>
                        <a:ea typeface="Verdana" panose="020B0604030504040204" pitchFamily="34" charset="0"/>
                      </a:endParaRPr>
                    </a:p>
                  </a:txBody>
                  <a:tcPr marL="1729" marR="1729" marT="1729" marB="0" anchor="ctr"/>
                </a:tc>
                <a:tc>
                  <a:txBody>
                    <a:bodyPr/>
                    <a:lstStyle/>
                    <a:p>
                      <a:pPr algn="l" fontAlgn="ctr"/>
                      <a:r>
                        <a:rPr lang="en-IN" sz="1000" u="none" strike="noStrike" dirty="0">
                          <a:effectLst/>
                          <a:latin typeface="Verdana" panose="020B0604030504040204" pitchFamily="34" charset="0"/>
                          <a:ea typeface="Verdana" panose="020B0604030504040204" pitchFamily="34" charset="0"/>
                        </a:rPr>
                        <a:t> </a:t>
                      </a:r>
                      <a:endParaRPr lang="en-IN" sz="1000" b="0" i="0" u="none" strike="noStrike" dirty="0">
                        <a:solidFill>
                          <a:srgbClr val="000000"/>
                        </a:solidFill>
                        <a:effectLst/>
                        <a:latin typeface="Verdana" panose="020B0604030504040204" pitchFamily="34" charset="0"/>
                        <a:ea typeface="Verdana" panose="020B0604030504040204" pitchFamily="34" charset="0"/>
                      </a:endParaRPr>
                    </a:p>
                  </a:txBody>
                  <a:tcPr marL="1729" marR="1729" marT="1729" marB="0" anchor="ctr"/>
                </a:tc>
                <a:tc>
                  <a:txBody>
                    <a:bodyPr/>
                    <a:lstStyle/>
                    <a:p>
                      <a:pPr algn="l" fontAlgn="ctr"/>
                      <a:r>
                        <a:rPr lang="en-IN" sz="1000" u="none" strike="noStrike">
                          <a:effectLst/>
                          <a:latin typeface="Verdana" panose="020B0604030504040204" pitchFamily="34" charset="0"/>
                          <a:ea typeface="Verdana" panose="020B0604030504040204" pitchFamily="34" charset="0"/>
                        </a:rPr>
                        <a:t> </a:t>
                      </a:r>
                      <a:endParaRPr lang="en-IN" sz="1000" b="0" i="0" u="none" strike="noStrike">
                        <a:solidFill>
                          <a:srgbClr val="000000"/>
                        </a:solidFill>
                        <a:effectLst/>
                        <a:latin typeface="Verdana" panose="020B0604030504040204" pitchFamily="34" charset="0"/>
                        <a:ea typeface="Verdana" panose="020B0604030504040204" pitchFamily="34" charset="0"/>
                      </a:endParaRPr>
                    </a:p>
                  </a:txBody>
                  <a:tcPr marL="1729" marR="1729" marT="1729" marB="0" anchor="ctr"/>
                </a:tc>
                <a:extLst>
                  <a:ext uri="{0D108BD9-81ED-4DB2-BD59-A6C34878D82A}">
                    <a16:rowId xmlns:a16="http://schemas.microsoft.com/office/drawing/2014/main" val="856717799"/>
                  </a:ext>
                </a:extLst>
              </a:tr>
              <a:tr h="527003">
                <a:tc vMerge="1">
                  <a:txBody>
                    <a:bodyPr/>
                    <a:lstStyle/>
                    <a:p>
                      <a:endParaRPr dirty="0"/>
                    </a:p>
                  </a:txBody>
                  <a:tcPr marL="1729" marR="1729" marT="1729" marB="0" anchor="ctr"/>
                </a:tc>
                <a:tc>
                  <a:txBody>
                    <a:bodyPr/>
                    <a:lstStyle/>
                    <a:p>
                      <a:pPr algn="l" fontAlgn="ctr"/>
                      <a:r>
                        <a:rPr lang="en-IN" sz="1000" b="0" u="none" strike="noStrike" dirty="0">
                          <a:effectLst/>
                          <a:latin typeface="Verdana" panose="020B0604030504040204" pitchFamily="34" charset="0"/>
                          <a:ea typeface="Verdana" panose="020B0604030504040204" pitchFamily="34" charset="0"/>
                        </a:rPr>
                        <a:t>AVA+ Configuration and Tuning</a:t>
                      </a:r>
                      <a:endParaRPr lang="en-IN" sz="1000" b="0" i="0" u="none" strike="noStrike" dirty="0">
                        <a:solidFill>
                          <a:srgbClr val="000000"/>
                        </a:solidFill>
                        <a:effectLst/>
                        <a:latin typeface="Verdana" panose="020B0604030504040204" pitchFamily="34" charset="0"/>
                        <a:ea typeface="Verdana" panose="020B0604030504040204" pitchFamily="34" charset="0"/>
                      </a:endParaRPr>
                    </a:p>
                  </a:txBody>
                  <a:tcPr marL="1729" marR="1729" marT="1729" marB="0" anchor="ctr"/>
                </a:tc>
                <a:tc>
                  <a:txBody>
                    <a:bodyPr/>
                    <a:lstStyle/>
                    <a:p>
                      <a:pPr algn="l" fontAlgn="ctr"/>
                      <a:r>
                        <a:rPr lang="en-IN" sz="1000" u="none" strike="noStrike" dirty="0">
                          <a:effectLst/>
                          <a:latin typeface="Verdana" panose="020B0604030504040204" pitchFamily="34" charset="0"/>
                          <a:ea typeface="Verdana" panose="020B0604030504040204" pitchFamily="34" charset="0"/>
                        </a:rPr>
                        <a:t> </a:t>
                      </a:r>
                      <a:endParaRPr lang="en-IN" sz="1000" b="0" i="0" u="none" strike="noStrike" dirty="0">
                        <a:solidFill>
                          <a:srgbClr val="000000"/>
                        </a:solidFill>
                        <a:effectLst/>
                        <a:latin typeface="Verdana" panose="020B0604030504040204" pitchFamily="34" charset="0"/>
                        <a:ea typeface="Verdana" panose="020B0604030504040204" pitchFamily="34" charset="0"/>
                      </a:endParaRPr>
                    </a:p>
                  </a:txBody>
                  <a:tcPr marL="1729" marR="1729" marT="1729" marB="0" anchor="ctr"/>
                </a:tc>
                <a:tc>
                  <a:txBody>
                    <a:bodyPr/>
                    <a:lstStyle/>
                    <a:p>
                      <a:pPr algn="l" fontAlgn="ctr"/>
                      <a:r>
                        <a:rPr lang="en-IN" sz="1000" u="none" strike="noStrike">
                          <a:effectLst/>
                          <a:latin typeface="Verdana" panose="020B0604030504040204" pitchFamily="34" charset="0"/>
                          <a:ea typeface="Verdana" panose="020B0604030504040204" pitchFamily="34" charset="0"/>
                        </a:rPr>
                        <a:t> </a:t>
                      </a:r>
                      <a:endParaRPr lang="en-IN" sz="1000" b="0" i="0" u="none" strike="noStrike">
                        <a:solidFill>
                          <a:srgbClr val="000000"/>
                        </a:solidFill>
                        <a:effectLst/>
                        <a:latin typeface="Verdana" panose="020B0604030504040204" pitchFamily="34" charset="0"/>
                        <a:ea typeface="Verdana" panose="020B0604030504040204" pitchFamily="34" charset="0"/>
                      </a:endParaRPr>
                    </a:p>
                  </a:txBody>
                  <a:tcPr marL="1729" marR="1729" marT="1729" marB="0" anchor="ctr"/>
                </a:tc>
                <a:tc>
                  <a:txBody>
                    <a:bodyPr/>
                    <a:lstStyle/>
                    <a:p>
                      <a:pPr algn="ctr" fontAlgn="ctr"/>
                      <a:r>
                        <a:rPr lang="en-IN" sz="1000" u="none" strike="noStrike" dirty="0">
                          <a:effectLst/>
                          <a:latin typeface="Verdana" panose="020B0604030504040204" pitchFamily="34" charset="0"/>
                          <a:ea typeface="Verdana" panose="020B0604030504040204" pitchFamily="34" charset="0"/>
                        </a:rPr>
                        <a:t>NA</a:t>
                      </a:r>
                      <a:endParaRPr lang="en-IN" sz="1000" b="0" i="0" u="none" strike="noStrike" dirty="0">
                        <a:solidFill>
                          <a:srgbClr val="000000"/>
                        </a:solidFill>
                        <a:effectLst/>
                        <a:latin typeface="Verdana" panose="020B0604030504040204" pitchFamily="34" charset="0"/>
                        <a:ea typeface="Verdana" panose="020B0604030504040204" pitchFamily="34" charset="0"/>
                      </a:endParaRPr>
                    </a:p>
                  </a:txBody>
                  <a:tcPr marL="1729" marR="1729" marT="1729" marB="0" anchor="ctr"/>
                </a:tc>
                <a:tc>
                  <a:txBody>
                    <a:bodyPr/>
                    <a:lstStyle/>
                    <a:p>
                      <a:pPr algn="l" fontAlgn="ctr"/>
                      <a:r>
                        <a:rPr lang="en-IN" sz="1000" u="none" strike="noStrike">
                          <a:effectLst/>
                          <a:latin typeface="Verdana" panose="020B0604030504040204" pitchFamily="34" charset="0"/>
                          <a:ea typeface="Verdana" panose="020B0604030504040204" pitchFamily="34" charset="0"/>
                        </a:rPr>
                        <a:t> </a:t>
                      </a:r>
                      <a:endParaRPr lang="en-IN" sz="1000" b="0" i="0" u="none" strike="noStrike">
                        <a:solidFill>
                          <a:srgbClr val="000000"/>
                        </a:solidFill>
                        <a:effectLst/>
                        <a:latin typeface="Verdana" panose="020B0604030504040204" pitchFamily="34" charset="0"/>
                        <a:ea typeface="Verdana" panose="020B0604030504040204" pitchFamily="34" charset="0"/>
                      </a:endParaRPr>
                    </a:p>
                  </a:txBody>
                  <a:tcPr marL="1729" marR="1729" marT="1729" marB="0" anchor="ctr"/>
                </a:tc>
                <a:tc>
                  <a:txBody>
                    <a:bodyPr/>
                    <a:lstStyle/>
                    <a:p>
                      <a:pPr algn="l" fontAlgn="ctr"/>
                      <a:r>
                        <a:rPr lang="en-IN" sz="1000" u="none" strike="noStrike">
                          <a:effectLst/>
                          <a:latin typeface="Verdana" panose="020B0604030504040204" pitchFamily="34" charset="0"/>
                          <a:ea typeface="Verdana" panose="020B0604030504040204" pitchFamily="34" charset="0"/>
                        </a:rPr>
                        <a:t> </a:t>
                      </a:r>
                      <a:endParaRPr lang="en-IN" sz="1000" b="0" i="0" u="none" strike="noStrike">
                        <a:solidFill>
                          <a:srgbClr val="000000"/>
                        </a:solidFill>
                        <a:effectLst/>
                        <a:latin typeface="Verdana" panose="020B0604030504040204" pitchFamily="34" charset="0"/>
                        <a:ea typeface="Verdana" panose="020B0604030504040204" pitchFamily="34" charset="0"/>
                      </a:endParaRPr>
                    </a:p>
                  </a:txBody>
                  <a:tcPr marL="1729" marR="1729" marT="1729" marB="0" anchor="ctr"/>
                </a:tc>
                <a:extLst>
                  <a:ext uri="{0D108BD9-81ED-4DB2-BD59-A6C34878D82A}">
                    <a16:rowId xmlns:a16="http://schemas.microsoft.com/office/drawing/2014/main" val="2688800693"/>
                  </a:ext>
                </a:extLst>
              </a:tr>
              <a:tr h="527003">
                <a:tc>
                  <a:txBody>
                    <a:bodyPr/>
                    <a:lstStyle/>
                    <a:p>
                      <a:pPr algn="ctr" fontAlgn="ctr"/>
                      <a:r>
                        <a:rPr lang="en-IN" sz="1000" b="1" u="none" strike="noStrike" dirty="0">
                          <a:effectLst/>
                          <a:latin typeface="Verdana" panose="020B0604030504040204" pitchFamily="34" charset="0"/>
                          <a:ea typeface="Verdana" panose="020B0604030504040204" pitchFamily="34" charset="0"/>
                        </a:rPr>
                        <a:t>Initial Project Setup and Access Requests</a:t>
                      </a:r>
                      <a:endParaRPr lang="en-IN" sz="1000" b="1" i="0" u="none" strike="noStrike" dirty="0">
                        <a:solidFill>
                          <a:srgbClr val="000000"/>
                        </a:solidFill>
                        <a:effectLst/>
                        <a:latin typeface="Verdana" panose="020B0604030504040204" pitchFamily="34" charset="0"/>
                        <a:ea typeface="Verdana" panose="020B0604030504040204" pitchFamily="34" charset="0"/>
                      </a:endParaRPr>
                    </a:p>
                  </a:txBody>
                  <a:tcPr marL="1729" marR="1729" marT="1729" marB="0" anchor="ctr"/>
                </a:tc>
                <a:tc>
                  <a:txBody>
                    <a:bodyPr/>
                    <a:lstStyle/>
                    <a:p>
                      <a:endParaRPr lang="en-IN" sz="1000" b="0" dirty="0">
                        <a:latin typeface="Verdana" panose="020B0604030504040204" pitchFamily="34" charset="0"/>
                        <a:ea typeface="Verdana" panose="020B0604030504040204" pitchFamily="34" charset="0"/>
                      </a:endParaRPr>
                    </a:p>
                  </a:txBody>
                  <a:tcPr/>
                </a:tc>
                <a:tc>
                  <a:txBody>
                    <a:bodyPr/>
                    <a:lstStyle/>
                    <a:p>
                      <a:pPr algn="l" fontAlgn="ctr"/>
                      <a:r>
                        <a:rPr lang="en-IN" sz="1000" u="none" strike="noStrike">
                          <a:effectLst/>
                          <a:latin typeface="Verdana" panose="020B0604030504040204" pitchFamily="34" charset="0"/>
                          <a:ea typeface="Verdana" panose="020B0604030504040204" pitchFamily="34" charset="0"/>
                        </a:rPr>
                        <a:t> </a:t>
                      </a:r>
                      <a:endParaRPr lang="en-IN" sz="1000" b="0" i="0" u="none" strike="noStrike">
                        <a:solidFill>
                          <a:srgbClr val="000000"/>
                        </a:solidFill>
                        <a:effectLst/>
                        <a:latin typeface="Verdana" panose="020B0604030504040204" pitchFamily="34" charset="0"/>
                        <a:ea typeface="Verdana" panose="020B0604030504040204" pitchFamily="34" charset="0"/>
                      </a:endParaRPr>
                    </a:p>
                  </a:txBody>
                  <a:tcPr marL="1729" marR="1729" marT="1729" marB="0" anchor="ctr"/>
                </a:tc>
                <a:tc>
                  <a:txBody>
                    <a:bodyPr/>
                    <a:lstStyle/>
                    <a:p>
                      <a:pPr algn="l" fontAlgn="ctr"/>
                      <a:r>
                        <a:rPr lang="en-IN" sz="1000" u="none" strike="noStrike" dirty="0">
                          <a:effectLst/>
                          <a:latin typeface="Verdana" panose="020B0604030504040204" pitchFamily="34" charset="0"/>
                          <a:ea typeface="Verdana" panose="020B0604030504040204" pitchFamily="34" charset="0"/>
                        </a:rPr>
                        <a:t> </a:t>
                      </a:r>
                      <a:endParaRPr lang="en-IN" sz="1000" b="0" i="0" u="none" strike="noStrike" dirty="0">
                        <a:solidFill>
                          <a:srgbClr val="000000"/>
                        </a:solidFill>
                        <a:effectLst/>
                        <a:latin typeface="Verdana" panose="020B0604030504040204" pitchFamily="34" charset="0"/>
                        <a:ea typeface="Verdana" panose="020B0604030504040204" pitchFamily="34" charset="0"/>
                      </a:endParaRPr>
                    </a:p>
                  </a:txBody>
                  <a:tcPr marL="1729" marR="1729" marT="1729" marB="0" anchor="ctr"/>
                </a:tc>
                <a:tc>
                  <a:txBody>
                    <a:bodyPr/>
                    <a:lstStyle/>
                    <a:p>
                      <a:pPr algn="ctr" fontAlgn="ctr"/>
                      <a:r>
                        <a:rPr lang="en-IN" sz="1000" u="none" strike="noStrike" dirty="0">
                          <a:effectLst/>
                          <a:latin typeface="Verdana" panose="020B0604030504040204" pitchFamily="34" charset="0"/>
                          <a:ea typeface="Verdana" panose="020B0604030504040204" pitchFamily="34" charset="0"/>
                        </a:rPr>
                        <a:t>NA</a:t>
                      </a:r>
                      <a:endParaRPr lang="en-IN" sz="1000" b="0" i="0" u="none" strike="noStrike" dirty="0">
                        <a:solidFill>
                          <a:srgbClr val="000000"/>
                        </a:solidFill>
                        <a:effectLst/>
                        <a:latin typeface="Verdana" panose="020B0604030504040204" pitchFamily="34" charset="0"/>
                        <a:ea typeface="Verdana" panose="020B0604030504040204" pitchFamily="34" charset="0"/>
                      </a:endParaRPr>
                    </a:p>
                  </a:txBody>
                  <a:tcPr marL="1729" marR="1729" marT="1729" marB="0" anchor="ctr"/>
                </a:tc>
                <a:tc>
                  <a:txBody>
                    <a:bodyPr/>
                    <a:lstStyle/>
                    <a:p>
                      <a:pPr algn="l" fontAlgn="ctr"/>
                      <a:r>
                        <a:rPr lang="en-IN" sz="1000" u="none" strike="noStrike">
                          <a:effectLst/>
                          <a:latin typeface="Verdana" panose="020B0604030504040204" pitchFamily="34" charset="0"/>
                          <a:ea typeface="Verdana" panose="020B0604030504040204" pitchFamily="34" charset="0"/>
                        </a:rPr>
                        <a:t> </a:t>
                      </a:r>
                      <a:endParaRPr lang="en-IN" sz="1000" b="0" i="0" u="none" strike="noStrike">
                        <a:solidFill>
                          <a:srgbClr val="000000"/>
                        </a:solidFill>
                        <a:effectLst/>
                        <a:latin typeface="Verdana" panose="020B0604030504040204" pitchFamily="34" charset="0"/>
                        <a:ea typeface="Verdana" panose="020B0604030504040204" pitchFamily="34" charset="0"/>
                      </a:endParaRPr>
                    </a:p>
                  </a:txBody>
                  <a:tcPr marL="1729" marR="1729" marT="1729" marB="0" anchor="ctr"/>
                </a:tc>
                <a:tc>
                  <a:txBody>
                    <a:bodyPr/>
                    <a:lstStyle/>
                    <a:p>
                      <a:pPr algn="l" fontAlgn="ctr"/>
                      <a:r>
                        <a:rPr lang="en-IN" sz="1000" u="none" strike="noStrike" dirty="0">
                          <a:effectLst/>
                          <a:latin typeface="Verdana" panose="020B0604030504040204" pitchFamily="34" charset="0"/>
                          <a:ea typeface="Verdana" panose="020B0604030504040204" pitchFamily="34" charset="0"/>
                        </a:rPr>
                        <a:t> </a:t>
                      </a:r>
                      <a:endParaRPr lang="en-IN" sz="1000" b="0" i="0" u="none" strike="noStrike" dirty="0">
                        <a:solidFill>
                          <a:srgbClr val="000000"/>
                        </a:solidFill>
                        <a:effectLst/>
                        <a:latin typeface="Verdana" panose="020B0604030504040204" pitchFamily="34" charset="0"/>
                        <a:ea typeface="Verdana" panose="020B0604030504040204" pitchFamily="34" charset="0"/>
                      </a:endParaRPr>
                    </a:p>
                  </a:txBody>
                  <a:tcPr marL="1729" marR="1729" marT="1729" marB="0" anchor="ctr"/>
                </a:tc>
                <a:extLst>
                  <a:ext uri="{0D108BD9-81ED-4DB2-BD59-A6C34878D82A}">
                    <a16:rowId xmlns:a16="http://schemas.microsoft.com/office/drawing/2014/main" val="3159039790"/>
                  </a:ext>
                </a:extLst>
              </a:tr>
              <a:tr h="2026214">
                <a:tc rowSpan="3">
                  <a:txBody>
                    <a:bodyPr/>
                    <a:lstStyle/>
                    <a:p>
                      <a:pPr algn="ctr" fontAlgn="ctr"/>
                      <a:r>
                        <a:rPr lang="en-IN" sz="1000" b="1" u="none" strike="noStrike" dirty="0">
                          <a:effectLst/>
                          <a:latin typeface="Verdana" panose="020B0604030504040204" pitchFamily="34" charset="0"/>
                          <a:ea typeface="Verdana" panose="020B0604030504040204" pitchFamily="34" charset="0"/>
                        </a:rPr>
                        <a:t>Consumer Linking</a:t>
                      </a:r>
                      <a:endParaRPr lang="en-IN" sz="1000" b="1" i="0" u="none" strike="noStrike" dirty="0">
                        <a:solidFill>
                          <a:srgbClr val="000000"/>
                        </a:solidFill>
                        <a:effectLst/>
                        <a:latin typeface="Verdana" panose="020B0604030504040204" pitchFamily="34" charset="0"/>
                        <a:ea typeface="Verdana" panose="020B0604030504040204" pitchFamily="34" charset="0"/>
                      </a:endParaRPr>
                    </a:p>
                  </a:txBody>
                  <a:tcPr marL="1729" marR="1729" marT="1729" marB="0" anchor="ctr"/>
                </a:tc>
                <a:tc rowSpan="3">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IN" sz="1000" b="0" u="none" strike="noStrike">
                          <a:effectLst/>
                          <a:latin typeface="Verdana" panose="020B0604030504040204" pitchFamily="34" charset="0"/>
                          <a:ea typeface="Verdana" panose="020B0604030504040204" pitchFamily="34" charset="0"/>
                        </a:rPr>
                        <a:t>ConsumerDB Development</a:t>
                      </a:r>
                      <a:endParaRPr lang="en-IN" sz="1000" b="0" i="0" u="none" strike="noStrike">
                        <a:solidFill>
                          <a:srgbClr val="000000"/>
                        </a:solidFill>
                        <a:effectLst/>
                        <a:latin typeface="Verdana" panose="020B0604030504040204" pitchFamily="34" charset="0"/>
                        <a:ea typeface="Verdana" panose="020B0604030504040204" pitchFamily="34" charset="0"/>
                      </a:endParaRPr>
                    </a:p>
                    <a:p>
                      <a:endParaRPr lang="en-IN" sz="1000" b="0">
                        <a:latin typeface="Verdana" panose="020B0604030504040204" pitchFamily="34" charset="0"/>
                        <a:ea typeface="Verdana" panose="020B0604030504040204" pitchFamily="34" charset="0"/>
                      </a:endParaRPr>
                    </a:p>
                  </a:txBody>
                  <a:tcPr anchor="ctr"/>
                </a:tc>
                <a:tc>
                  <a:txBody>
                    <a:bodyPr/>
                    <a:lstStyle/>
                    <a:p>
                      <a:pPr algn="l" fontAlgn="ctr"/>
                      <a:r>
                        <a:rPr lang="en-IN" sz="1000" u="none" strike="noStrike" dirty="0">
                          <a:effectLst/>
                          <a:latin typeface="Verdana" panose="020B0604030504040204" pitchFamily="34" charset="0"/>
                          <a:ea typeface="Verdana" panose="020B0604030504040204" pitchFamily="34" charset="0"/>
                        </a:rPr>
                        <a:t>Database Schema Design</a:t>
                      </a:r>
                      <a:endParaRPr lang="en-IN" sz="1000" b="0" i="0" u="none" strike="noStrike" dirty="0">
                        <a:solidFill>
                          <a:srgbClr val="000000"/>
                        </a:solidFill>
                        <a:effectLst/>
                        <a:latin typeface="Verdana" panose="020B0604030504040204" pitchFamily="34" charset="0"/>
                        <a:ea typeface="Verdana" panose="020B0604030504040204" pitchFamily="34" charset="0"/>
                      </a:endParaRPr>
                    </a:p>
                  </a:txBody>
                  <a:tcPr marL="1729" marR="1729" marT="1729" marB="0" anchor="ctr"/>
                </a:tc>
                <a:tc>
                  <a:txBody>
                    <a:bodyPr/>
                    <a:lstStyle/>
                    <a:p>
                      <a:pPr algn="l" fontAlgn="ctr"/>
                      <a:r>
                        <a:rPr lang="en-IN" sz="1000" u="none" strike="noStrike" dirty="0">
                          <a:effectLst/>
                          <a:latin typeface="Verdana" panose="020B0604030504040204" pitchFamily="34" charset="0"/>
                          <a:ea typeface="Verdana" panose="020B0604030504040204" pitchFamily="34" charset="0"/>
                        </a:rPr>
                        <a:t> </a:t>
                      </a:r>
                      <a:endParaRPr lang="en-IN" sz="1000" b="0" i="0" u="none" strike="noStrike" dirty="0">
                        <a:solidFill>
                          <a:srgbClr val="000000"/>
                        </a:solidFill>
                        <a:effectLst/>
                        <a:latin typeface="Verdana" panose="020B0604030504040204" pitchFamily="34" charset="0"/>
                        <a:ea typeface="Verdana" panose="020B0604030504040204" pitchFamily="34" charset="0"/>
                      </a:endParaRPr>
                    </a:p>
                  </a:txBody>
                  <a:tcPr marL="1729" marR="1729" marT="1729" marB="0" anchor="ctr"/>
                </a:tc>
                <a:tc>
                  <a:txBody>
                    <a:bodyPr/>
                    <a:lstStyle/>
                    <a:p>
                      <a:pPr algn="ctr" fontAlgn="ctr"/>
                      <a:r>
                        <a:rPr lang="en-IN" sz="1000" u="none" strike="noStrike" dirty="0">
                          <a:effectLst/>
                          <a:latin typeface="Verdana" panose="020B0604030504040204" pitchFamily="34" charset="0"/>
                          <a:ea typeface="Verdana" panose="020B0604030504040204" pitchFamily="34" charset="0"/>
                        </a:rPr>
                        <a:t>No</a:t>
                      </a:r>
                      <a:endParaRPr lang="en-IN" sz="1000" b="0" i="0" u="none" strike="noStrike" dirty="0">
                        <a:solidFill>
                          <a:srgbClr val="000000"/>
                        </a:solidFill>
                        <a:effectLst/>
                        <a:latin typeface="Verdana" panose="020B0604030504040204" pitchFamily="34" charset="0"/>
                        <a:ea typeface="Verdana" panose="020B0604030504040204" pitchFamily="34" charset="0"/>
                      </a:endParaRPr>
                    </a:p>
                  </a:txBody>
                  <a:tcPr marL="1729" marR="1729" marT="1729" marB="0" anchor="ctr"/>
                </a:tc>
                <a:tc>
                  <a:txBody>
                    <a:bodyPr/>
                    <a:lstStyle/>
                    <a:p>
                      <a:pPr algn="l" fontAlgn="ctr"/>
                      <a:r>
                        <a:rPr lang="en-IN" sz="1000" u="none" strike="noStrike">
                          <a:effectLst/>
                          <a:latin typeface="Verdana" panose="020B0604030504040204" pitchFamily="34" charset="0"/>
                          <a:ea typeface="Verdana" panose="020B0604030504040204" pitchFamily="34" charset="0"/>
                        </a:rPr>
                        <a:t>Develop schema builder Agent:</a:t>
                      </a:r>
                      <a:br>
                        <a:rPr lang="en-IN" sz="1000" u="none" strike="noStrike">
                          <a:effectLst/>
                          <a:latin typeface="Verdana" panose="020B0604030504040204" pitchFamily="34" charset="0"/>
                          <a:ea typeface="Verdana" panose="020B0604030504040204" pitchFamily="34" charset="0"/>
                        </a:rPr>
                      </a:br>
                      <a:r>
                        <a:rPr lang="en-IN" sz="1000" u="none" strike="noStrike">
                          <a:effectLst/>
                          <a:latin typeface="Verdana" panose="020B0604030504040204" pitchFamily="34" charset="0"/>
                          <a:ea typeface="Verdana" panose="020B0604030504040204" pitchFamily="34" charset="0"/>
                        </a:rPr>
                        <a:t>Generate DB Schema and data model based on the ConsumerDB requirements</a:t>
                      </a:r>
                      <a:br>
                        <a:rPr lang="en-IN" sz="1000" u="none" strike="noStrike">
                          <a:effectLst/>
                          <a:latin typeface="Verdana" panose="020B0604030504040204" pitchFamily="34" charset="0"/>
                          <a:ea typeface="Verdana" panose="020B0604030504040204" pitchFamily="34" charset="0"/>
                        </a:rPr>
                      </a:br>
                      <a:r>
                        <a:rPr lang="en-IN" sz="1000" u="none" strike="noStrike">
                          <a:effectLst/>
                          <a:latin typeface="Verdana" panose="020B0604030504040204" pitchFamily="34" charset="0"/>
                          <a:ea typeface="Verdana" panose="020B0604030504040204" pitchFamily="34" charset="0"/>
                        </a:rPr>
                        <a:t>- Idendify Entity for Consumer DB</a:t>
                      </a:r>
                      <a:br>
                        <a:rPr lang="en-IN" sz="1000" u="none" strike="noStrike">
                          <a:effectLst/>
                          <a:latin typeface="Verdana" panose="020B0604030504040204" pitchFamily="34" charset="0"/>
                          <a:ea typeface="Verdana" panose="020B0604030504040204" pitchFamily="34" charset="0"/>
                        </a:rPr>
                      </a:br>
                      <a:r>
                        <a:rPr lang="en-IN" sz="1000" u="none" strike="noStrike">
                          <a:effectLst/>
                          <a:latin typeface="Verdana" panose="020B0604030504040204" pitchFamily="34" charset="0"/>
                          <a:ea typeface="Verdana" panose="020B0604030504040204" pitchFamily="34" charset="0"/>
                        </a:rPr>
                        <a:t>- Define attributes</a:t>
                      </a:r>
                      <a:br>
                        <a:rPr lang="en-IN" sz="1000" u="none" strike="noStrike">
                          <a:effectLst/>
                          <a:latin typeface="Verdana" panose="020B0604030504040204" pitchFamily="34" charset="0"/>
                          <a:ea typeface="Verdana" panose="020B0604030504040204" pitchFamily="34" charset="0"/>
                        </a:rPr>
                      </a:br>
                      <a:r>
                        <a:rPr lang="en-IN" sz="1000" u="none" strike="noStrike">
                          <a:effectLst/>
                          <a:latin typeface="Verdana" panose="020B0604030504040204" pitchFamily="34" charset="0"/>
                          <a:ea typeface="Verdana" panose="020B0604030504040204" pitchFamily="34" charset="0"/>
                        </a:rPr>
                        <a:t>- Choose unique identifiers for each entity</a:t>
                      </a:r>
                      <a:br>
                        <a:rPr lang="en-IN" sz="1000" u="none" strike="noStrike">
                          <a:effectLst/>
                          <a:latin typeface="Verdana" panose="020B0604030504040204" pitchFamily="34" charset="0"/>
                          <a:ea typeface="Verdana" panose="020B0604030504040204" pitchFamily="34" charset="0"/>
                        </a:rPr>
                      </a:br>
                      <a:r>
                        <a:rPr lang="en-IN" sz="1000" u="none" strike="noStrike">
                          <a:effectLst/>
                          <a:latin typeface="Verdana" panose="020B0604030504040204" pitchFamily="34" charset="0"/>
                          <a:ea typeface="Verdana" panose="020B0604030504040204" pitchFamily="34" charset="0"/>
                        </a:rPr>
                        <a:t>- Establish relationship</a:t>
                      </a:r>
                      <a:br>
                        <a:rPr lang="en-IN" sz="1000" u="none" strike="noStrike">
                          <a:effectLst/>
                          <a:latin typeface="Verdana" panose="020B0604030504040204" pitchFamily="34" charset="0"/>
                          <a:ea typeface="Verdana" panose="020B0604030504040204" pitchFamily="34" charset="0"/>
                        </a:rPr>
                      </a:br>
                      <a:r>
                        <a:rPr lang="en-IN" sz="1000" u="none" strike="noStrike">
                          <a:effectLst/>
                          <a:latin typeface="Verdana" panose="020B0604030504040204" pitchFamily="34" charset="0"/>
                          <a:ea typeface="Verdana" panose="020B0604030504040204" pitchFamily="34" charset="0"/>
                        </a:rPr>
                        <a:t>- Create Tables as required to support consumer activity</a:t>
                      </a:r>
                      <a:br>
                        <a:rPr lang="en-IN" sz="1000" u="none" strike="noStrike">
                          <a:effectLst/>
                          <a:latin typeface="Verdana" panose="020B0604030504040204" pitchFamily="34" charset="0"/>
                          <a:ea typeface="Verdana" panose="020B0604030504040204" pitchFamily="34" charset="0"/>
                        </a:rPr>
                      </a:br>
                      <a:r>
                        <a:rPr lang="en-IN" sz="1000" u="none" strike="noStrike">
                          <a:effectLst/>
                          <a:latin typeface="Verdana" panose="020B0604030504040204" pitchFamily="34" charset="0"/>
                          <a:ea typeface="Verdana" panose="020B0604030504040204" pitchFamily="34" charset="0"/>
                        </a:rPr>
                        <a:t>- Implement Data Relationship</a:t>
                      </a:r>
                      <a:br>
                        <a:rPr lang="en-IN" sz="1000" u="none" strike="noStrike">
                          <a:effectLst/>
                          <a:latin typeface="Verdana" panose="020B0604030504040204" pitchFamily="34" charset="0"/>
                          <a:ea typeface="Verdana" panose="020B0604030504040204" pitchFamily="34" charset="0"/>
                        </a:rPr>
                      </a:br>
                      <a:r>
                        <a:rPr lang="en-IN" sz="1000" u="none" strike="noStrike">
                          <a:effectLst/>
                          <a:latin typeface="Verdana" panose="020B0604030504040204" pitchFamily="34" charset="0"/>
                          <a:ea typeface="Verdana" panose="020B0604030504040204" pitchFamily="34" charset="0"/>
                        </a:rPr>
                        <a:t>- Test and refine as required for optimum working</a:t>
                      </a:r>
                      <a:endParaRPr lang="en-IN" sz="1000" b="0" i="0" u="none" strike="noStrike">
                        <a:solidFill>
                          <a:srgbClr val="000000"/>
                        </a:solidFill>
                        <a:effectLst/>
                        <a:latin typeface="Verdana" panose="020B0604030504040204" pitchFamily="34" charset="0"/>
                        <a:ea typeface="Verdana" panose="020B0604030504040204" pitchFamily="34" charset="0"/>
                      </a:endParaRPr>
                    </a:p>
                  </a:txBody>
                  <a:tcPr marL="1729" marR="1729" marT="1729" marB="0" anchor="ctr"/>
                </a:tc>
                <a:tc>
                  <a:txBody>
                    <a:bodyPr/>
                    <a:lstStyle/>
                    <a:p>
                      <a:pPr algn="l" fontAlgn="ctr"/>
                      <a:r>
                        <a:rPr lang="en-IN" sz="1000" u="none" strike="noStrike" dirty="0">
                          <a:effectLst/>
                          <a:latin typeface="Verdana" panose="020B0604030504040204" pitchFamily="34" charset="0"/>
                          <a:ea typeface="Verdana" panose="020B0604030504040204" pitchFamily="34" charset="0"/>
                        </a:rPr>
                        <a:t>Define purpose of agent</a:t>
                      </a:r>
                      <a:br>
                        <a:rPr lang="en-IN" sz="1000" u="none" strike="noStrike" dirty="0">
                          <a:effectLst/>
                          <a:latin typeface="Verdana" panose="020B0604030504040204" pitchFamily="34" charset="0"/>
                          <a:ea typeface="Verdana" panose="020B0604030504040204" pitchFamily="34" charset="0"/>
                        </a:rPr>
                      </a:br>
                      <a:r>
                        <a:rPr lang="en-IN" sz="1000" u="none" strike="noStrike" dirty="0">
                          <a:effectLst/>
                          <a:latin typeface="Verdana" panose="020B0604030504040204" pitchFamily="34" charset="0"/>
                          <a:ea typeface="Verdana" panose="020B0604030504040204" pitchFamily="34" charset="0"/>
                        </a:rPr>
                        <a:t>Tools and Framework Identification</a:t>
                      </a:r>
                      <a:br>
                        <a:rPr lang="en-IN" sz="1000" u="none" strike="noStrike" dirty="0">
                          <a:effectLst/>
                          <a:latin typeface="Verdana" panose="020B0604030504040204" pitchFamily="34" charset="0"/>
                          <a:ea typeface="Verdana" panose="020B0604030504040204" pitchFamily="34" charset="0"/>
                        </a:rPr>
                      </a:br>
                      <a:r>
                        <a:rPr lang="en-IN" sz="1000" u="none" strike="noStrike" dirty="0">
                          <a:effectLst/>
                          <a:latin typeface="Verdana" panose="020B0604030504040204" pitchFamily="34" charset="0"/>
                          <a:ea typeface="Verdana" panose="020B0604030504040204" pitchFamily="34" charset="0"/>
                        </a:rPr>
                        <a:t>Plan Architecture</a:t>
                      </a:r>
                      <a:br>
                        <a:rPr lang="en-IN" sz="1000" u="none" strike="noStrike" dirty="0">
                          <a:effectLst/>
                          <a:latin typeface="Verdana" panose="020B0604030504040204" pitchFamily="34" charset="0"/>
                          <a:ea typeface="Verdana" panose="020B0604030504040204" pitchFamily="34" charset="0"/>
                        </a:rPr>
                      </a:br>
                      <a:r>
                        <a:rPr lang="en-IN" sz="1000" u="none" strike="noStrike" dirty="0">
                          <a:effectLst/>
                          <a:latin typeface="Verdana" panose="020B0604030504040204" pitchFamily="34" charset="0"/>
                          <a:ea typeface="Verdana" panose="020B0604030504040204" pitchFamily="34" charset="0"/>
                        </a:rPr>
                        <a:t>Plan Data</a:t>
                      </a:r>
                      <a:endParaRPr lang="en-IN" sz="1000" b="0" i="0" u="none" strike="noStrike" dirty="0">
                        <a:solidFill>
                          <a:srgbClr val="000000"/>
                        </a:solidFill>
                        <a:effectLst/>
                        <a:latin typeface="Verdana" panose="020B0604030504040204" pitchFamily="34" charset="0"/>
                        <a:ea typeface="Verdana" panose="020B0604030504040204" pitchFamily="34" charset="0"/>
                      </a:endParaRPr>
                    </a:p>
                  </a:txBody>
                  <a:tcPr marL="1729" marR="1729" marT="1729" marB="0" anchor="ctr"/>
                </a:tc>
                <a:extLst>
                  <a:ext uri="{0D108BD9-81ED-4DB2-BD59-A6C34878D82A}">
                    <a16:rowId xmlns:a16="http://schemas.microsoft.com/office/drawing/2014/main" val="525963288"/>
                  </a:ext>
                </a:extLst>
              </a:tr>
              <a:tr h="527003">
                <a:tc vMerge="1">
                  <a:txBody>
                    <a:bodyPr/>
                    <a:lstStyle/>
                    <a:p>
                      <a:endParaRPr lang="en-IN"/>
                    </a:p>
                  </a:txBody>
                  <a:tcPr/>
                </a:tc>
                <a:tc vMerge="1">
                  <a:txBody>
                    <a:bodyPr/>
                    <a:lstStyle/>
                    <a:p>
                      <a:endParaRPr lang="en-IN" sz="1200" dirty="0">
                        <a:latin typeface="Verdana" panose="020B0604030504040204" pitchFamily="34" charset="0"/>
                        <a:ea typeface="Verdana" panose="020B0604030504040204" pitchFamily="34" charset="0"/>
                      </a:endParaRPr>
                    </a:p>
                  </a:txBody>
                  <a:tcPr/>
                </a:tc>
                <a:tc>
                  <a:txBody>
                    <a:bodyPr/>
                    <a:lstStyle/>
                    <a:p>
                      <a:pPr algn="l" fontAlgn="ctr"/>
                      <a:r>
                        <a:rPr lang="en-IN" sz="1000" u="none" strike="noStrike">
                          <a:effectLst/>
                          <a:latin typeface="Verdana" panose="020B0604030504040204" pitchFamily="34" charset="0"/>
                          <a:ea typeface="Verdana" panose="020B0604030504040204" pitchFamily="34" charset="0"/>
                        </a:rPr>
                        <a:t>Database Implementation (RDS OracleDB)</a:t>
                      </a:r>
                      <a:endParaRPr lang="en-IN" sz="1000" b="0" i="0" u="none" strike="noStrike">
                        <a:solidFill>
                          <a:srgbClr val="000000"/>
                        </a:solidFill>
                        <a:effectLst/>
                        <a:latin typeface="Verdana" panose="020B0604030504040204" pitchFamily="34" charset="0"/>
                        <a:ea typeface="Verdana" panose="020B0604030504040204" pitchFamily="34" charset="0"/>
                      </a:endParaRPr>
                    </a:p>
                  </a:txBody>
                  <a:tcPr marL="1729" marR="1729" marT="1729" marB="0" anchor="ctr"/>
                </a:tc>
                <a:tc>
                  <a:txBody>
                    <a:bodyPr/>
                    <a:lstStyle/>
                    <a:p>
                      <a:pPr algn="l" fontAlgn="ctr"/>
                      <a:r>
                        <a:rPr lang="en-IN" sz="1000" u="none" strike="noStrike">
                          <a:effectLst/>
                          <a:latin typeface="Verdana" panose="020B0604030504040204" pitchFamily="34" charset="0"/>
                          <a:ea typeface="Verdana" panose="020B0604030504040204" pitchFamily="34" charset="0"/>
                        </a:rPr>
                        <a:t> </a:t>
                      </a:r>
                      <a:endParaRPr lang="en-IN" sz="1000" b="0" i="0" u="none" strike="noStrike">
                        <a:solidFill>
                          <a:srgbClr val="000000"/>
                        </a:solidFill>
                        <a:effectLst/>
                        <a:latin typeface="Verdana" panose="020B0604030504040204" pitchFamily="34" charset="0"/>
                        <a:ea typeface="Verdana" panose="020B0604030504040204" pitchFamily="34" charset="0"/>
                      </a:endParaRPr>
                    </a:p>
                  </a:txBody>
                  <a:tcPr marL="1729" marR="1729" marT="1729" marB="0" anchor="ctr"/>
                </a:tc>
                <a:tc>
                  <a:txBody>
                    <a:bodyPr/>
                    <a:lstStyle/>
                    <a:p>
                      <a:pPr algn="ctr" fontAlgn="ctr"/>
                      <a:r>
                        <a:rPr lang="en-IN" sz="1000" u="none" strike="noStrike" dirty="0">
                          <a:effectLst/>
                          <a:latin typeface="Verdana" panose="020B0604030504040204" pitchFamily="34" charset="0"/>
                          <a:ea typeface="Verdana" panose="020B0604030504040204" pitchFamily="34" charset="0"/>
                        </a:rPr>
                        <a:t>No</a:t>
                      </a:r>
                      <a:endParaRPr lang="en-IN" sz="1000" b="0" i="0" u="none" strike="noStrike" dirty="0">
                        <a:solidFill>
                          <a:srgbClr val="000000"/>
                        </a:solidFill>
                        <a:effectLst/>
                        <a:latin typeface="Verdana" panose="020B0604030504040204" pitchFamily="34" charset="0"/>
                        <a:ea typeface="Verdana" panose="020B0604030504040204" pitchFamily="34" charset="0"/>
                      </a:endParaRPr>
                    </a:p>
                  </a:txBody>
                  <a:tcPr marL="1729" marR="1729" marT="1729" marB="0" anchor="ctr"/>
                </a:tc>
                <a:tc>
                  <a:txBody>
                    <a:bodyPr/>
                    <a:lstStyle/>
                    <a:p>
                      <a:pPr algn="l" fontAlgn="ctr"/>
                      <a:r>
                        <a:rPr lang="en-IN" sz="1000" u="none" strike="noStrike">
                          <a:effectLst/>
                          <a:latin typeface="Verdana" panose="020B0604030504040204" pitchFamily="34" charset="0"/>
                          <a:ea typeface="Verdana" panose="020B0604030504040204" pitchFamily="34" charset="0"/>
                        </a:rPr>
                        <a:t>Generate DDL SQL statements for the tables in the ConsumerDB</a:t>
                      </a:r>
                      <a:endParaRPr lang="en-IN" sz="1000" b="0" i="0" u="none" strike="noStrike">
                        <a:solidFill>
                          <a:srgbClr val="000000"/>
                        </a:solidFill>
                        <a:effectLst/>
                        <a:latin typeface="Verdana" panose="020B0604030504040204" pitchFamily="34" charset="0"/>
                        <a:ea typeface="Verdana" panose="020B0604030504040204" pitchFamily="34" charset="0"/>
                      </a:endParaRPr>
                    </a:p>
                  </a:txBody>
                  <a:tcPr marL="1729" marR="1729" marT="1729" marB="0" anchor="ctr"/>
                </a:tc>
                <a:tc>
                  <a:txBody>
                    <a:bodyPr/>
                    <a:lstStyle/>
                    <a:p>
                      <a:pPr algn="l" fontAlgn="ctr"/>
                      <a:r>
                        <a:rPr lang="en-IN" sz="1000" u="none" strike="noStrike" dirty="0">
                          <a:effectLst/>
                          <a:latin typeface="Verdana" panose="020B0604030504040204" pitchFamily="34" charset="0"/>
                          <a:ea typeface="Verdana" panose="020B0604030504040204" pitchFamily="34" charset="0"/>
                        </a:rPr>
                        <a:t> </a:t>
                      </a:r>
                      <a:endParaRPr lang="en-IN" sz="1000" b="0" i="0" u="none" strike="noStrike" dirty="0">
                        <a:solidFill>
                          <a:srgbClr val="000000"/>
                        </a:solidFill>
                        <a:effectLst/>
                        <a:latin typeface="Verdana" panose="020B0604030504040204" pitchFamily="34" charset="0"/>
                        <a:ea typeface="Verdana" panose="020B0604030504040204" pitchFamily="34" charset="0"/>
                      </a:endParaRPr>
                    </a:p>
                  </a:txBody>
                  <a:tcPr marL="1729" marR="1729" marT="1729" marB="0" anchor="ctr"/>
                </a:tc>
                <a:extLst>
                  <a:ext uri="{0D108BD9-81ED-4DB2-BD59-A6C34878D82A}">
                    <a16:rowId xmlns:a16="http://schemas.microsoft.com/office/drawing/2014/main" val="1259701220"/>
                  </a:ext>
                </a:extLst>
              </a:tr>
              <a:tr h="580090">
                <a:tc vMerge="1">
                  <a:txBody>
                    <a:bodyPr/>
                    <a:lstStyle/>
                    <a:p>
                      <a:endParaRPr lang="en-IN" dirty="0"/>
                    </a:p>
                  </a:txBody>
                  <a:tcPr/>
                </a:tc>
                <a:tc vMerge="1">
                  <a:txBody>
                    <a:bodyPr/>
                    <a:lstStyle/>
                    <a:p>
                      <a:endParaRPr lang="en-IN" sz="1200" dirty="0">
                        <a:latin typeface="Verdana" panose="020B0604030504040204" pitchFamily="34" charset="0"/>
                        <a:ea typeface="Verdana" panose="020B0604030504040204" pitchFamily="34" charset="0"/>
                      </a:endParaRPr>
                    </a:p>
                  </a:txBody>
                  <a:tcPr/>
                </a:tc>
                <a:tc>
                  <a:txBody>
                    <a:bodyPr/>
                    <a:lstStyle/>
                    <a:p>
                      <a:pPr algn="l" fontAlgn="ctr"/>
                      <a:r>
                        <a:rPr lang="en-IN" sz="1000" u="none" strike="noStrike" dirty="0">
                          <a:effectLst/>
                          <a:latin typeface="Verdana" panose="020B0604030504040204" pitchFamily="34" charset="0"/>
                          <a:ea typeface="Verdana" panose="020B0604030504040204" pitchFamily="34" charset="0"/>
                        </a:rPr>
                        <a:t>Validations and other Manual efforts</a:t>
                      </a:r>
                      <a:endParaRPr lang="en-IN" sz="1000" b="0" i="0" u="none" strike="noStrike" dirty="0">
                        <a:solidFill>
                          <a:srgbClr val="000000"/>
                        </a:solidFill>
                        <a:effectLst/>
                        <a:latin typeface="Verdana" panose="020B0604030504040204" pitchFamily="34" charset="0"/>
                        <a:ea typeface="Verdana" panose="020B0604030504040204" pitchFamily="34" charset="0"/>
                      </a:endParaRPr>
                    </a:p>
                  </a:txBody>
                  <a:tcPr marL="1729" marR="1729" marT="1729" marB="0" anchor="ctr"/>
                </a:tc>
                <a:tc>
                  <a:txBody>
                    <a:bodyPr/>
                    <a:lstStyle/>
                    <a:p>
                      <a:pPr algn="l" fontAlgn="ctr"/>
                      <a:r>
                        <a:rPr lang="en-IN" sz="1000" u="none" strike="noStrike">
                          <a:effectLst/>
                          <a:latin typeface="Verdana" panose="020B0604030504040204" pitchFamily="34" charset="0"/>
                          <a:ea typeface="Verdana" panose="020B0604030504040204" pitchFamily="34" charset="0"/>
                        </a:rPr>
                        <a:t> </a:t>
                      </a:r>
                      <a:endParaRPr lang="en-IN" sz="1000" b="0" i="0" u="none" strike="noStrike">
                        <a:solidFill>
                          <a:srgbClr val="000000"/>
                        </a:solidFill>
                        <a:effectLst/>
                        <a:latin typeface="Verdana" panose="020B0604030504040204" pitchFamily="34" charset="0"/>
                        <a:ea typeface="Verdana" panose="020B0604030504040204" pitchFamily="34" charset="0"/>
                      </a:endParaRPr>
                    </a:p>
                  </a:txBody>
                  <a:tcPr marL="1729" marR="1729" marT="1729" marB="0" anchor="ctr"/>
                </a:tc>
                <a:tc>
                  <a:txBody>
                    <a:bodyPr/>
                    <a:lstStyle/>
                    <a:p>
                      <a:pPr algn="ctr" fontAlgn="ctr"/>
                      <a:r>
                        <a:rPr lang="en-IN" sz="1000" u="none" strike="noStrike" dirty="0">
                          <a:effectLst/>
                          <a:latin typeface="Verdana" panose="020B0604030504040204" pitchFamily="34" charset="0"/>
                          <a:ea typeface="Verdana" panose="020B0604030504040204" pitchFamily="34" charset="0"/>
                        </a:rPr>
                        <a:t>NA</a:t>
                      </a:r>
                      <a:endParaRPr lang="en-IN" sz="1000" b="0" i="0" u="none" strike="noStrike" dirty="0">
                        <a:solidFill>
                          <a:srgbClr val="000000"/>
                        </a:solidFill>
                        <a:effectLst/>
                        <a:latin typeface="Verdana" panose="020B0604030504040204" pitchFamily="34" charset="0"/>
                        <a:ea typeface="Verdana" panose="020B0604030504040204" pitchFamily="34" charset="0"/>
                      </a:endParaRPr>
                    </a:p>
                  </a:txBody>
                  <a:tcPr marL="1729" marR="1729" marT="1729" marB="0" anchor="ctr"/>
                </a:tc>
                <a:tc>
                  <a:txBody>
                    <a:bodyPr/>
                    <a:lstStyle/>
                    <a:p>
                      <a:pPr algn="l" fontAlgn="ctr"/>
                      <a:r>
                        <a:rPr lang="en-IN" sz="1000" u="none" strike="noStrike">
                          <a:effectLst/>
                          <a:latin typeface="Verdana" panose="020B0604030504040204" pitchFamily="34" charset="0"/>
                          <a:ea typeface="Verdana" panose="020B0604030504040204" pitchFamily="34" charset="0"/>
                        </a:rPr>
                        <a:t>Perform validations and make any manual changes required to complete the implementation of ConsumerDB</a:t>
                      </a:r>
                      <a:endParaRPr lang="en-IN" sz="1000" b="0" i="0" u="none" strike="noStrike">
                        <a:solidFill>
                          <a:srgbClr val="000000"/>
                        </a:solidFill>
                        <a:effectLst/>
                        <a:latin typeface="Verdana" panose="020B0604030504040204" pitchFamily="34" charset="0"/>
                        <a:ea typeface="Verdana" panose="020B0604030504040204" pitchFamily="34" charset="0"/>
                      </a:endParaRPr>
                    </a:p>
                  </a:txBody>
                  <a:tcPr marL="1729" marR="1729" marT="1729" marB="0" anchor="ctr"/>
                </a:tc>
                <a:tc>
                  <a:txBody>
                    <a:bodyPr/>
                    <a:lstStyle/>
                    <a:p>
                      <a:pPr algn="l" fontAlgn="ctr"/>
                      <a:r>
                        <a:rPr lang="en-IN" sz="1000" u="none" strike="noStrike" dirty="0">
                          <a:effectLst/>
                          <a:latin typeface="Verdana" panose="020B0604030504040204" pitchFamily="34" charset="0"/>
                          <a:ea typeface="Verdana" panose="020B0604030504040204" pitchFamily="34" charset="0"/>
                        </a:rPr>
                        <a:t> </a:t>
                      </a:r>
                      <a:endParaRPr lang="en-IN" sz="1000" b="0" i="0" u="none" strike="noStrike" dirty="0">
                        <a:solidFill>
                          <a:srgbClr val="000000"/>
                        </a:solidFill>
                        <a:effectLst/>
                        <a:latin typeface="Verdana" panose="020B0604030504040204" pitchFamily="34" charset="0"/>
                        <a:ea typeface="Verdana" panose="020B0604030504040204" pitchFamily="34" charset="0"/>
                      </a:endParaRPr>
                    </a:p>
                  </a:txBody>
                  <a:tcPr marL="1729" marR="1729" marT="1729" marB="0" anchor="ctr"/>
                </a:tc>
                <a:extLst>
                  <a:ext uri="{0D108BD9-81ED-4DB2-BD59-A6C34878D82A}">
                    <a16:rowId xmlns:a16="http://schemas.microsoft.com/office/drawing/2014/main" val="507960911"/>
                  </a:ext>
                </a:extLst>
              </a:tr>
            </a:tbl>
          </a:graphicData>
        </a:graphic>
      </p:graphicFrame>
      <p:sp>
        <p:nvSpPr>
          <p:cNvPr id="3" name="Title 1">
            <a:extLst>
              <a:ext uri="{FF2B5EF4-FFF2-40B4-BE49-F238E27FC236}">
                <a16:creationId xmlns:a16="http://schemas.microsoft.com/office/drawing/2014/main" id="{5CE3EE2D-8652-F8E2-7A29-F5CE305C3E40}"/>
              </a:ext>
            </a:extLst>
          </p:cNvPr>
          <p:cNvSpPr txBox="1">
            <a:spLocks/>
          </p:cNvSpPr>
          <p:nvPr/>
        </p:nvSpPr>
        <p:spPr>
          <a:xfrm>
            <a:off x="515936" y="296113"/>
            <a:ext cx="10668000" cy="430887"/>
          </a:xfrm>
          <a:prstGeom prst="rect">
            <a:avLst/>
          </a:prstGeom>
        </p:spPr>
        <p:txBody>
          <a:bodyPr/>
          <a:lstStyle>
            <a:lvl1pPr algn="l" defTabSz="914377" rtl="0" eaLnBrk="1" latinLnBrk="0" hangingPunct="1">
              <a:lnSpc>
                <a:spcPct val="100000"/>
              </a:lnSpc>
              <a:spcBef>
                <a:spcPct val="0"/>
              </a:spcBef>
              <a:spcAft>
                <a:spcPts val="600"/>
              </a:spcAft>
              <a:buNone/>
              <a:defRPr sz="2800" b="1" i="0" kern="1200">
                <a:solidFill>
                  <a:schemeClr val="tx1"/>
                </a:solidFill>
                <a:latin typeface="PP Neue Machina Plain Ultrabold" pitchFamily="50" charset="0"/>
                <a:ea typeface="+mj-ea"/>
                <a:cs typeface="+mj-cs"/>
              </a:defRPr>
            </a:lvl1pPr>
          </a:lstStyle>
          <a:p>
            <a:r>
              <a:rPr lang="en-US" dirty="0">
                <a:latin typeface="PP Neue Machina Plain Ultrabold"/>
              </a:rPr>
              <a:t>Sample Artefact - Work Breakdown Structure</a:t>
            </a:r>
            <a:endParaRPr lang="en-US" dirty="0"/>
          </a:p>
        </p:txBody>
      </p:sp>
    </p:spTree>
    <p:extLst>
      <p:ext uri="{BB962C8B-B14F-4D97-AF65-F5344CB8AC3E}">
        <p14:creationId xmlns:p14="http://schemas.microsoft.com/office/powerpoint/2010/main" val="29344509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9C408D-EC40-C739-7F32-8C83792544F9}"/>
              </a:ext>
            </a:extLst>
          </p:cNvPr>
          <p:cNvSpPr>
            <a:spLocks noGrp="1"/>
          </p:cNvSpPr>
          <p:nvPr>
            <p:ph type="title"/>
          </p:nvPr>
        </p:nvSpPr>
        <p:spPr>
          <a:xfrm>
            <a:off x="515937" y="394087"/>
            <a:ext cx="11160121" cy="430887"/>
          </a:xfrm>
        </p:spPr>
        <p:txBody>
          <a:bodyPr/>
          <a:lstStyle/>
          <a:p>
            <a:r>
              <a:rPr lang="en-US" dirty="0"/>
              <a:t>Sample Artefact - Estimation </a:t>
            </a:r>
            <a:r>
              <a:rPr lang="en-US"/>
              <a:t>Model</a:t>
            </a:r>
            <a:endParaRPr lang="en-IN" dirty="0"/>
          </a:p>
        </p:txBody>
      </p:sp>
      <p:pic>
        <p:nvPicPr>
          <p:cNvPr id="6" name="Picture 5">
            <a:extLst>
              <a:ext uri="{FF2B5EF4-FFF2-40B4-BE49-F238E27FC236}">
                <a16:creationId xmlns:a16="http://schemas.microsoft.com/office/drawing/2014/main" id="{BD176E37-5A43-4DF7-4CC4-01690E4EF3D4}"/>
              </a:ext>
            </a:extLst>
          </p:cNvPr>
          <p:cNvPicPr>
            <a:picLocks noChangeAspect="1"/>
          </p:cNvPicPr>
          <p:nvPr/>
        </p:nvPicPr>
        <p:blipFill>
          <a:blip r:embed="rId2"/>
          <a:stretch>
            <a:fillRect/>
          </a:stretch>
        </p:blipFill>
        <p:spPr>
          <a:xfrm>
            <a:off x="515937" y="1254074"/>
            <a:ext cx="11368840" cy="2479725"/>
          </a:xfrm>
          <a:prstGeom prst="rect">
            <a:avLst/>
          </a:prstGeom>
        </p:spPr>
      </p:pic>
    </p:spTree>
    <p:extLst>
      <p:ext uri="{BB962C8B-B14F-4D97-AF65-F5344CB8AC3E}">
        <p14:creationId xmlns:p14="http://schemas.microsoft.com/office/powerpoint/2010/main" val="24594810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B3E8B-ADBB-0060-0C95-FF24C213EE76}"/>
            </a:ext>
          </a:extLst>
        </p:cNvPr>
        <p:cNvGrpSpPr/>
        <p:nvPr/>
      </p:nvGrpSpPr>
      <p:grpSpPr>
        <a:xfrm>
          <a:off x="0" y="0"/>
          <a:ext cx="0" cy="0"/>
          <a:chOff x="0" y="0"/>
          <a:chExt cx="0" cy="0"/>
        </a:xfrm>
      </p:grpSpPr>
      <p:sp>
        <p:nvSpPr>
          <p:cNvPr id="54" name="Rectangle: Rounded Corners 53">
            <a:extLst>
              <a:ext uri="{FF2B5EF4-FFF2-40B4-BE49-F238E27FC236}">
                <a16:creationId xmlns:a16="http://schemas.microsoft.com/office/drawing/2014/main" id="{015D8820-445E-49E2-F3BE-CBEB4BD7EA24}"/>
              </a:ext>
            </a:extLst>
          </p:cNvPr>
          <p:cNvSpPr/>
          <p:nvPr/>
        </p:nvSpPr>
        <p:spPr>
          <a:xfrm>
            <a:off x="326837" y="5407777"/>
            <a:ext cx="3030711" cy="523454"/>
          </a:xfrm>
          <a:prstGeom prst="roundRect">
            <a:avLst/>
          </a:prstGeom>
          <a:solidFill>
            <a:schemeClr val="accent5"/>
          </a:solidFill>
          <a:ln>
            <a:no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8B99C2B1-22BC-C5D2-DAA8-C6C1920E96A0}"/>
              </a:ext>
            </a:extLst>
          </p:cNvPr>
          <p:cNvSpPr/>
          <p:nvPr/>
        </p:nvSpPr>
        <p:spPr>
          <a:xfrm>
            <a:off x="4064692" y="904556"/>
            <a:ext cx="7892143" cy="5499626"/>
          </a:xfrm>
          <a:prstGeom prst="rect">
            <a:avLst/>
          </a:prstGeom>
          <a:solidFill>
            <a:schemeClr val="bg1"/>
          </a:solidFill>
          <a:ln>
            <a:noFill/>
          </a:ln>
          <a:effectLst>
            <a:outerShdw blurRad="635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a:t>Value-Based Pricing Using Digital Quotient (DQ)</a:t>
            </a:r>
            <a:endParaRPr lang="en-IN"/>
          </a:p>
        </p:txBody>
      </p:sp>
      <p:sp>
        <p:nvSpPr>
          <p:cNvPr id="2" name="Title 1">
            <a:extLst>
              <a:ext uri="{FF2B5EF4-FFF2-40B4-BE49-F238E27FC236}">
                <a16:creationId xmlns:a16="http://schemas.microsoft.com/office/drawing/2014/main" id="{5BB91BF7-A822-86EE-7613-5AD29D4CF270}"/>
              </a:ext>
            </a:extLst>
          </p:cNvPr>
          <p:cNvSpPr>
            <a:spLocks noGrp="1"/>
          </p:cNvSpPr>
          <p:nvPr>
            <p:ph type="title"/>
          </p:nvPr>
        </p:nvSpPr>
        <p:spPr>
          <a:xfrm>
            <a:off x="515936" y="394087"/>
            <a:ext cx="10668000" cy="738664"/>
          </a:xfrm>
          <a:ln>
            <a:noFill/>
          </a:ln>
        </p:spPr>
        <p:txBody>
          <a:bodyPr/>
          <a:lstStyle/>
          <a:p>
            <a:r>
              <a:rPr lang="en-IN" sz="2400" dirty="0"/>
              <a:t>Sample Artefact - Value </a:t>
            </a:r>
            <a:r>
              <a:rPr lang="en-IN" sz="2400"/>
              <a:t>Based Pricing</a:t>
            </a:r>
            <a:r>
              <a:rPr lang="en-IN" sz="2400" dirty="0"/>
              <a:t> - Estimation Model (1/2) </a:t>
            </a:r>
          </a:p>
        </p:txBody>
      </p:sp>
      <p:sp>
        <p:nvSpPr>
          <p:cNvPr id="15" name="TextBox 14">
            <a:extLst>
              <a:ext uri="{FF2B5EF4-FFF2-40B4-BE49-F238E27FC236}">
                <a16:creationId xmlns:a16="http://schemas.microsoft.com/office/drawing/2014/main" id="{C4DBF030-2F3A-1842-F750-648A978F2A53}"/>
              </a:ext>
            </a:extLst>
          </p:cNvPr>
          <p:cNvSpPr txBox="1"/>
          <p:nvPr/>
        </p:nvSpPr>
        <p:spPr>
          <a:xfrm>
            <a:off x="294723" y="983757"/>
            <a:ext cx="3150018" cy="523220"/>
          </a:xfrm>
          <a:prstGeom prst="rect">
            <a:avLst/>
          </a:prstGeom>
          <a:noFill/>
        </p:spPr>
        <p:txBody>
          <a:bodyPr wrap="square">
            <a:spAutoFit/>
          </a:bodyPr>
          <a:lstStyle/>
          <a:p>
            <a:pPr lvl="0" eaLnBrk="0" fontAlgn="base" hangingPunct="0">
              <a:spcBef>
                <a:spcPct val="0"/>
              </a:spcBef>
              <a:spcAft>
                <a:spcPct val="0"/>
              </a:spcAft>
            </a:pPr>
            <a:r>
              <a:rPr lang="en-US" altLang="en-US" sz="1400" b="1">
                <a:latin typeface="Verdana" panose="020B0604030504040204" pitchFamily="34" charset="0"/>
                <a:ea typeface="Verdana" panose="020B0604030504040204" pitchFamily="34" charset="0"/>
                <a:cs typeface="Times New Roman" panose="02020603050405020304" pitchFamily="18" charset="0"/>
              </a:rPr>
              <a:t>Assumed Work Scenario </a:t>
            </a:r>
          </a:p>
          <a:p>
            <a:pPr lvl="0" eaLnBrk="0" fontAlgn="base" hangingPunct="0">
              <a:spcBef>
                <a:spcPct val="0"/>
              </a:spcBef>
              <a:spcAft>
                <a:spcPct val="0"/>
              </a:spcAft>
            </a:pPr>
            <a:r>
              <a:rPr kumimoji="0" lang="en-US" altLang="en-US" sz="1400" b="1" i="0" u="none" strike="noStrike" cap="none" normalizeH="0" baseline="0">
                <a:ln>
                  <a:noFill/>
                </a:ln>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(Baseline for Comparison)</a:t>
            </a:r>
            <a:endParaRPr kumimoji="0" lang="en-US" altLang="en-US" sz="1400" b="0" i="0" u="none" strike="noStrike" cap="none" normalizeH="0" baseline="0">
              <a:ln>
                <a:noFill/>
              </a:ln>
              <a:solidFill>
                <a:schemeClr val="tx1"/>
              </a:solidFill>
              <a:effectLst/>
              <a:latin typeface="Verdana" panose="020B0604030504040204" pitchFamily="34" charset="0"/>
              <a:ea typeface="Verdana" panose="020B0604030504040204" pitchFamily="34" charset="0"/>
            </a:endParaRPr>
          </a:p>
        </p:txBody>
      </p:sp>
      <p:graphicFrame>
        <p:nvGraphicFramePr>
          <p:cNvPr id="21" name="Table 20">
            <a:extLst>
              <a:ext uri="{FF2B5EF4-FFF2-40B4-BE49-F238E27FC236}">
                <a16:creationId xmlns:a16="http://schemas.microsoft.com/office/drawing/2014/main" id="{65045E6C-83D1-0912-B892-3DD7DA017DE5}"/>
              </a:ext>
            </a:extLst>
          </p:cNvPr>
          <p:cNvGraphicFramePr>
            <a:graphicFrameLocks noGrp="1"/>
          </p:cNvGraphicFramePr>
          <p:nvPr/>
        </p:nvGraphicFramePr>
        <p:xfrm>
          <a:off x="366389" y="1613643"/>
          <a:ext cx="3078352" cy="2364150"/>
        </p:xfrm>
        <a:graphic>
          <a:graphicData uri="http://schemas.openxmlformats.org/drawingml/2006/table">
            <a:tbl>
              <a:tblPr firstRow="1" bandRow="1">
                <a:effectLst>
                  <a:outerShdw blurRad="50800" dist="38100" dir="5400000" algn="t" rotWithShape="0">
                    <a:prstClr val="black">
                      <a:alpha val="40000"/>
                    </a:prstClr>
                  </a:outerShdw>
                </a:effectLst>
                <a:tableStyleId>{5940675A-B579-460E-94D1-54222C63F5DA}</a:tableStyleId>
              </a:tblPr>
              <a:tblGrid>
                <a:gridCol w="1926906">
                  <a:extLst>
                    <a:ext uri="{9D8B030D-6E8A-4147-A177-3AD203B41FA5}">
                      <a16:colId xmlns:a16="http://schemas.microsoft.com/office/drawing/2014/main" val="740807551"/>
                    </a:ext>
                  </a:extLst>
                </a:gridCol>
                <a:gridCol w="1151446">
                  <a:extLst>
                    <a:ext uri="{9D8B030D-6E8A-4147-A177-3AD203B41FA5}">
                      <a16:colId xmlns:a16="http://schemas.microsoft.com/office/drawing/2014/main" val="1987709922"/>
                    </a:ext>
                  </a:extLst>
                </a:gridCol>
              </a:tblGrid>
              <a:tr h="289950">
                <a:tc>
                  <a:txBody>
                    <a:bodyPr/>
                    <a:lstStyle/>
                    <a:p>
                      <a:pPr algn="ctr"/>
                      <a:r>
                        <a:rPr lang="en-IN" sz="1200" b="1">
                          <a:solidFill>
                            <a:schemeClr val="bg1"/>
                          </a:solidFill>
                          <a:latin typeface="Verdana" panose="020B0604030504040204" pitchFamily="34" charset="0"/>
                          <a:ea typeface="Verdana" panose="020B0604030504040204" pitchFamily="34" charset="0"/>
                          <a:cs typeface="Verdana" panose="020B0604030504040204" pitchFamily="34" charset="0"/>
                        </a:rPr>
                        <a:t>Activities</a:t>
                      </a:r>
                    </a:p>
                  </a:txBody>
                  <a:tcPr anchor="ctr">
                    <a:solidFill>
                      <a:schemeClr val="accent2"/>
                    </a:solidFill>
                  </a:tcPr>
                </a:tc>
                <a:tc>
                  <a:txBody>
                    <a:bodyPr/>
                    <a:lstStyle/>
                    <a:p>
                      <a:pPr algn="ctr"/>
                      <a:r>
                        <a:rPr lang="en-IN" sz="1200" b="1">
                          <a:solidFill>
                            <a:schemeClr val="bg1"/>
                          </a:solidFill>
                          <a:latin typeface="Verdana" panose="020B0604030504040204" pitchFamily="34" charset="0"/>
                          <a:ea typeface="Verdana" panose="020B0604030504040204" pitchFamily="34" charset="0"/>
                          <a:cs typeface="Verdana" panose="020B0604030504040204" pitchFamily="34" charset="0"/>
                        </a:rPr>
                        <a:t>Efforts (hrs)</a:t>
                      </a:r>
                    </a:p>
                  </a:txBody>
                  <a:tcPr anchor="ctr">
                    <a:solidFill>
                      <a:schemeClr val="accent2"/>
                    </a:solidFill>
                  </a:tcPr>
                </a:tc>
                <a:extLst>
                  <a:ext uri="{0D108BD9-81ED-4DB2-BD59-A6C34878D82A}">
                    <a16:rowId xmlns:a16="http://schemas.microsoft.com/office/drawing/2014/main" val="3489813613"/>
                  </a:ext>
                </a:extLst>
              </a:tr>
              <a:tr h="289950">
                <a:tc>
                  <a:txBody>
                    <a:bodyPr/>
                    <a:lstStyle/>
                    <a:p>
                      <a:r>
                        <a:rPr lang="en-IN" sz="1200">
                          <a:latin typeface="Verdana" panose="020B0604030504040204" pitchFamily="34" charset="0"/>
                          <a:ea typeface="Verdana" panose="020B0604030504040204" pitchFamily="34" charset="0"/>
                          <a:cs typeface="Verdana" panose="020B0604030504040204" pitchFamily="34" charset="0"/>
                        </a:rPr>
                        <a:t>Total Workload units</a:t>
                      </a:r>
                    </a:p>
                  </a:txBody>
                  <a:tcPr anchor="ctr">
                    <a:solidFill>
                      <a:schemeClr val="bg1"/>
                    </a:solidFill>
                  </a:tcPr>
                </a:tc>
                <a:tc>
                  <a:txBody>
                    <a:bodyPr/>
                    <a:lstStyle/>
                    <a:p>
                      <a:r>
                        <a:rPr lang="en-IN" sz="1200">
                          <a:latin typeface="Verdana" panose="020B0604030504040204" pitchFamily="34" charset="0"/>
                          <a:ea typeface="Verdana" panose="020B0604030504040204" pitchFamily="34" charset="0"/>
                          <a:cs typeface="Verdana" panose="020B0604030504040204" pitchFamily="34" charset="0"/>
                        </a:rPr>
                        <a:t>100</a:t>
                      </a:r>
                    </a:p>
                  </a:txBody>
                  <a:tcPr anchor="ctr">
                    <a:solidFill>
                      <a:schemeClr val="bg1"/>
                    </a:solidFill>
                  </a:tcPr>
                </a:tc>
                <a:extLst>
                  <a:ext uri="{0D108BD9-81ED-4DB2-BD59-A6C34878D82A}">
                    <a16:rowId xmlns:a16="http://schemas.microsoft.com/office/drawing/2014/main" val="3294927880"/>
                  </a:ext>
                </a:extLst>
              </a:tr>
              <a:tr h="289950">
                <a:tc>
                  <a:txBody>
                    <a:bodyPr/>
                    <a:lstStyle/>
                    <a:p>
                      <a:r>
                        <a:rPr lang="en-IN" sz="1200">
                          <a:latin typeface="Verdana" panose="020B0604030504040204" pitchFamily="34" charset="0"/>
                          <a:ea typeface="Verdana" panose="020B0604030504040204" pitchFamily="34" charset="0"/>
                          <a:cs typeface="Verdana" panose="020B0604030504040204" pitchFamily="34" charset="0"/>
                        </a:rPr>
                        <a:t>Human Effort required</a:t>
                      </a:r>
                    </a:p>
                  </a:txBody>
                  <a:tcPr anchor="ctr">
                    <a:solidFill>
                      <a:schemeClr val="bg1"/>
                    </a:solidFill>
                  </a:tcPr>
                </a:tc>
                <a:tc>
                  <a:txBody>
                    <a:bodyPr/>
                    <a:lstStyle/>
                    <a:p>
                      <a:r>
                        <a:rPr lang="en-IN" sz="1200">
                          <a:latin typeface="Verdana" panose="020B0604030504040204" pitchFamily="34" charset="0"/>
                          <a:ea typeface="Verdana" panose="020B0604030504040204" pitchFamily="34" charset="0"/>
                          <a:cs typeface="Verdana" panose="020B0604030504040204" pitchFamily="34" charset="0"/>
                        </a:rPr>
                        <a:t>60</a:t>
                      </a:r>
                    </a:p>
                  </a:txBody>
                  <a:tcPr anchor="ctr">
                    <a:solidFill>
                      <a:schemeClr val="bg1"/>
                    </a:solidFill>
                  </a:tcPr>
                </a:tc>
                <a:extLst>
                  <a:ext uri="{0D108BD9-81ED-4DB2-BD59-A6C34878D82A}">
                    <a16:rowId xmlns:a16="http://schemas.microsoft.com/office/drawing/2014/main" val="3804141148"/>
                  </a:ext>
                </a:extLst>
              </a:tr>
              <a:tr h="289950">
                <a:tc>
                  <a:txBody>
                    <a:bodyPr/>
                    <a:lstStyle/>
                    <a:p>
                      <a:r>
                        <a:rPr lang="en-IN" sz="1200">
                          <a:latin typeface="Verdana" panose="020B0604030504040204" pitchFamily="34" charset="0"/>
                          <a:ea typeface="Verdana" panose="020B0604030504040204" pitchFamily="34" charset="0"/>
                          <a:cs typeface="Verdana" panose="020B0604030504040204" pitchFamily="34" charset="0"/>
                        </a:rPr>
                        <a:t>Agents Allocated units</a:t>
                      </a:r>
                    </a:p>
                  </a:txBody>
                  <a:tcPr anchor="ctr">
                    <a:solidFill>
                      <a:schemeClr val="bg1"/>
                    </a:solidFill>
                  </a:tcPr>
                </a:tc>
                <a:tc>
                  <a:txBody>
                    <a:bodyPr/>
                    <a:lstStyle/>
                    <a:p>
                      <a:r>
                        <a:rPr lang="en-IN" sz="1200">
                          <a:latin typeface="Verdana" panose="020B0604030504040204" pitchFamily="34" charset="0"/>
                          <a:ea typeface="Verdana" panose="020B0604030504040204" pitchFamily="34" charset="0"/>
                          <a:cs typeface="Verdana" panose="020B0604030504040204" pitchFamily="34" charset="0"/>
                        </a:rPr>
                        <a:t>40</a:t>
                      </a:r>
                    </a:p>
                  </a:txBody>
                  <a:tcPr anchor="ctr">
                    <a:solidFill>
                      <a:schemeClr val="bg1"/>
                    </a:solidFill>
                  </a:tcPr>
                </a:tc>
                <a:extLst>
                  <a:ext uri="{0D108BD9-81ED-4DB2-BD59-A6C34878D82A}">
                    <a16:rowId xmlns:a16="http://schemas.microsoft.com/office/drawing/2014/main" val="524294820"/>
                  </a:ext>
                </a:extLst>
              </a:tr>
              <a:tr h="289950">
                <a:tc>
                  <a:txBody>
                    <a:bodyPr/>
                    <a:lstStyle/>
                    <a:p>
                      <a:r>
                        <a:rPr lang="en-IN" sz="1200">
                          <a:latin typeface="Verdana" panose="020B0604030504040204" pitchFamily="34" charset="0"/>
                          <a:ea typeface="Verdana" panose="020B0604030504040204" pitchFamily="34" charset="0"/>
                          <a:cs typeface="Verdana" panose="020B0604030504040204" pitchFamily="34" charset="0"/>
                        </a:rPr>
                        <a:t>Configuration &amp; Tuning</a:t>
                      </a:r>
                    </a:p>
                  </a:txBody>
                  <a:tcPr anchor="ctr">
                    <a:solidFill>
                      <a:schemeClr val="bg1"/>
                    </a:solidFill>
                  </a:tcPr>
                </a:tc>
                <a:tc>
                  <a:txBody>
                    <a:bodyPr/>
                    <a:lstStyle/>
                    <a:p>
                      <a:r>
                        <a:rPr lang="en-IN" sz="1200">
                          <a:latin typeface="Verdana" panose="020B0604030504040204" pitchFamily="34" charset="0"/>
                          <a:ea typeface="Verdana" panose="020B0604030504040204" pitchFamily="34" charset="0"/>
                          <a:cs typeface="Verdana" panose="020B0604030504040204" pitchFamily="34" charset="0"/>
                        </a:rPr>
                        <a:t>10</a:t>
                      </a:r>
                    </a:p>
                  </a:txBody>
                  <a:tcPr anchor="ctr">
                    <a:solidFill>
                      <a:schemeClr val="bg1"/>
                    </a:solidFill>
                  </a:tcPr>
                </a:tc>
                <a:extLst>
                  <a:ext uri="{0D108BD9-81ED-4DB2-BD59-A6C34878D82A}">
                    <a16:rowId xmlns:a16="http://schemas.microsoft.com/office/drawing/2014/main" val="407203647"/>
                  </a:ext>
                </a:extLst>
              </a:tr>
              <a:tr h="289950">
                <a:tc>
                  <a:txBody>
                    <a:bodyPr/>
                    <a:lstStyle/>
                    <a:p>
                      <a:r>
                        <a:rPr lang="en-IN" sz="1200">
                          <a:latin typeface="Verdana" panose="020B0604030504040204" pitchFamily="34" charset="0"/>
                          <a:ea typeface="Verdana" panose="020B0604030504040204" pitchFamily="34" charset="0"/>
                          <a:cs typeface="Verdana" panose="020B0604030504040204" pitchFamily="34" charset="0"/>
                        </a:rPr>
                        <a:t>Validation efforts</a:t>
                      </a:r>
                    </a:p>
                  </a:txBody>
                  <a:tcPr anchor="ctr">
                    <a:solidFill>
                      <a:schemeClr val="bg1"/>
                    </a:solidFill>
                  </a:tcPr>
                </a:tc>
                <a:tc>
                  <a:txBody>
                    <a:bodyPr/>
                    <a:lstStyle/>
                    <a:p>
                      <a:r>
                        <a:rPr lang="en-IN" sz="1200">
                          <a:latin typeface="Verdana" panose="020B0604030504040204" pitchFamily="34" charset="0"/>
                          <a:ea typeface="Verdana" panose="020B0604030504040204" pitchFamily="34" charset="0"/>
                          <a:cs typeface="Verdana" panose="020B0604030504040204" pitchFamily="34" charset="0"/>
                        </a:rPr>
                        <a:t>5</a:t>
                      </a:r>
                    </a:p>
                  </a:txBody>
                  <a:tcPr anchor="ctr">
                    <a:solidFill>
                      <a:schemeClr val="bg1"/>
                    </a:solidFill>
                  </a:tcPr>
                </a:tc>
                <a:extLst>
                  <a:ext uri="{0D108BD9-81ED-4DB2-BD59-A6C34878D82A}">
                    <a16:rowId xmlns:a16="http://schemas.microsoft.com/office/drawing/2014/main" val="1906761993"/>
                  </a:ext>
                </a:extLst>
              </a:tr>
              <a:tr h="289950">
                <a:tc>
                  <a:txBody>
                    <a:bodyPr/>
                    <a:lstStyle/>
                    <a:p>
                      <a:r>
                        <a:rPr lang="en-IN" sz="1200">
                          <a:latin typeface="Verdana" panose="020B0604030504040204" pitchFamily="34" charset="0"/>
                          <a:ea typeface="Verdana" panose="020B0604030504040204" pitchFamily="34" charset="0"/>
                          <a:cs typeface="Verdana" panose="020B0604030504040204" pitchFamily="34" charset="0"/>
                        </a:rPr>
                        <a:t>Agent Runtime</a:t>
                      </a:r>
                    </a:p>
                  </a:txBody>
                  <a:tcPr anchor="ctr">
                    <a:solidFill>
                      <a:schemeClr val="bg1"/>
                    </a:solidFill>
                  </a:tcPr>
                </a:tc>
                <a:tc>
                  <a:txBody>
                    <a:bodyPr/>
                    <a:lstStyle/>
                    <a:p>
                      <a:r>
                        <a:rPr lang="en-IN" sz="1200">
                          <a:latin typeface="Verdana" panose="020B0604030504040204" pitchFamily="34" charset="0"/>
                          <a:ea typeface="Verdana" panose="020B0604030504040204" pitchFamily="34" charset="0"/>
                          <a:cs typeface="Verdana" panose="020B0604030504040204" pitchFamily="34" charset="0"/>
                        </a:rPr>
                        <a:t>1</a:t>
                      </a:r>
                    </a:p>
                  </a:txBody>
                  <a:tcPr anchor="ctr">
                    <a:solidFill>
                      <a:schemeClr val="bg1"/>
                    </a:solidFill>
                  </a:tcPr>
                </a:tc>
                <a:extLst>
                  <a:ext uri="{0D108BD9-81ED-4DB2-BD59-A6C34878D82A}">
                    <a16:rowId xmlns:a16="http://schemas.microsoft.com/office/drawing/2014/main" val="3864394663"/>
                  </a:ext>
                </a:extLst>
              </a:tr>
            </a:tbl>
          </a:graphicData>
        </a:graphic>
      </p:graphicFrame>
      <p:sp>
        <p:nvSpPr>
          <p:cNvPr id="6" name="TextBox 5">
            <a:extLst>
              <a:ext uri="{FF2B5EF4-FFF2-40B4-BE49-F238E27FC236}">
                <a16:creationId xmlns:a16="http://schemas.microsoft.com/office/drawing/2014/main" id="{D37F1629-07E5-A7EE-C7F1-9A1F7A35A579}"/>
              </a:ext>
            </a:extLst>
          </p:cNvPr>
          <p:cNvSpPr txBox="1"/>
          <p:nvPr/>
        </p:nvSpPr>
        <p:spPr>
          <a:xfrm>
            <a:off x="4986826" y="1798473"/>
            <a:ext cx="2493095" cy="272415"/>
          </a:xfrm>
          <a:prstGeom prst="roundRect">
            <a:avLst/>
          </a:prstGeom>
          <a:noFill/>
          <a:ln>
            <a:solidFill>
              <a:schemeClr val="tx1"/>
            </a:solidFill>
          </a:ln>
        </p:spPr>
        <p:txBody>
          <a:bodyPr wrap="square">
            <a:spAutoFit/>
          </a:bodyPr>
          <a:lstStyle/>
          <a:p>
            <a:pPr algn="ctr"/>
            <a:r>
              <a:rPr lang="en-IN" sz="1000" b="1">
                <a:effectLst/>
                <a:latin typeface="Verdana" panose="020B0604030504040204" pitchFamily="34" charset="0"/>
                <a:ea typeface="Verdana" panose="020B0604030504040204" pitchFamily="34" charset="0"/>
                <a:cs typeface="Times New Roman" panose="02020603050405020304" pitchFamily="18" charset="0"/>
              </a:rPr>
              <a:t>Option A: Cost-Based Pricing</a:t>
            </a:r>
            <a:endParaRPr lang="en-IN" sz="1000">
              <a:latin typeface="Verdana" panose="020B0604030504040204" pitchFamily="34" charset="0"/>
              <a:ea typeface="Verdana" panose="020B0604030504040204" pitchFamily="34" charset="0"/>
            </a:endParaRPr>
          </a:p>
        </p:txBody>
      </p:sp>
      <p:sp>
        <p:nvSpPr>
          <p:cNvPr id="11" name="TextBox 10">
            <a:extLst>
              <a:ext uri="{FF2B5EF4-FFF2-40B4-BE49-F238E27FC236}">
                <a16:creationId xmlns:a16="http://schemas.microsoft.com/office/drawing/2014/main" id="{615CD112-E17D-EC47-8917-F2FBDB09298D}"/>
              </a:ext>
            </a:extLst>
          </p:cNvPr>
          <p:cNvSpPr txBox="1"/>
          <p:nvPr/>
        </p:nvSpPr>
        <p:spPr>
          <a:xfrm>
            <a:off x="4956395" y="3780185"/>
            <a:ext cx="2523526" cy="442674"/>
          </a:xfrm>
          <a:prstGeom prst="roundRect">
            <a:avLst/>
          </a:prstGeom>
          <a:noFill/>
          <a:ln>
            <a:solidFill>
              <a:schemeClr val="tx1"/>
            </a:solidFill>
          </a:ln>
        </p:spPr>
        <p:txBody>
          <a:bodyPr wrap="square">
            <a:spAutoFit/>
          </a:bodyPr>
          <a:lstStyle/>
          <a:p>
            <a:pPr algn="ctr"/>
            <a:r>
              <a:rPr lang="en-IN" sz="1000" b="1">
                <a:effectLst/>
                <a:latin typeface="Verdana" panose="020B0604030504040204" pitchFamily="34" charset="0"/>
                <a:ea typeface="Verdana" panose="020B0604030504040204" pitchFamily="34" charset="0"/>
                <a:cs typeface="Times New Roman" panose="02020603050405020304" pitchFamily="18" charset="0"/>
              </a:rPr>
              <a:t>Option</a:t>
            </a:r>
            <a:r>
              <a:rPr lang="en-IN" sz="1000" b="1">
                <a:latin typeface="Verdana" panose="020B0604030504040204" pitchFamily="34" charset="0"/>
                <a:ea typeface="Verdana" panose="020B0604030504040204" pitchFamily="34" charset="0"/>
                <a:cs typeface="Times New Roman" panose="02020603050405020304" pitchFamily="18" charset="0"/>
              </a:rPr>
              <a:t> B: </a:t>
            </a:r>
            <a:r>
              <a:rPr lang="en-IN" sz="1000" b="1">
                <a:effectLst/>
                <a:latin typeface="Verdana" panose="020B0604030504040204" pitchFamily="34" charset="0"/>
                <a:ea typeface="Verdana" panose="020B0604030504040204" pitchFamily="34" charset="0"/>
                <a:cs typeface="Times New Roman" panose="02020603050405020304" pitchFamily="18" charset="0"/>
              </a:rPr>
              <a:t>Value-Based Pricing Using Digital Quotient (DQ)</a:t>
            </a:r>
            <a:endParaRPr lang="en-IN" sz="1000">
              <a:latin typeface="Verdana" panose="020B0604030504040204" pitchFamily="34" charset="0"/>
              <a:ea typeface="Verdana" panose="020B0604030504040204" pitchFamily="34" charset="0"/>
            </a:endParaRPr>
          </a:p>
        </p:txBody>
      </p:sp>
      <p:sp>
        <p:nvSpPr>
          <p:cNvPr id="14" name="TextBox 13">
            <a:extLst>
              <a:ext uri="{FF2B5EF4-FFF2-40B4-BE49-F238E27FC236}">
                <a16:creationId xmlns:a16="http://schemas.microsoft.com/office/drawing/2014/main" id="{260CE7B8-9528-6578-2DB6-F5B59A3175F4}"/>
              </a:ext>
            </a:extLst>
          </p:cNvPr>
          <p:cNvSpPr txBox="1"/>
          <p:nvPr/>
        </p:nvSpPr>
        <p:spPr>
          <a:xfrm>
            <a:off x="4641407" y="2237496"/>
            <a:ext cx="3011259" cy="1313501"/>
          </a:xfrm>
          <a:prstGeom prst="rect">
            <a:avLst/>
          </a:prstGeom>
          <a:noFill/>
        </p:spPr>
        <p:txBody>
          <a:bodyPr wrap="square">
            <a:spAutoFit/>
          </a:bodyPr>
          <a:lstStyle/>
          <a:p>
            <a:pPr marL="342900" lvl="0" indent="-342900">
              <a:lnSpc>
                <a:spcPct val="115000"/>
              </a:lnSpc>
              <a:buSzPts val="1000"/>
              <a:buFont typeface="Symbol" panose="05050102010706020507" pitchFamily="18" charset="2"/>
              <a:buChar char=""/>
              <a:tabLst>
                <a:tab pos="457200" algn="l"/>
              </a:tabLst>
            </a:pPr>
            <a:r>
              <a:rPr lang="en-IN" sz="1000" b="1" kern="100">
                <a:effectLst/>
                <a:latin typeface="Verdana" panose="020B0604030504040204" pitchFamily="34" charset="0"/>
                <a:ea typeface="Verdana" panose="020B0604030504040204" pitchFamily="34" charset="0"/>
                <a:cs typeface="Times New Roman" panose="02020603050405020304" pitchFamily="18" charset="0"/>
              </a:rPr>
              <a:t>Platform Cost (Fixed Fee)</a:t>
            </a:r>
            <a:r>
              <a:rPr lang="en-IN" sz="1000" kern="100">
                <a:effectLst/>
                <a:latin typeface="Verdana" panose="020B0604030504040204" pitchFamily="34" charset="0"/>
                <a:ea typeface="Verdana" panose="020B0604030504040204" pitchFamily="34" charset="0"/>
                <a:cs typeface="Times New Roman" panose="02020603050405020304" pitchFamily="18" charset="0"/>
              </a:rPr>
              <a:t>:</a:t>
            </a:r>
          </a:p>
          <a:p>
            <a:pPr lvl="0">
              <a:lnSpc>
                <a:spcPct val="115000"/>
              </a:lnSpc>
              <a:buSzPts val="1000"/>
              <a:tabLst>
                <a:tab pos="457200" algn="l"/>
              </a:tabLst>
            </a:pPr>
            <a:r>
              <a:rPr lang="en-IN" sz="1000" kern="100">
                <a:effectLst/>
                <a:latin typeface="Verdana" panose="020B0604030504040204" pitchFamily="34" charset="0"/>
                <a:ea typeface="Verdana" panose="020B0604030504040204" pitchFamily="34" charset="0"/>
                <a:cs typeface="Times New Roman" panose="02020603050405020304" pitchFamily="18" charset="0"/>
              </a:rPr>
              <a:t>	One time</a:t>
            </a:r>
            <a:r>
              <a:rPr lang="en-IN" sz="1000" kern="100">
                <a:latin typeface="Verdana" panose="020B0604030504040204" pitchFamily="34" charset="0"/>
                <a:ea typeface="Verdana" panose="020B0604030504040204" pitchFamily="34" charset="0"/>
                <a:cs typeface="Times New Roman" panose="02020603050405020304" pitchFamily="18" charset="0"/>
              </a:rPr>
              <a:t> cost for Platform</a:t>
            </a:r>
            <a:endParaRPr lang="en-IN" sz="1000" kern="100">
              <a:effectLst/>
              <a:latin typeface="Verdana" panose="020B0604030504040204" pitchFamily="34" charset="0"/>
              <a:ea typeface="Verdana" panose="020B0604030504040204" pitchFamily="34" charset="0"/>
              <a:cs typeface="Times New Roman" panose="02020603050405020304" pitchFamily="18" charset="0"/>
            </a:endParaRPr>
          </a:p>
          <a:p>
            <a:pPr marL="342900" lvl="0" indent="-342900">
              <a:lnSpc>
                <a:spcPct val="115000"/>
              </a:lnSpc>
              <a:buSzPts val="1000"/>
              <a:buFont typeface="Symbol" panose="05050102010706020507" pitchFamily="18" charset="2"/>
              <a:buChar char=""/>
              <a:tabLst>
                <a:tab pos="457200" algn="l"/>
              </a:tabLst>
            </a:pPr>
            <a:r>
              <a:rPr lang="en-IN" sz="1000" b="1" kern="100">
                <a:effectLst/>
                <a:latin typeface="Verdana" panose="020B0604030504040204" pitchFamily="34" charset="0"/>
                <a:ea typeface="Verdana" panose="020B0604030504040204" pitchFamily="34" charset="0"/>
                <a:cs typeface="Times New Roman" panose="02020603050405020304" pitchFamily="18" charset="0"/>
              </a:rPr>
              <a:t>Resource-Based Billing</a:t>
            </a:r>
            <a:r>
              <a:rPr lang="en-IN" sz="1000" kern="100">
                <a:effectLst/>
                <a:latin typeface="Verdana" panose="020B0604030504040204" pitchFamily="34" charset="0"/>
                <a:ea typeface="Verdana" panose="020B0604030504040204" pitchFamily="34" charset="0"/>
                <a:cs typeface="Times New Roman" panose="02020603050405020304" pitchFamily="18" charset="0"/>
              </a:rPr>
              <a:t>:</a:t>
            </a:r>
            <a:br>
              <a:rPr lang="en-IN" sz="1000" kern="100">
                <a:effectLst/>
                <a:latin typeface="Verdana" panose="020B0604030504040204" pitchFamily="34" charset="0"/>
                <a:ea typeface="Verdana" panose="020B0604030504040204" pitchFamily="34" charset="0"/>
                <a:cs typeface="Times New Roman" panose="02020603050405020304" pitchFamily="18" charset="0"/>
              </a:rPr>
            </a:br>
            <a:r>
              <a:rPr lang="en-IN" sz="1000" kern="100">
                <a:effectLst/>
                <a:latin typeface="Verdana" panose="020B0604030504040204" pitchFamily="34" charset="0"/>
                <a:ea typeface="Verdana" panose="020B0604030504040204" pitchFamily="34" charset="0"/>
                <a:cs typeface="Times New Roman" panose="02020603050405020304" pitchFamily="18" charset="0"/>
              </a:rPr>
              <a:t>Human hours billed using standard rate cards</a:t>
            </a:r>
          </a:p>
          <a:p>
            <a:pPr marL="342900" lvl="0" indent="-342900">
              <a:lnSpc>
                <a:spcPct val="115000"/>
              </a:lnSpc>
              <a:buSzPts val="1000"/>
              <a:buFont typeface="Symbol" panose="05050102010706020507" pitchFamily="18" charset="2"/>
              <a:buChar char=""/>
              <a:tabLst>
                <a:tab pos="457200" algn="l"/>
              </a:tabLst>
            </a:pPr>
            <a:r>
              <a:rPr lang="en-IN" sz="1000" b="1" kern="100">
                <a:effectLst/>
                <a:latin typeface="Verdana" panose="020B0604030504040204" pitchFamily="34" charset="0"/>
                <a:ea typeface="Verdana" panose="020B0604030504040204" pitchFamily="34" charset="0"/>
                <a:cs typeface="Times New Roman" panose="02020603050405020304" pitchFamily="18" charset="0"/>
              </a:rPr>
              <a:t>Agent Usage</a:t>
            </a:r>
            <a:r>
              <a:rPr lang="en-IN" sz="1000" b="1" kern="100">
                <a:latin typeface="Verdana" panose="020B0604030504040204" pitchFamily="34" charset="0"/>
                <a:ea typeface="Verdana" panose="020B0604030504040204" pitchFamily="34" charset="0"/>
                <a:cs typeface="Times New Roman" panose="02020603050405020304" pitchFamily="18" charset="0"/>
              </a:rPr>
              <a:t> Cost</a:t>
            </a:r>
          </a:p>
          <a:p>
            <a:pPr marL="342900" lvl="0" indent="-342900">
              <a:lnSpc>
                <a:spcPct val="115000"/>
              </a:lnSpc>
              <a:buSzPts val="1000"/>
              <a:buFont typeface="Symbol" panose="05050102010706020507" pitchFamily="18" charset="2"/>
              <a:buChar char=""/>
              <a:tabLst>
                <a:tab pos="457200" algn="l"/>
              </a:tabLst>
            </a:pPr>
            <a:r>
              <a:rPr lang="en-IN" sz="1000" b="1" kern="100">
                <a:effectLst/>
                <a:latin typeface="Verdana" panose="020B0604030504040204" pitchFamily="34" charset="0"/>
                <a:ea typeface="Verdana" panose="020B0604030504040204" pitchFamily="34" charset="0"/>
                <a:cs typeface="Times New Roman" panose="02020603050405020304" pitchFamily="18" charset="0"/>
              </a:rPr>
              <a:t>76hrs as per rate card</a:t>
            </a:r>
            <a:endParaRPr lang="en-IN" sz="1000" kern="100">
              <a:effectLst/>
              <a:latin typeface="Verdana" panose="020B0604030504040204" pitchFamily="34" charset="0"/>
              <a:ea typeface="Verdana" panose="020B0604030504040204" pitchFamily="34" charset="0"/>
              <a:cs typeface="Times New Roman" panose="02020603050405020304" pitchFamily="18" charset="0"/>
            </a:endParaRPr>
          </a:p>
        </p:txBody>
      </p:sp>
      <p:pic>
        <p:nvPicPr>
          <p:cNvPr id="1026" name="Picture 2" descr="Price Tag Black Icon Transparent Background | Citypng">
            <a:extLst>
              <a:ext uri="{FF2B5EF4-FFF2-40B4-BE49-F238E27FC236}">
                <a16:creationId xmlns:a16="http://schemas.microsoft.com/office/drawing/2014/main" id="{781CB884-7767-69C7-9975-1F60875C76CC}"/>
              </a:ext>
            </a:extLst>
          </p:cNvPr>
          <p:cNvPicPr>
            <a:picLocks noChangeAspect="1" noChangeArrowheads="1"/>
          </p:cNvPicPr>
          <p:nvPr/>
        </p:nvPicPr>
        <p:blipFill>
          <a:blip r:embed="rId2">
            <a:duotone>
              <a:schemeClr val="accent6">
                <a:shade val="45000"/>
                <a:satMod val="135000"/>
              </a:schemeClr>
              <a:prstClr val="white"/>
            </a:duotone>
            <a:extLst>
              <a:ext uri="{BEBA8EAE-BF5A-486C-A8C5-ECC9F3942E4B}">
                <a14:imgProps xmlns:a14="http://schemas.microsoft.com/office/drawing/2010/main">
                  <a14:imgLayer r:embed="rId3">
                    <a14:imgEffect>
                      <a14:backgroundRemoval t="2703" b="92568" l="4730" r="97297">
                        <a14:foregroundMark x1="4730" y1="69595" x2="4730" y2="62162"/>
                        <a14:foregroundMark x1="31081" y1="91892" x2="38514" y2="93243"/>
                        <a14:foregroundMark x1="66892" y1="31081" x2="66892" y2="22973"/>
                        <a14:foregroundMark x1="75676" y1="6757" x2="85811" y2="2703"/>
                        <a14:foregroundMark x1="93919" y1="12838" x2="93919" y2="20946"/>
                        <a14:foregroundMark x1="97297" y1="29054" x2="97297" y2="18243"/>
                      </a14:backgroundRemoval>
                    </a14:imgEffect>
                  </a14:imgLayer>
                </a14:imgProps>
              </a:ext>
              <a:ext uri="{28A0092B-C50C-407E-A947-70E740481C1C}">
                <a14:useLocalDpi xmlns:a14="http://schemas.microsoft.com/office/drawing/2010/main" val="0"/>
              </a:ext>
            </a:extLst>
          </a:blip>
          <a:srcRect/>
          <a:stretch>
            <a:fillRect/>
          </a:stretch>
        </p:blipFill>
        <p:spPr bwMode="auto">
          <a:xfrm>
            <a:off x="4429993" y="1724546"/>
            <a:ext cx="422829" cy="422829"/>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 descr="Price Tag Black Icon Transparent Background | Citypng">
            <a:extLst>
              <a:ext uri="{FF2B5EF4-FFF2-40B4-BE49-F238E27FC236}">
                <a16:creationId xmlns:a16="http://schemas.microsoft.com/office/drawing/2014/main" id="{5DE3A6BE-F481-D29C-E61B-60E8B154D301}"/>
              </a:ext>
            </a:extLst>
          </p:cNvPr>
          <p:cNvPicPr>
            <a:picLocks noChangeAspect="1" noChangeArrowheads="1"/>
          </p:cNvPicPr>
          <p:nvPr/>
        </p:nvPicPr>
        <p:blipFill>
          <a:blip r:embed="rId2">
            <a:duotone>
              <a:schemeClr val="accent6">
                <a:shade val="45000"/>
                <a:satMod val="135000"/>
              </a:schemeClr>
              <a:prstClr val="white"/>
            </a:duotone>
            <a:extLst>
              <a:ext uri="{BEBA8EAE-BF5A-486C-A8C5-ECC9F3942E4B}">
                <a14:imgProps xmlns:a14="http://schemas.microsoft.com/office/drawing/2010/main">
                  <a14:imgLayer r:embed="rId3">
                    <a14:imgEffect>
                      <a14:backgroundRemoval t="2703" b="92568" l="4730" r="97297">
                        <a14:foregroundMark x1="4730" y1="69595" x2="4730" y2="62162"/>
                        <a14:foregroundMark x1="31081" y1="91892" x2="38514" y2="93243"/>
                        <a14:foregroundMark x1="66892" y1="31081" x2="66892" y2="22973"/>
                        <a14:foregroundMark x1="75676" y1="6757" x2="85811" y2="2703"/>
                        <a14:foregroundMark x1="93919" y1="12838" x2="93919" y2="20946"/>
                        <a14:foregroundMark x1="97297" y1="29054" x2="97297" y2="18243"/>
                      </a14:backgroundRemoval>
                    </a14:imgEffect>
                  </a14:imgLayer>
                </a14:imgProps>
              </a:ext>
              <a:ext uri="{28A0092B-C50C-407E-A947-70E740481C1C}">
                <a14:useLocalDpi xmlns:a14="http://schemas.microsoft.com/office/drawing/2010/main" val="0"/>
              </a:ext>
            </a:extLst>
          </a:blip>
          <a:srcRect/>
          <a:stretch>
            <a:fillRect/>
          </a:stretch>
        </p:blipFill>
        <p:spPr bwMode="auto">
          <a:xfrm>
            <a:off x="4438399" y="3821415"/>
            <a:ext cx="446864" cy="446864"/>
          </a:xfrm>
          <a:prstGeom prst="rect">
            <a:avLst/>
          </a:prstGeom>
          <a:noFill/>
          <a:extLst>
            <a:ext uri="{909E8E84-426E-40DD-AFC4-6F175D3DCCD1}">
              <a14:hiddenFill xmlns:a14="http://schemas.microsoft.com/office/drawing/2010/main">
                <a:solidFill>
                  <a:srgbClr val="FFFFFF"/>
                </a:solidFill>
              </a14:hiddenFill>
            </a:ext>
          </a:extLst>
        </p:spPr>
      </p:pic>
      <p:sp>
        <p:nvSpPr>
          <p:cNvPr id="25" name="Rectangle 5">
            <a:extLst>
              <a:ext uri="{FF2B5EF4-FFF2-40B4-BE49-F238E27FC236}">
                <a16:creationId xmlns:a16="http://schemas.microsoft.com/office/drawing/2014/main" id="{D7A6A9B6-62F9-F488-6360-26CA678C5808}"/>
              </a:ext>
            </a:extLst>
          </p:cNvPr>
          <p:cNvSpPr>
            <a:spLocks noChangeArrowheads="1"/>
          </p:cNvSpPr>
          <p:nvPr/>
        </p:nvSpPr>
        <p:spPr bwMode="auto">
          <a:xfrm>
            <a:off x="4573754" y="4324976"/>
            <a:ext cx="2893711" cy="13798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101568"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1" i="0" u="none" strike="noStrike" cap="none" normalizeH="0" baseline="0">
                <a:ln>
                  <a:noFill/>
                </a:ln>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Value-Based Fee</a:t>
            </a:r>
            <a:r>
              <a:rPr kumimoji="0" lang="en-US" altLang="en-US" sz="1000" b="0" i="0" u="none" strike="noStrike" cap="none" normalizeH="0" baseline="0">
                <a:ln>
                  <a:noFill/>
                </a:ln>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a:t>
            </a:r>
            <a:endParaRPr kumimoji="0" lang="en-US" altLang="en-US" sz="1000" b="0" i="0" u="none" strike="noStrike" cap="none" normalizeH="0" baseline="0">
              <a:ln>
                <a:noFill/>
              </a:ln>
              <a:solidFill>
                <a:schemeClr val="tx1"/>
              </a:solidFill>
              <a:effectLst/>
              <a:latin typeface="Verdana" panose="020B0604030504040204" pitchFamily="34" charset="0"/>
              <a:ea typeface="Verdana" panose="020B0604030504040204" pitchFamily="34" charset="0"/>
            </a:endParaRPr>
          </a:p>
          <a:p>
            <a:pPr marL="457200" marR="0" lvl="1" indent="0" algn="l" defTabSz="914400" rtl="0" eaLnBrk="0" fontAlgn="base" latinLnBrk="0" hangingPunct="0">
              <a:lnSpc>
                <a:spcPct val="100000"/>
              </a:lnSpc>
              <a:spcBef>
                <a:spcPct val="0"/>
              </a:spcBef>
              <a:spcAft>
                <a:spcPct val="0"/>
              </a:spcAft>
              <a:buClrTx/>
              <a:buSzTx/>
              <a:buFont typeface="Symbol" panose="05050102010706020507" pitchFamily="18" charset="2"/>
              <a:buChar char=""/>
              <a:tabLst/>
            </a:pPr>
            <a:r>
              <a:rPr kumimoji="0" lang="en-US" altLang="en-US" sz="1000" b="0" i="0" u="none" strike="noStrike" cap="none" normalizeH="0" baseline="0">
                <a:ln>
                  <a:noFill/>
                </a:ln>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Assignin</a:t>
            </a:r>
            <a:r>
              <a:rPr lang="en-US" altLang="en-US" sz="1000">
                <a:latin typeface="Verdana" panose="020B0604030504040204" pitchFamily="34" charset="0"/>
                <a:ea typeface="Verdana" panose="020B0604030504040204" pitchFamily="34" charset="0"/>
                <a:cs typeface="Times New Roman" panose="02020603050405020304" pitchFamily="18" charset="0"/>
              </a:rPr>
              <a:t>g Rate card for Agents</a:t>
            </a:r>
          </a:p>
          <a:p>
            <a:pPr marL="457200" marR="0" lvl="1" indent="0" algn="l" defTabSz="914400" rtl="0" eaLnBrk="0" fontAlgn="base" latinLnBrk="0" hangingPunct="0">
              <a:lnSpc>
                <a:spcPct val="100000"/>
              </a:lnSpc>
              <a:spcBef>
                <a:spcPct val="0"/>
              </a:spcBef>
              <a:spcAft>
                <a:spcPct val="0"/>
              </a:spcAft>
              <a:buClrTx/>
              <a:buSzTx/>
              <a:buFont typeface="Symbol" panose="05050102010706020507" pitchFamily="18" charset="2"/>
              <a:buChar char=""/>
              <a:tabLst/>
            </a:pPr>
            <a:r>
              <a:rPr kumimoji="0" lang="en-US" altLang="en-US" sz="1000" b="0" i="0" u="none" strike="noStrike" cap="none" normalizeH="0" baseline="0">
                <a:ln>
                  <a:noFill/>
                </a:ln>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Tied to DQ bracket </a:t>
            </a:r>
          </a:p>
          <a:p>
            <a:pPr marL="457200" marR="0" lvl="1" indent="0" algn="l" defTabSz="914400" rtl="0" eaLnBrk="0" fontAlgn="base" latinLnBrk="0" hangingPunct="0">
              <a:lnSpc>
                <a:spcPct val="100000"/>
              </a:lnSpc>
              <a:spcBef>
                <a:spcPct val="0"/>
              </a:spcBef>
              <a:spcAft>
                <a:spcPct val="0"/>
              </a:spcAft>
              <a:buClrTx/>
              <a:buSzTx/>
              <a:buFont typeface="Symbol" panose="05050102010706020507" pitchFamily="18" charset="2"/>
              <a:buChar char=""/>
              <a:tabLst/>
            </a:pPr>
            <a:r>
              <a:rPr kumimoji="0" lang="en-US" altLang="en-US" sz="1000" b="0" i="0" u="none" strike="noStrike" cap="none" normalizeH="0" baseline="0">
                <a:ln>
                  <a:noFill/>
                </a:ln>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Adjusted based on performance guarantees (SLAs tied to agent efficacy)</a:t>
            </a:r>
          </a:p>
          <a:p>
            <a:pPr marL="457200" marR="0" lvl="1" indent="0" algn="l" defTabSz="914400" rtl="0" eaLnBrk="0" fontAlgn="base" latinLnBrk="0" hangingPunct="0">
              <a:lnSpc>
                <a:spcPct val="100000"/>
              </a:lnSpc>
              <a:spcBef>
                <a:spcPct val="0"/>
              </a:spcBef>
              <a:spcAft>
                <a:spcPct val="0"/>
              </a:spcAft>
              <a:buClrTx/>
              <a:buSzTx/>
              <a:buFont typeface="Symbol" panose="05050102010706020507" pitchFamily="18" charset="2"/>
              <a:buChar char=""/>
              <a:tabLst/>
            </a:pPr>
            <a:r>
              <a:rPr lang="en-US" altLang="en-US" sz="1000">
                <a:latin typeface="Verdana" panose="020B0604030504040204" pitchFamily="34" charset="0"/>
                <a:ea typeface="Verdana" panose="020B0604030504040204" pitchFamily="34" charset="0"/>
                <a:cs typeface="Times New Roman" panose="02020603050405020304" pitchFamily="18" charset="0"/>
              </a:rPr>
              <a:t>76-100 </a:t>
            </a:r>
            <a:r>
              <a:rPr lang="en-US" altLang="en-US" sz="1000" err="1">
                <a:latin typeface="Verdana" panose="020B0604030504040204" pitchFamily="34" charset="0"/>
                <a:ea typeface="Verdana" panose="020B0604030504040204" pitchFamily="34" charset="0"/>
                <a:cs typeface="Times New Roman" panose="02020603050405020304" pitchFamily="18" charset="0"/>
              </a:rPr>
              <a:t>hrs</a:t>
            </a:r>
            <a:r>
              <a:rPr lang="en-US" altLang="en-US" sz="1000">
                <a:latin typeface="Verdana" panose="020B0604030504040204" pitchFamily="34" charset="0"/>
                <a:ea typeface="Verdana" panose="020B0604030504040204" pitchFamily="34" charset="0"/>
                <a:cs typeface="Times New Roman" panose="02020603050405020304" pitchFamily="18" charset="0"/>
              </a:rPr>
              <a:t> as per rate card based on value-based pricing</a:t>
            </a:r>
            <a:endParaRPr kumimoji="0" lang="en-US" altLang="en-US" sz="1000" b="0" i="0" u="none" strike="noStrike" cap="none" normalizeH="0" baseline="0">
              <a:ln>
                <a:noFill/>
              </a:ln>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p:txBody>
      </p:sp>
      <p:sp>
        <p:nvSpPr>
          <p:cNvPr id="28" name="TextBox 27">
            <a:extLst>
              <a:ext uri="{FF2B5EF4-FFF2-40B4-BE49-F238E27FC236}">
                <a16:creationId xmlns:a16="http://schemas.microsoft.com/office/drawing/2014/main" id="{2D1827C1-87D1-742F-2537-9BF86FDF3BC9}"/>
              </a:ext>
            </a:extLst>
          </p:cNvPr>
          <p:cNvSpPr txBox="1"/>
          <p:nvPr/>
        </p:nvSpPr>
        <p:spPr>
          <a:xfrm>
            <a:off x="314799" y="4072072"/>
            <a:ext cx="3480355" cy="125162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ts val="800"/>
              </a:spcAft>
              <a:buClrTx/>
              <a:buSzTx/>
              <a:tabLst/>
            </a:pPr>
            <a:r>
              <a:rPr kumimoji="0" lang="en-US" altLang="en-US" sz="1400" b="1" i="0" u="none" strike="noStrike" cap="none" normalizeH="0" baseline="0">
                <a:ln>
                  <a:noFill/>
                </a:ln>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Digital Work Quotient (DQ)</a:t>
            </a:r>
            <a:r>
              <a:rPr kumimoji="0" lang="en-US" altLang="en-US" sz="1400" b="0" i="0" u="none" strike="noStrike" cap="none" normalizeH="0" baseline="0">
                <a:ln>
                  <a:noFill/>
                </a:ln>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ts val="800"/>
              </a:spcAft>
              <a:buClrTx/>
              <a:buSzTx/>
              <a:tabLst/>
            </a:pPr>
            <a:r>
              <a:rPr lang="en-US" altLang="en-US" sz="1200" b="1">
                <a:latin typeface="Verdana" panose="020B0604030504040204" pitchFamily="34" charset="0"/>
                <a:ea typeface="Verdana" panose="020B0604030504040204" pitchFamily="34" charset="0"/>
                <a:cs typeface="Times New Roman" panose="02020603050405020304" pitchFamily="18" charset="0"/>
              </a:rPr>
              <a:t>DQ </a:t>
            </a:r>
            <a:r>
              <a:rPr lang="en-US" altLang="en-US" sz="1200">
                <a:latin typeface="Verdana" panose="020B0604030504040204" pitchFamily="34" charset="0"/>
                <a:ea typeface="Verdana" panose="020B0604030504040204" pitchFamily="34" charset="0"/>
                <a:cs typeface="Times New Roman" panose="02020603050405020304" pitchFamily="18" charset="0"/>
              </a:rPr>
              <a:t>= </a:t>
            </a:r>
            <a:r>
              <a:rPr kumimoji="0" lang="en-US" altLang="en-US" sz="1200" b="0" i="0" u="none" strike="noStrike" cap="none" normalizeH="0" baseline="0">
                <a:ln>
                  <a:noFill/>
                </a:ln>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Total Work Hours Saved / Net </a:t>
            </a:r>
            <a:r>
              <a:rPr lang="en-US" altLang="en-US" sz="1200">
                <a:latin typeface="Verdana" panose="020B0604030504040204" pitchFamily="34" charset="0"/>
                <a:ea typeface="Verdana" panose="020B0604030504040204" pitchFamily="34" charset="0"/>
                <a:cs typeface="Times New Roman" panose="02020603050405020304" pitchFamily="18" charset="0"/>
              </a:rPr>
              <a:t>                                   </a:t>
            </a:r>
            <a:r>
              <a:rPr kumimoji="0" lang="en-US" altLang="en-US" sz="1200" b="0" i="0" u="none" strike="noStrike" cap="none" normalizeH="0" baseline="0">
                <a:ln>
                  <a:noFill/>
                </a:ln>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Value added to Client</a:t>
            </a:r>
            <a:endParaRPr lang="en-US" altLang="en-US" sz="1200">
              <a:latin typeface="Verdana" panose="020B0604030504040204" pitchFamily="34" charset="0"/>
              <a:ea typeface="Verdana" panose="020B060403050404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ts val="800"/>
              </a:spcAft>
              <a:buClrTx/>
              <a:buSzTx/>
              <a:tabLst/>
            </a:pPr>
            <a:r>
              <a:rPr kumimoji="0" lang="en-US" altLang="en-US" sz="1200" b="0" i="0" u="none" strike="noStrike" cap="none" normalizeH="0" baseline="0">
                <a:ln>
                  <a:noFill/>
                </a:ln>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kumimoji="0" lang="en-US" altLang="en-US" sz="1200" b="1" i="0" u="none" strike="noStrike" cap="none" normalizeH="0" baseline="0">
                <a:ln>
                  <a:noFill/>
                </a:ln>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40 </a:t>
            </a:r>
            <a:r>
              <a:rPr kumimoji="0" lang="en-US" altLang="en-US" sz="1200" b="1" i="0" u="none" strike="noStrike" cap="none" normalizeH="0" baseline="0" err="1">
                <a:ln>
                  <a:noFill/>
                </a:ln>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hrs</a:t>
            </a:r>
            <a:r>
              <a:rPr kumimoji="0" lang="en-US" altLang="en-US" sz="1200" b="1" i="0" u="none" strike="noStrike" cap="none" normalizeH="0" baseline="0">
                <a:ln>
                  <a:noFill/>
                </a:ln>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saved / </a:t>
            </a:r>
            <a:r>
              <a:rPr lang="en-US" altLang="en-US" sz="1200" b="1">
                <a:latin typeface="Verdana" panose="020B0604030504040204" pitchFamily="34" charset="0"/>
                <a:ea typeface="Verdana" panose="020B0604030504040204" pitchFamily="34" charset="0"/>
                <a:cs typeface="Times New Roman" panose="02020603050405020304" pitchFamily="18" charset="0"/>
              </a:rPr>
              <a:t>16</a:t>
            </a:r>
            <a:r>
              <a:rPr kumimoji="0" lang="en-US" altLang="en-US" sz="1200" b="1" i="0" u="none" strike="noStrike" cap="none" normalizeH="0" baseline="0">
                <a:ln>
                  <a:noFill/>
                </a:ln>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kumimoji="0" lang="en-US" altLang="en-US" sz="1200" b="1" i="0" u="none" strike="noStrike" cap="none" normalizeH="0" baseline="0" err="1">
                <a:ln>
                  <a:noFill/>
                </a:ln>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hrs</a:t>
            </a:r>
            <a:r>
              <a:rPr kumimoji="0" lang="en-US" altLang="en-US" sz="1200" b="1" i="0" u="none" strike="noStrike" cap="none" normalizeH="0" baseline="0">
                <a:ln>
                  <a:noFill/>
                </a:ln>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value</a:t>
            </a:r>
            <a:r>
              <a:rPr kumimoji="0" lang="en-US" altLang="en-US" sz="1200" b="0" i="0" u="none" strike="noStrike" cap="none" normalizeH="0" baseline="0">
                <a:ln>
                  <a:noFill/>
                </a:ln>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r>
              <a:rPr lang="en-US" altLang="en-US" sz="1200" b="1">
                <a:latin typeface="Verdana" panose="020B0604030504040204" pitchFamily="34" charset="0"/>
                <a:ea typeface="Verdana" panose="020B0604030504040204" pitchFamily="34" charset="0"/>
                <a:cs typeface="Times New Roman" panose="02020603050405020304" pitchFamily="18" charset="0"/>
              </a:rPr>
              <a:t>2.5</a:t>
            </a:r>
            <a:endParaRPr kumimoji="0" lang="en-US" altLang="en-US" sz="1200" b="0" i="0" u="none" strike="noStrike" cap="none" normalizeH="0" baseline="0">
              <a:ln>
                <a:noFill/>
              </a:ln>
              <a:solidFill>
                <a:schemeClr val="tx1"/>
              </a:solidFill>
              <a:effectLst/>
              <a:latin typeface="Verdana" panose="020B0604030504040204" pitchFamily="34" charset="0"/>
              <a:ea typeface="Verdana" panose="020B0604030504040204" pitchFamily="34" charset="0"/>
              <a:cs typeface="Times New Roman" panose="02020603050405020304" pitchFamily="18" charset="0"/>
            </a:endParaRPr>
          </a:p>
        </p:txBody>
      </p:sp>
      <p:sp>
        <p:nvSpPr>
          <p:cNvPr id="30" name="TextBox 29">
            <a:extLst>
              <a:ext uri="{FF2B5EF4-FFF2-40B4-BE49-F238E27FC236}">
                <a16:creationId xmlns:a16="http://schemas.microsoft.com/office/drawing/2014/main" id="{A408160B-711E-34FE-4A22-08FD4BC690F3}"/>
              </a:ext>
            </a:extLst>
          </p:cNvPr>
          <p:cNvSpPr txBox="1"/>
          <p:nvPr/>
        </p:nvSpPr>
        <p:spPr>
          <a:xfrm>
            <a:off x="366389" y="5484838"/>
            <a:ext cx="2969078" cy="369332"/>
          </a:xfrm>
          <a:prstGeom prst="rect">
            <a:avLst/>
          </a:prstGeom>
          <a:noFill/>
        </p:spPr>
        <p:txBody>
          <a:bodyPr wrap="square">
            <a:spAutoFit/>
          </a:bodyPr>
          <a:lstStyle/>
          <a:p>
            <a:r>
              <a:rPr lang="en-US" altLang="en-US" sz="1800" b="1">
                <a:solidFill>
                  <a:schemeClr val="bg1"/>
                </a:solidFill>
                <a:latin typeface="Verdana" panose="020B0604030504040204" pitchFamily="34" charset="0"/>
                <a:ea typeface="Verdana" panose="020B0604030504040204" pitchFamily="34" charset="0"/>
                <a:cs typeface="Times New Roman" panose="02020603050405020304" pitchFamily="18" charset="0"/>
              </a:rPr>
              <a:t>Zone of Value: </a:t>
            </a:r>
            <a:r>
              <a:rPr lang="en-US" altLang="en-US" sz="1800">
                <a:solidFill>
                  <a:schemeClr val="bg1"/>
                </a:solidFill>
                <a:latin typeface="Verdana" panose="020B0604030504040204" pitchFamily="34" charset="0"/>
                <a:ea typeface="Verdana" panose="020B0604030504040204" pitchFamily="34" charset="0"/>
                <a:cs typeface="Times New Roman" panose="02020603050405020304" pitchFamily="18" charset="0"/>
              </a:rPr>
              <a:t>1 -2.5</a:t>
            </a:r>
            <a:endParaRPr lang="en-IN">
              <a:solidFill>
                <a:schemeClr val="bg1"/>
              </a:solidFill>
            </a:endParaRPr>
          </a:p>
        </p:txBody>
      </p:sp>
      <p:sp>
        <p:nvSpPr>
          <p:cNvPr id="31" name="TextBox 30">
            <a:extLst>
              <a:ext uri="{FF2B5EF4-FFF2-40B4-BE49-F238E27FC236}">
                <a16:creationId xmlns:a16="http://schemas.microsoft.com/office/drawing/2014/main" id="{B45DF002-C137-1F6A-C192-BDBB59D76BE0}"/>
              </a:ext>
            </a:extLst>
          </p:cNvPr>
          <p:cNvSpPr txBox="1"/>
          <p:nvPr/>
        </p:nvSpPr>
        <p:spPr>
          <a:xfrm>
            <a:off x="4864855" y="1247617"/>
            <a:ext cx="2969078" cy="369332"/>
          </a:xfrm>
          <a:prstGeom prst="rect">
            <a:avLst/>
          </a:prstGeom>
          <a:noFill/>
        </p:spPr>
        <p:txBody>
          <a:bodyPr wrap="square">
            <a:spAutoFit/>
          </a:bodyPr>
          <a:lstStyle/>
          <a:p>
            <a:r>
              <a:rPr lang="en-US" altLang="en-US" sz="1800" b="1">
                <a:latin typeface="Verdana" panose="020B0604030504040204" pitchFamily="34" charset="0"/>
                <a:ea typeface="Verdana" panose="020B0604030504040204" pitchFamily="34" charset="0"/>
                <a:cs typeface="Times New Roman" panose="02020603050405020304" pitchFamily="18" charset="0"/>
              </a:rPr>
              <a:t>Pricing Model</a:t>
            </a:r>
            <a:r>
              <a:rPr lang="en-US" altLang="en-US" b="1">
                <a:latin typeface="Verdana" panose="020B0604030504040204" pitchFamily="34" charset="0"/>
                <a:ea typeface="Verdana" panose="020B0604030504040204" pitchFamily="34" charset="0"/>
                <a:cs typeface="Times New Roman" panose="02020603050405020304" pitchFamily="18" charset="0"/>
              </a:rPr>
              <a:t>s</a:t>
            </a:r>
            <a:endParaRPr lang="en-IN"/>
          </a:p>
        </p:txBody>
      </p:sp>
      <p:grpSp>
        <p:nvGrpSpPr>
          <p:cNvPr id="41" name="Group 40">
            <a:extLst>
              <a:ext uri="{FF2B5EF4-FFF2-40B4-BE49-F238E27FC236}">
                <a16:creationId xmlns:a16="http://schemas.microsoft.com/office/drawing/2014/main" id="{C24A22AF-4F8E-B151-B83F-B064F7BC35EB}"/>
              </a:ext>
            </a:extLst>
          </p:cNvPr>
          <p:cNvGrpSpPr/>
          <p:nvPr/>
        </p:nvGrpSpPr>
        <p:grpSpPr>
          <a:xfrm>
            <a:off x="8079061" y="1241446"/>
            <a:ext cx="1131081" cy="360000"/>
            <a:chOff x="8135963" y="1191260"/>
            <a:chExt cx="1131081" cy="360000"/>
          </a:xfrm>
        </p:grpSpPr>
        <p:sp>
          <p:nvSpPr>
            <p:cNvPr id="32" name="Rectangle: Rounded Corners 31">
              <a:extLst>
                <a:ext uri="{FF2B5EF4-FFF2-40B4-BE49-F238E27FC236}">
                  <a16:creationId xmlns:a16="http://schemas.microsoft.com/office/drawing/2014/main" id="{B95E3D9A-689E-D0B0-E72F-590CC41F91A6}"/>
                </a:ext>
              </a:extLst>
            </p:cNvPr>
            <p:cNvSpPr/>
            <p:nvPr/>
          </p:nvSpPr>
          <p:spPr>
            <a:xfrm>
              <a:off x="8182578" y="1236891"/>
              <a:ext cx="1084466" cy="264925"/>
            </a:xfrm>
            <a:prstGeom prst="roundRect">
              <a:avLst/>
            </a:prstGeom>
            <a:solidFill>
              <a:srgbClr val="00806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t>         Pros</a:t>
              </a:r>
            </a:p>
          </p:txBody>
        </p:sp>
        <p:sp>
          <p:nvSpPr>
            <p:cNvPr id="33" name="Oval 32">
              <a:extLst>
                <a:ext uri="{FF2B5EF4-FFF2-40B4-BE49-F238E27FC236}">
                  <a16:creationId xmlns:a16="http://schemas.microsoft.com/office/drawing/2014/main" id="{AEA10855-8D10-0284-61F8-0A2C081EC1C6}"/>
                </a:ext>
              </a:extLst>
            </p:cNvPr>
            <p:cNvSpPr/>
            <p:nvPr/>
          </p:nvSpPr>
          <p:spPr>
            <a:xfrm>
              <a:off x="8135963" y="1191260"/>
              <a:ext cx="360000" cy="360000"/>
            </a:xfrm>
            <a:prstGeom prst="ellipse">
              <a:avLst/>
            </a:prstGeom>
            <a:solidFill>
              <a:schemeClr val="bg1"/>
            </a:solidFill>
            <a:ln w="38100">
              <a:solidFill>
                <a:srgbClr val="00806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4" name="Graphic 33" descr="Thumbs up sign outline">
              <a:extLst>
                <a:ext uri="{FF2B5EF4-FFF2-40B4-BE49-F238E27FC236}">
                  <a16:creationId xmlns:a16="http://schemas.microsoft.com/office/drawing/2014/main" id="{D6775B01-0887-47BE-1966-D4A25F34222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211120" y="1265330"/>
              <a:ext cx="209686" cy="209686"/>
            </a:xfrm>
            <a:prstGeom prst="rect">
              <a:avLst/>
            </a:prstGeom>
            <a:effectLst>
              <a:glow rad="63500">
                <a:srgbClr val="008068">
                  <a:alpha val="40000"/>
                </a:srgbClr>
              </a:glow>
            </a:effectLst>
          </p:spPr>
        </p:pic>
      </p:grpSp>
      <p:grpSp>
        <p:nvGrpSpPr>
          <p:cNvPr id="42" name="Group 41">
            <a:extLst>
              <a:ext uri="{FF2B5EF4-FFF2-40B4-BE49-F238E27FC236}">
                <a16:creationId xmlns:a16="http://schemas.microsoft.com/office/drawing/2014/main" id="{60C04152-F54B-35C6-0022-9358B69D43B5}"/>
              </a:ext>
            </a:extLst>
          </p:cNvPr>
          <p:cNvGrpSpPr/>
          <p:nvPr/>
        </p:nvGrpSpPr>
        <p:grpSpPr>
          <a:xfrm>
            <a:off x="10354089" y="1259671"/>
            <a:ext cx="1199449" cy="360000"/>
            <a:chOff x="10316199" y="1162498"/>
            <a:chExt cx="1199449" cy="360000"/>
          </a:xfrm>
        </p:grpSpPr>
        <p:sp>
          <p:nvSpPr>
            <p:cNvPr id="37" name="Rectangle: Rounded Corners 36">
              <a:extLst>
                <a:ext uri="{FF2B5EF4-FFF2-40B4-BE49-F238E27FC236}">
                  <a16:creationId xmlns:a16="http://schemas.microsoft.com/office/drawing/2014/main" id="{49AD5CDC-62D5-FD47-593B-CFF433FEB0E4}"/>
                </a:ext>
              </a:extLst>
            </p:cNvPr>
            <p:cNvSpPr/>
            <p:nvPr/>
          </p:nvSpPr>
          <p:spPr>
            <a:xfrm>
              <a:off x="10357212" y="1208357"/>
              <a:ext cx="1158436" cy="275484"/>
            </a:xfrm>
            <a:prstGeom prst="roundRect">
              <a:avLst/>
            </a:prstGeom>
            <a:solidFill>
              <a:srgbClr val="8A015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t>         Cons</a:t>
              </a:r>
            </a:p>
          </p:txBody>
        </p:sp>
        <p:sp>
          <p:nvSpPr>
            <p:cNvPr id="38" name="Oval 37">
              <a:extLst>
                <a:ext uri="{FF2B5EF4-FFF2-40B4-BE49-F238E27FC236}">
                  <a16:creationId xmlns:a16="http://schemas.microsoft.com/office/drawing/2014/main" id="{D13A6E95-423C-9D90-6F7B-BC219A1D9FFB}"/>
                </a:ext>
              </a:extLst>
            </p:cNvPr>
            <p:cNvSpPr/>
            <p:nvPr/>
          </p:nvSpPr>
          <p:spPr>
            <a:xfrm>
              <a:off x="10316199" y="1162498"/>
              <a:ext cx="360000" cy="360000"/>
            </a:xfrm>
            <a:prstGeom prst="ellipse">
              <a:avLst/>
            </a:prstGeom>
            <a:solidFill>
              <a:schemeClr val="bg1"/>
            </a:solidFill>
            <a:ln w="38100">
              <a:solidFill>
                <a:srgbClr val="8A015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9" name="Graphic 38" descr="Thumbs up sign outline">
              <a:extLst>
                <a:ext uri="{FF2B5EF4-FFF2-40B4-BE49-F238E27FC236}">
                  <a16:creationId xmlns:a16="http://schemas.microsoft.com/office/drawing/2014/main" id="{C44036DC-7738-DE7B-6991-6AAADBFED84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flipV="1">
              <a:off x="10380693" y="1248012"/>
              <a:ext cx="231012" cy="208800"/>
            </a:xfrm>
            <a:prstGeom prst="rect">
              <a:avLst/>
            </a:prstGeom>
            <a:effectLst>
              <a:glow rad="63500">
                <a:srgbClr val="8A0157">
                  <a:alpha val="40000"/>
                </a:srgbClr>
              </a:glow>
            </a:effectLst>
          </p:spPr>
        </p:pic>
      </p:grpSp>
      <p:cxnSp>
        <p:nvCxnSpPr>
          <p:cNvPr id="43" name="Straight Connector 42">
            <a:extLst>
              <a:ext uri="{FF2B5EF4-FFF2-40B4-BE49-F238E27FC236}">
                <a16:creationId xmlns:a16="http://schemas.microsoft.com/office/drawing/2014/main" id="{E805C3DA-6FD8-9BE5-C95F-5BC1FD751A7D}"/>
              </a:ext>
            </a:extLst>
          </p:cNvPr>
          <p:cNvCxnSpPr>
            <a:cxnSpLocks/>
          </p:cNvCxnSpPr>
          <p:nvPr/>
        </p:nvCxnSpPr>
        <p:spPr>
          <a:xfrm flipV="1">
            <a:off x="4551856" y="1668007"/>
            <a:ext cx="7256082" cy="1"/>
          </a:xfrm>
          <a:prstGeom prst="line">
            <a:avLst/>
          </a:prstGeom>
          <a:ln>
            <a:solidFill>
              <a:schemeClr val="accent6"/>
            </a:solidFill>
            <a:prstDash val="dash"/>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434069F5-9E07-110E-21B6-CD26F5671279}"/>
              </a:ext>
            </a:extLst>
          </p:cNvPr>
          <p:cNvCxnSpPr>
            <a:cxnSpLocks/>
          </p:cNvCxnSpPr>
          <p:nvPr/>
        </p:nvCxnSpPr>
        <p:spPr>
          <a:xfrm flipV="1">
            <a:off x="4700753" y="3656448"/>
            <a:ext cx="7256082" cy="1"/>
          </a:xfrm>
          <a:prstGeom prst="line">
            <a:avLst/>
          </a:prstGeom>
          <a:ln>
            <a:solidFill>
              <a:schemeClr val="accent6"/>
            </a:solidFill>
            <a:prstDash val="dash"/>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7D61EBF5-AF21-F348-FA1D-9D80EA24F975}"/>
              </a:ext>
            </a:extLst>
          </p:cNvPr>
          <p:cNvSpPr txBox="1"/>
          <p:nvPr/>
        </p:nvSpPr>
        <p:spPr>
          <a:xfrm>
            <a:off x="7638865" y="2107224"/>
            <a:ext cx="1995160" cy="1636666"/>
          </a:xfrm>
          <a:prstGeom prst="rect">
            <a:avLst/>
          </a:prstGeom>
          <a:noFill/>
        </p:spPr>
        <p:txBody>
          <a:bodyPr wrap="square">
            <a:spAutoFit/>
          </a:bodyPr>
          <a:lstStyle/>
          <a:p>
            <a:pPr marL="171450" lvl="0" indent="-171450">
              <a:spcAft>
                <a:spcPts val="400"/>
              </a:spcAft>
              <a:buFont typeface="Wingdings" panose="05000000000000000000" pitchFamily="2" charset="2"/>
              <a:buChar char="ü"/>
            </a:pPr>
            <a:r>
              <a:rPr lang="en-IN" sz="1000">
                <a:latin typeface="Verdana" panose="020B0604030504040204" pitchFamily="34" charset="0"/>
                <a:ea typeface="Verdana" panose="020B0604030504040204" pitchFamily="34" charset="0"/>
              </a:rPr>
              <a:t>Predictable revenue through fixed fees and hourly billing.</a:t>
            </a:r>
          </a:p>
          <a:p>
            <a:pPr marL="171450" lvl="0" indent="-171450">
              <a:spcAft>
                <a:spcPts val="400"/>
              </a:spcAft>
              <a:buFont typeface="Wingdings" panose="05000000000000000000" pitchFamily="2" charset="2"/>
              <a:buChar char="ü"/>
            </a:pPr>
            <a:r>
              <a:rPr lang="en-IN" sz="1000">
                <a:latin typeface="Verdana" panose="020B0604030504040204" pitchFamily="34" charset="0"/>
                <a:ea typeface="Verdana" panose="020B0604030504040204" pitchFamily="34" charset="0"/>
              </a:rPr>
              <a:t>Easy for clients to understand and align with existing contracts.</a:t>
            </a:r>
          </a:p>
          <a:p>
            <a:pPr marL="171450" lvl="0" indent="-171450">
              <a:spcAft>
                <a:spcPts val="400"/>
              </a:spcAft>
              <a:buFont typeface="Wingdings" panose="05000000000000000000" pitchFamily="2" charset="2"/>
              <a:buChar char="ü"/>
            </a:pPr>
            <a:r>
              <a:rPr lang="en-IN" sz="1000">
                <a:latin typeface="Verdana" panose="020B0604030504040204" pitchFamily="34" charset="0"/>
                <a:ea typeface="Verdana" panose="020B0604030504040204" pitchFamily="34" charset="0"/>
              </a:rPr>
              <a:t>Clear visibility into where time and cost are spent.</a:t>
            </a:r>
          </a:p>
          <a:p>
            <a:pPr marL="342900" lvl="0" indent="-342900">
              <a:lnSpc>
                <a:spcPct val="115000"/>
              </a:lnSpc>
              <a:spcAft>
                <a:spcPts val="400"/>
              </a:spcAft>
              <a:buSzPts val="1000"/>
              <a:buFont typeface="Wingdings" panose="05000000000000000000" pitchFamily="2" charset="2"/>
              <a:buChar char="ü"/>
              <a:tabLst>
                <a:tab pos="457200" algn="l"/>
              </a:tabLst>
            </a:pPr>
            <a:endParaRPr lang="en-IN" sz="1000" kern="100">
              <a:effectLst/>
              <a:latin typeface="Verdana" panose="020B0604030504040204" pitchFamily="34" charset="0"/>
              <a:ea typeface="Verdana" panose="020B0604030504040204" pitchFamily="34" charset="0"/>
              <a:cs typeface="Times New Roman" panose="02020603050405020304" pitchFamily="18" charset="0"/>
            </a:endParaRPr>
          </a:p>
        </p:txBody>
      </p:sp>
      <p:sp>
        <p:nvSpPr>
          <p:cNvPr id="48" name="TextBox 47">
            <a:extLst>
              <a:ext uri="{FF2B5EF4-FFF2-40B4-BE49-F238E27FC236}">
                <a16:creationId xmlns:a16="http://schemas.microsoft.com/office/drawing/2014/main" id="{CDD2F89D-CB62-C70E-4A1B-6308CEF073A1}"/>
              </a:ext>
            </a:extLst>
          </p:cNvPr>
          <p:cNvSpPr txBox="1"/>
          <p:nvPr/>
        </p:nvSpPr>
        <p:spPr>
          <a:xfrm>
            <a:off x="9938583" y="2107224"/>
            <a:ext cx="1995160" cy="1426031"/>
          </a:xfrm>
          <a:prstGeom prst="rect">
            <a:avLst/>
          </a:prstGeom>
          <a:noFill/>
        </p:spPr>
        <p:txBody>
          <a:bodyPr wrap="square">
            <a:spAutoFit/>
          </a:bodyPr>
          <a:lstStyle/>
          <a:p>
            <a:pPr marL="171450" lvl="0" indent="-171450">
              <a:spcAft>
                <a:spcPts val="400"/>
              </a:spcAft>
              <a:buFont typeface="Wingdings" panose="05000000000000000000" pitchFamily="2" charset="2"/>
              <a:buChar char="v"/>
            </a:pPr>
            <a:r>
              <a:rPr lang="en-IN" sz="1000">
                <a:latin typeface="Verdana" panose="020B0604030504040204" pitchFamily="34" charset="0"/>
                <a:ea typeface="Verdana" panose="020B0604030504040204" pitchFamily="34" charset="0"/>
              </a:rPr>
              <a:t>High upfront cost can deter new or smaller clients.</a:t>
            </a:r>
          </a:p>
          <a:p>
            <a:pPr marL="171450" lvl="0" indent="-171450">
              <a:spcAft>
                <a:spcPts val="400"/>
              </a:spcAft>
              <a:buFont typeface="Wingdings" panose="05000000000000000000" pitchFamily="2" charset="2"/>
              <a:buChar char="v"/>
            </a:pPr>
            <a:r>
              <a:rPr lang="en-IN" sz="1000">
                <a:latin typeface="Verdana" panose="020B0604030504040204" pitchFamily="34" charset="0"/>
                <a:ea typeface="Verdana" panose="020B0604030504040204" pitchFamily="34" charset="0"/>
              </a:rPr>
              <a:t>Doesn't reward efficiency or automation.</a:t>
            </a:r>
          </a:p>
          <a:p>
            <a:pPr marL="171450" lvl="0" indent="-171450">
              <a:spcAft>
                <a:spcPts val="400"/>
              </a:spcAft>
              <a:buFont typeface="Wingdings" panose="05000000000000000000" pitchFamily="2" charset="2"/>
              <a:buChar char="v"/>
            </a:pPr>
            <a:r>
              <a:rPr lang="en-IN" sz="1000">
                <a:latin typeface="Verdana" panose="020B0604030504040204" pitchFamily="34" charset="0"/>
                <a:ea typeface="Verdana" panose="020B0604030504040204" pitchFamily="34" charset="0"/>
              </a:rPr>
              <a:t>Harder to show the business value beyond effort.</a:t>
            </a:r>
          </a:p>
        </p:txBody>
      </p:sp>
      <p:sp>
        <p:nvSpPr>
          <p:cNvPr id="51" name="TextBox 50">
            <a:extLst>
              <a:ext uri="{FF2B5EF4-FFF2-40B4-BE49-F238E27FC236}">
                <a16:creationId xmlns:a16="http://schemas.microsoft.com/office/drawing/2014/main" id="{88A471FB-235E-2C51-3A05-CF57849FF7FE}"/>
              </a:ext>
            </a:extLst>
          </p:cNvPr>
          <p:cNvSpPr txBox="1"/>
          <p:nvPr/>
        </p:nvSpPr>
        <p:spPr>
          <a:xfrm>
            <a:off x="9938583" y="3925519"/>
            <a:ext cx="1995160" cy="1938992"/>
          </a:xfrm>
          <a:prstGeom prst="rect">
            <a:avLst/>
          </a:prstGeom>
          <a:noFill/>
        </p:spPr>
        <p:txBody>
          <a:bodyPr wrap="square">
            <a:spAutoFit/>
          </a:bodyPr>
          <a:lstStyle/>
          <a:p>
            <a:pPr marL="285750" lvl="0" indent="-285750">
              <a:spcAft>
                <a:spcPts val="400"/>
              </a:spcAft>
              <a:buFont typeface="Wingdings" panose="05000000000000000000" pitchFamily="2" charset="2"/>
              <a:buChar char="v"/>
            </a:pPr>
            <a:r>
              <a:rPr lang="en-IN" sz="1000">
                <a:latin typeface="Verdana" panose="020B0604030504040204" pitchFamily="34" charset="0"/>
                <a:ea typeface="Verdana" panose="020B0604030504040204" pitchFamily="34" charset="0"/>
              </a:rPr>
              <a:t>Revenue can fluctuate based on outcomes.</a:t>
            </a:r>
          </a:p>
          <a:p>
            <a:pPr marL="285750" lvl="0" indent="-285750">
              <a:spcAft>
                <a:spcPts val="400"/>
              </a:spcAft>
              <a:buFont typeface="Wingdings" panose="05000000000000000000" pitchFamily="2" charset="2"/>
              <a:buChar char="v"/>
            </a:pPr>
            <a:r>
              <a:rPr lang="en-IN" sz="1000">
                <a:latin typeface="Verdana" panose="020B0604030504040204" pitchFamily="34" charset="0"/>
                <a:ea typeface="Verdana" panose="020B0604030504040204" pitchFamily="34" charset="0"/>
              </a:rPr>
              <a:t>Requires client education on how value and savings are calculated.</a:t>
            </a:r>
          </a:p>
          <a:p>
            <a:pPr marL="285750" lvl="0" indent="-285750">
              <a:spcAft>
                <a:spcPts val="400"/>
              </a:spcAft>
              <a:buFont typeface="Wingdings" panose="05000000000000000000" pitchFamily="2" charset="2"/>
              <a:buChar char="v"/>
            </a:pPr>
            <a:r>
              <a:rPr lang="en-IN" sz="1000">
                <a:latin typeface="Verdana" panose="020B0604030504040204" pitchFamily="34" charset="0"/>
                <a:ea typeface="Verdana" panose="020B0604030504040204" pitchFamily="34" charset="0"/>
              </a:rPr>
              <a:t>We bear the platform cost internally, reducing short-term recovery.</a:t>
            </a:r>
          </a:p>
          <a:p>
            <a:pPr marL="171450" lvl="0" indent="-171450">
              <a:spcAft>
                <a:spcPts val="400"/>
              </a:spcAft>
              <a:buFont typeface="Wingdings" panose="05000000000000000000" pitchFamily="2" charset="2"/>
              <a:buChar char="v"/>
            </a:pPr>
            <a:endParaRPr lang="en-IN" sz="1000">
              <a:latin typeface="Verdana" panose="020B0604030504040204" pitchFamily="34" charset="0"/>
              <a:ea typeface="Verdana" panose="020B0604030504040204" pitchFamily="34" charset="0"/>
            </a:endParaRPr>
          </a:p>
        </p:txBody>
      </p:sp>
      <p:sp>
        <p:nvSpPr>
          <p:cNvPr id="53" name="TextBox 52">
            <a:extLst>
              <a:ext uri="{FF2B5EF4-FFF2-40B4-BE49-F238E27FC236}">
                <a16:creationId xmlns:a16="http://schemas.microsoft.com/office/drawing/2014/main" id="{44D3D67D-9EA3-2CBF-0FB4-DA1374823484}"/>
              </a:ext>
            </a:extLst>
          </p:cNvPr>
          <p:cNvSpPr txBox="1"/>
          <p:nvPr/>
        </p:nvSpPr>
        <p:spPr>
          <a:xfrm>
            <a:off x="7705444" y="3834339"/>
            <a:ext cx="1995160" cy="2303516"/>
          </a:xfrm>
          <a:prstGeom prst="rect">
            <a:avLst/>
          </a:prstGeom>
          <a:noFill/>
        </p:spPr>
        <p:txBody>
          <a:bodyPr wrap="square">
            <a:spAutoFit/>
          </a:bodyPr>
          <a:lstStyle/>
          <a:p>
            <a:pPr marL="171450" lvl="0" indent="-171450">
              <a:spcAft>
                <a:spcPts val="400"/>
              </a:spcAft>
              <a:buFont typeface="Wingdings" panose="05000000000000000000" pitchFamily="2" charset="2"/>
              <a:buChar char="ü"/>
            </a:pPr>
            <a:r>
              <a:rPr lang="en-IN" sz="1000">
                <a:latin typeface="Verdana" panose="020B0604030504040204" pitchFamily="34" charset="0"/>
                <a:ea typeface="Verdana" panose="020B0604030504040204" pitchFamily="34" charset="0"/>
              </a:rPr>
              <a:t>More benefits when agents is optimized to max</a:t>
            </a:r>
          </a:p>
          <a:p>
            <a:pPr marL="171450" lvl="0" indent="-171450">
              <a:spcAft>
                <a:spcPts val="400"/>
              </a:spcAft>
              <a:buFont typeface="Wingdings" panose="05000000000000000000" pitchFamily="2" charset="2"/>
              <a:buChar char="ü"/>
            </a:pPr>
            <a:r>
              <a:rPr lang="en-IN" sz="1000">
                <a:latin typeface="Verdana" panose="020B0604030504040204" pitchFamily="34" charset="0"/>
                <a:ea typeface="Verdana" panose="020B0604030504040204" pitchFamily="34" charset="0"/>
              </a:rPr>
              <a:t>Aligns pricing directly with results delivered to the client.</a:t>
            </a:r>
          </a:p>
          <a:p>
            <a:pPr marL="171450" lvl="0" indent="-171450">
              <a:spcAft>
                <a:spcPts val="400"/>
              </a:spcAft>
              <a:buFont typeface="Wingdings" panose="05000000000000000000" pitchFamily="2" charset="2"/>
              <a:buChar char="ü"/>
            </a:pPr>
            <a:r>
              <a:rPr lang="en-IN" sz="1000">
                <a:latin typeface="Verdana" panose="020B0604030504040204" pitchFamily="34" charset="0"/>
                <a:ea typeface="Verdana" panose="020B0604030504040204" pitchFamily="34" charset="0"/>
              </a:rPr>
              <a:t>Flexible margins based on how much value agents create.</a:t>
            </a:r>
          </a:p>
          <a:p>
            <a:pPr marL="171450" lvl="0" indent="-171450">
              <a:spcAft>
                <a:spcPts val="400"/>
              </a:spcAft>
              <a:buFont typeface="Wingdings" panose="05000000000000000000" pitchFamily="2" charset="2"/>
              <a:buChar char="ü"/>
            </a:pPr>
            <a:r>
              <a:rPr lang="en-IN" sz="1000">
                <a:latin typeface="Verdana" panose="020B0604030504040204" pitchFamily="34" charset="0"/>
                <a:ea typeface="Verdana" panose="020B0604030504040204" pitchFamily="34" charset="0"/>
              </a:rPr>
              <a:t>Easier for clients to adopt with no upfront platform charges.</a:t>
            </a:r>
          </a:p>
          <a:p>
            <a:pPr marL="342900" lvl="0" indent="-342900">
              <a:lnSpc>
                <a:spcPct val="115000"/>
              </a:lnSpc>
              <a:spcAft>
                <a:spcPts val="400"/>
              </a:spcAft>
              <a:buSzPts val="1000"/>
              <a:buFont typeface="Wingdings" panose="05000000000000000000" pitchFamily="2" charset="2"/>
              <a:buChar char="ü"/>
              <a:tabLst>
                <a:tab pos="457200" algn="l"/>
              </a:tabLst>
            </a:pPr>
            <a:endParaRPr lang="en-IN" sz="1000" kern="100">
              <a:effectLst/>
              <a:latin typeface="Verdana" panose="020B0604030504040204" pitchFamily="34" charset="0"/>
              <a:ea typeface="Verdana" panose="020B060403050404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0C1F17F8-AC80-44A2-EFBE-27731AB25306}"/>
              </a:ext>
            </a:extLst>
          </p:cNvPr>
          <p:cNvPicPr>
            <a:picLocks noChangeAspect="1"/>
          </p:cNvPicPr>
          <p:nvPr/>
        </p:nvPicPr>
        <p:blipFill rotWithShape="1">
          <a:blip r:embed="rId8"/>
          <a:srcRect l="77837" t="5106" b="5106"/>
          <a:stretch/>
        </p:blipFill>
        <p:spPr>
          <a:xfrm flipV="1">
            <a:off x="7749458" y="394087"/>
            <a:ext cx="154343" cy="6480000"/>
          </a:xfrm>
          <a:prstGeom prst="rect">
            <a:avLst/>
          </a:prstGeom>
        </p:spPr>
      </p:pic>
      <p:pic>
        <p:nvPicPr>
          <p:cNvPr id="5" name="Picture 4">
            <a:extLst>
              <a:ext uri="{FF2B5EF4-FFF2-40B4-BE49-F238E27FC236}">
                <a16:creationId xmlns:a16="http://schemas.microsoft.com/office/drawing/2014/main" id="{2AEADA04-BF51-72C1-2DE9-8C502EF9F239}"/>
              </a:ext>
            </a:extLst>
          </p:cNvPr>
          <p:cNvPicPr>
            <a:picLocks noChangeAspect="1"/>
          </p:cNvPicPr>
          <p:nvPr/>
        </p:nvPicPr>
        <p:blipFill rotWithShape="1">
          <a:blip r:embed="rId8"/>
          <a:srcRect l="77837" t="5106" b="5106"/>
          <a:stretch/>
        </p:blipFill>
        <p:spPr>
          <a:xfrm flipV="1">
            <a:off x="9949766" y="508959"/>
            <a:ext cx="154343" cy="6480000"/>
          </a:xfrm>
          <a:prstGeom prst="rect">
            <a:avLst/>
          </a:prstGeom>
        </p:spPr>
      </p:pic>
      <p:sp>
        <p:nvSpPr>
          <p:cNvPr id="16" name="TextBox 15">
            <a:extLst>
              <a:ext uri="{FF2B5EF4-FFF2-40B4-BE49-F238E27FC236}">
                <a16:creationId xmlns:a16="http://schemas.microsoft.com/office/drawing/2014/main" id="{9D64C17C-BACC-92EC-9B52-A38288740FEC}"/>
              </a:ext>
            </a:extLst>
          </p:cNvPr>
          <p:cNvSpPr txBox="1"/>
          <p:nvPr/>
        </p:nvSpPr>
        <p:spPr>
          <a:xfrm>
            <a:off x="379395" y="6012019"/>
            <a:ext cx="2956072" cy="251672"/>
          </a:xfrm>
          <a:prstGeom prst="rect">
            <a:avLst/>
          </a:prstGeom>
          <a:noFill/>
        </p:spPr>
        <p:txBody>
          <a:bodyPr wrap="square">
            <a:spAutoFit/>
          </a:bodyPr>
          <a:lstStyle/>
          <a:p>
            <a:pPr>
              <a:lnSpc>
                <a:spcPct val="115000"/>
              </a:lnSpc>
              <a:spcAft>
                <a:spcPts val="800"/>
              </a:spcAft>
            </a:pPr>
            <a:r>
              <a:rPr lang="en-IN" sz="1000" u="sng" kern="100">
                <a:solidFill>
                  <a:srgbClr val="467886"/>
                </a:solidFill>
                <a:effectLst/>
                <a:latin typeface="Verdana" panose="020B0604030504040204" pitchFamily="34" charset="0"/>
                <a:ea typeface="Verdana" panose="020B0604030504040204" pitchFamily="34" charset="0"/>
                <a:cs typeface="Times New Roman" panose="02020603050405020304" pitchFamily="18" charset="0"/>
                <a:hlinkClick r:id="rId9"/>
              </a:rPr>
              <a:t>Estimates_Shiftkey_OnetoX-Migration.xlsx</a:t>
            </a:r>
            <a:endParaRPr lang="en-IN" sz="1000" kern="100">
              <a:effectLst/>
              <a:latin typeface="Verdana" panose="020B0604030504040204" pitchFamily="34" charset="0"/>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36162321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Diagram 11">
            <a:extLst>
              <a:ext uri="{FF2B5EF4-FFF2-40B4-BE49-F238E27FC236}">
                <a16:creationId xmlns:a16="http://schemas.microsoft.com/office/drawing/2014/main" id="{C6D11D4B-4100-A681-45E3-C030025259D1}"/>
              </a:ext>
            </a:extLst>
          </p:cNvPr>
          <p:cNvGraphicFramePr/>
          <p:nvPr/>
        </p:nvGraphicFramePr>
        <p:xfrm>
          <a:off x="515937" y="1650669"/>
          <a:ext cx="10979377" cy="468452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3" name="Title 1">
            <a:extLst>
              <a:ext uri="{FF2B5EF4-FFF2-40B4-BE49-F238E27FC236}">
                <a16:creationId xmlns:a16="http://schemas.microsoft.com/office/drawing/2014/main" id="{5823E397-D4E3-CEA8-E60E-4E9E9725A828}"/>
              </a:ext>
            </a:extLst>
          </p:cNvPr>
          <p:cNvSpPr>
            <a:spLocks noGrp="1"/>
          </p:cNvSpPr>
          <p:nvPr>
            <p:ph type="title"/>
          </p:nvPr>
        </p:nvSpPr>
        <p:spPr>
          <a:xfrm>
            <a:off x="515938" y="522810"/>
            <a:ext cx="11160124" cy="827020"/>
          </a:xfrm>
        </p:spPr>
        <p:txBody>
          <a:bodyPr>
            <a:noAutofit/>
          </a:bodyPr>
          <a:lstStyle/>
          <a:p>
            <a:r>
              <a:rPr lang="en-US" sz="2400" dirty="0"/>
              <a:t>Detailed Baselining of Key Metrics - Capturing Agentic Impact on Client Success - </a:t>
            </a:r>
            <a:r>
              <a:rPr lang="en-IN" sz="2400" dirty="0"/>
              <a:t>Value based pricing - Estimation Model (2/2) </a:t>
            </a:r>
            <a:endParaRPr lang="en-US" sz="2400" dirty="0"/>
          </a:p>
        </p:txBody>
      </p:sp>
      <p:sp>
        <p:nvSpPr>
          <p:cNvPr id="14" name="Title 1">
            <a:extLst>
              <a:ext uri="{FF2B5EF4-FFF2-40B4-BE49-F238E27FC236}">
                <a16:creationId xmlns:a16="http://schemas.microsoft.com/office/drawing/2014/main" id="{22D9FFEF-9B7B-B652-676D-4E87DD13D1B0}"/>
              </a:ext>
            </a:extLst>
          </p:cNvPr>
          <p:cNvSpPr txBox="1">
            <a:spLocks/>
          </p:cNvSpPr>
          <p:nvPr/>
        </p:nvSpPr>
        <p:spPr>
          <a:xfrm>
            <a:off x="515937" y="1295400"/>
            <a:ext cx="11160124" cy="250370"/>
          </a:xfrm>
          <a:prstGeom prst="rect">
            <a:avLst/>
          </a:prstGeom>
        </p:spPr>
        <p:txBody>
          <a:bodyPr vert="horz" lIns="0" tIns="0" rIns="0" bIns="0" rtlCol="0" anchor="t">
            <a:noAutofit/>
          </a:bodyPr>
          <a:lstStyle>
            <a:lvl1pPr algn="l" defTabSz="914400" rtl="0" eaLnBrk="1" latinLnBrk="0" hangingPunct="1">
              <a:lnSpc>
                <a:spcPct val="100000"/>
              </a:lnSpc>
              <a:spcBef>
                <a:spcPct val="0"/>
              </a:spcBef>
              <a:spcAft>
                <a:spcPts val="600"/>
              </a:spcAft>
              <a:buNone/>
              <a:defRPr sz="3200" b="0" i="0" kern="1200">
                <a:solidFill>
                  <a:schemeClr val="tx1"/>
                </a:solidFill>
                <a:latin typeface="PP Neue Machina Plain" pitchFamily="2" charset="0"/>
                <a:ea typeface="+mj-ea"/>
                <a:cs typeface="+mj-cs"/>
              </a:defRPr>
            </a:lvl1pPr>
          </a:lstStyle>
          <a:p>
            <a:r>
              <a:rPr lang="en-US" sz="1400"/>
              <a:t>Revenue &amp; Business Value Metrics: Top-line Business Value Improvements</a:t>
            </a:r>
          </a:p>
        </p:txBody>
      </p:sp>
    </p:spTree>
    <p:extLst>
      <p:ext uri="{BB962C8B-B14F-4D97-AF65-F5344CB8AC3E}">
        <p14:creationId xmlns:p14="http://schemas.microsoft.com/office/powerpoint/2010/main" val="451162479"/>
      </p:ext>
    </p:extLst>
  </p:cSld>
  <p:clrMapOvr>
    <a:masterClrMapping/>
  </p:clrMapOvr>
  <mc:AlternateContent xmlns:mc="http://schemas.openxmlformats.org/markup-compatibility/2006" xmlns:p14="http://schemas.microsoft.com/office/powerpoint/2010/main">
    <mc:Choice Requires="p14">
      <p:transition p14:dur="10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A51A2-198E-9010-AA3E-0D5DA07C26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9D5F58-7F73-F70E-997F-C8E276188085}"/>
              </a:ext>
            </a:extLst>
          </p:cNvPr>
          <p:cNvSpPr>
            <a:spLocks noGrp="1"/>
          </p:cNvSpPr>
          <p:nvPr>
            <p:ph type="title"/>
          </p:nvPr>
        </p:nvSpPr>
        <p:spPr/>
        <p:txBody>
          <a:bodyPr/>
          <a:lstStyle/>
          <a:p>
            <a:r>
              <a:rPr lang="en-IN" dirty="0"/>
              <a:t>4.2 Requirements Gathering</a:t>
            </a:r>
          </a:p>
        </p:txBody>
      </p:sp>
      <p:sp>
        <p:nvSpPr>
          <p:cNvPr id="6" name="Rectangle 5">
            <a:extLst>
              <a:ext uri="{FF2B5EF4-FFF2-40B4-BE49-F238E27FC236}">
                <a16:creationId xmlns:a16="http://schemas.microsoft.com/office/drawing/2014/main" id="{1185D01B-B719-5E0B-65E8-BE02C9FD06DD}"/>
              </a:ext>
            </a:extLst>
          </p:cNvPr>
          <p:cNvSpPr/>
          <p:nvPr/>
        </p:nvSpPr>
        <p:spPr>
          <a:xfrm>
            <a:off x="593461" y="1647149"/>
            <a:ext cx="11228616" cy="4633908"/>
          </a:xfrm>
          <a:prstGeom prst="rect">
            <a:avLst/>
          </a:prstGeom>
          <a:solidFill>
            <a:sysClr val="window" lastClr="FFFFFF">
              <a:lumMod val="95000"/>
            </a:sysClr>
          </a:solidFill>
          <a:ln w="6350" cap="flat" cmpd="sng" algn="ctr">
            <a:noFill/>
            <a:prstDash val="solid"/>
            <a:miter lim="800000"/>
          </a:ln>
          <a:effectLst/>
        </p:spPr>
        <p:txBody>
          <a:bodyPr lIns="853440" rtlCol="0" anchor="ctr"/>
          <a:lstStyle/>
          <a:p>
            <a:pPr marL="0" marR="0" lvl="0" indent="0" algn="l" defTabSz="914013" rtl="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gradFill>
                <a:gsLst>
                  <a:gs pos="0">
                    <a:srgbClr val="00B140"/>
                  </a:gs>
                  <a:gs pos="100000">
                    <a:srgbClr val="0033B4">
                      <a:lumMod val="45000"/>
                      <a:lumOff val="55000"/>
                    </a:srgbClr>
                  </a:gs>
                </a:gsLst>
                <a:lin ang="13500000" scaled="1"/>
              </a:gradFill>
              <a:effectLst/>
              <a:uLnTx/>
              <a:uFillTx/>
              <a:latin typeface="HelveticaNeueLT Std" panose="020B0604020202020204" pitchFamily="34" charset="0"/>
              <a:ea typeface="MS PGothic" pitchFamily="34" charset="-128"/>
              <a:cs typeface="+mn-cs"/>
            </a:endParaRPr>
          </a:p>
        </p:txBody>
      </p:sp>
      <p:grpSp>
        <p:nvGrpSpPr>
          <p:cNvPr id="8" name="Group 7">
            <a:extLst>
              <a:ext uri="{FF2B5EF4-FFF2-40B4-BE49-F238E27FC236}">
                <a16:creationId xmlns:a16="http://schemas.microsoft.com/office/drawing/2014/main" id="{4DE81615-4EFC-C0FB-096F-96F804620273}"/>
              </a:ext>
            </a:extLst>
          </p:cNvPr>
          <p:cNvGrpSpPr/>
          <p:nvPr/>
        </p:nvGrpSpPr>
        <p:grpSpPr>
          <a:xfrm>
            <a:off x="2186580" y="1647953"/>
            <a:ext cx="3369319" cy="447048"/>
            <a:chOff x="2186580" y="1647952"/>
            <a:chExt cx="3369319" cy="836407"/>
          </a:xfrm>
        </p:grpSpPr>
        <p:sp>
          <p:nvSpPr>
            <p:cNvPr id="10" name="Rectangle 9">
              <a:extLst>
                <a:ext uri="{FF2B5EF4-FFF2-40B4-BE49-F238E27FC236}">
                  <a16:creationId xmlns:a16="http://schemas.microsoft.com/office/drawing/2014/main" id="{63706BDF-2402-DE95-2F41-61DE893D2281}"/>
                </a:ext>
              </a:extLst>
            </p:cNvPr>
            <p:cNvSpPr/>
            <p:nvPr/>
          </p:nvSpPr>
          <p:spPr>
            <a:xfrm>
              <a:off x="2186580" y="1647952"/>
              <a:ext cx="3369319" cy="836407"/>
            </a:xfrm>
            <a:prstGeom prst="rect">
              <a:avLst/>
            </a:prstGeom>
            <a:solidFill>
              <a:sysClr val="window" lastClr="FFFFFF"/>
            </a:solidFill>
            <a:ln w="25400" cap="flat" cmpd="sng" algn="ctr">
              <a:solidFill>
                <a:srgbClr val="6363C8">
                  <a:alpha val="40000"/>
                </a:srgbClr>
              </a:solidFill>
              <a:prstDash val="solid"/>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IN" sz="1400" b="0" i="0" u="none" strike="noStrike" kern="0" cap="none" spc="0" normalizeH="0" baseline="0" noProof="0">
                <a:ln>
                  <a:noFill/>
                </a:ln>
                <a:solidFill>
                  <a:srgbClr val="000000"/>
                </a:solidFill>
                <a:effectLst/>
                <a:uLnTx/>
                <a:uFillTx/>
                <a:latin typeface="HelveticaNeueLT Std" panose="020B0604020202020204" pitchFamily="34" charset="0"/>
                <a:ea typeface="+mn-ea"/>
                <a:cs typeface="Arial" panose="020B0604020202020204" pitchFamily="34" charset="0"/>
              </a:endParaRPr>
            </a:p>
          </p:txBody>
        </p:sp>
        <p:cxnSp>
          <p:nvCxnSpPr>
            <p:cNvPr id="20" name="Straight Connector 19">
              <a:extLst>
                <a:ext uri="{FF2B5EF4-FFF2-40B4-BE49-F238E27FC236}">
                  <a16:creationId xmlns:a16="http://schemas.microsoft.com/office/drawing/2014/main" id="{353A5E62-CA53-3899-95DB-C030C5AC62CB}"/>
                </a:ext>
              </a:extLst>
            </p:cNvPr>
            <p:cNvCxnSpPr>
              <a:cxnSpLocks/>
            </p:cNvCxnSpPr>
            <p:nvPr/>
          </p:nvCxnSpPr>
          <p:spPr>
            <a:xfrm>
              <a:off x="5555898" y="1647952"/>
              <a:ext cx="0" cy="836407"/>
            </a:xfrm>
            <a:prstGeom prst="line">
              <a:avLst/>
            </a:prstGeom>
            <a:noFill/>
            <a:ln w="38100" cap="flat" cmpd="sng" algn="ctr">
              <a:solidFill>
                <a:srgbClr val="6363C8"/>
              </a:solidFill>
              <a:prstDash val="solid"/>
            </a:ln>
            <a:effectLst/>
          </p:spPr>
        </p:cxnSp>
      </p:grpSp>
      <p:grpSp>
        <p:nvGrpSpPr>
          <p:cNvPr id="35" name="Group 34">
            <a:extLst>
              <a:ext uri="{FF2B5EF4-FFF2-40B4-BE49-F238E27FC236}">
                <a16:creationId xmlns:a16="http://schemas.microsoft.com/office/drawing/2014/main" id="{4A5E26C4-DDE1-27AF-5673-6D077C14E082}"/>
              </a:ext>
            </a:extLst>
          </p:cNvPr>
          <p:cNvGrpSpPr/>
          <p:nvPr/>
        </p:nvGrpSpPr>
        <p:grpSpPr>
          <a:xfrm>
            <a:off x="6520548" y="1647952"/>
            <a:ext cx="4886018" cy="447043"/>
            <a:chOff x="6520548" y="1647952"/>
            <a:chExt cx="4886018" cy="856624"/>
          </a:xfrm>
        </p:grpSpPr>
        <p:sp>
          <p:nvSpPr>
            <p:cNvPr id="16" name="Rectangle 15">
              <a:extLst>
                <a:ext uri="{FF2B5EF4-FFF2-40B4-BE49-F238E27FC236}">
                  <a16:creationId xmlns:a16="http://schemas.microsoft.com/office/drawing/2014/main" id="{4CC1647F-F63A-B980-F3D9-45DEEC5C72BE}"/>
                </a:ext>
              </a:extLst>
            </p:cNvPr>
            <p:cNvSpPr/>
            <p:nvPr/>
          </p:nvSpPr>
          <p:spPr>
            <a:xfrm>
              <a:off x="6520549" y="1647952"/>
              <a:ext cx="4886017" cy="836407"/>
            </a:xfrm>
            <a:prstGeom prst="rect">
              <a:avLst/>
            </a:prstGeom>
            <a:solidFill>
              <a:sysClr val="window" lastClr="FFFFFF"/>
            </a:solidFill>
            <a:ln w="25400" cap="flat" cmpd="sng" algn="ctr">
              <a:solidFill>
                <a:srgbClr val="007F62">
                  <a:alpha val="40000"/>
                </a:srgbClr>
              </a:solidFill>
              <a:prstDash val="solid"/>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400" b="0" i="0" u="none" strike="noStrike" kern="0" cap="none" spc="0" normalizeH="0" baseline="0" noProof="0">
                <a:ln>
                  <a:noFill/>
                </a:ln>
                <a:solidFill>
                  <a:srgbClr val="000000">
                    <a:lumMod val="50000"/>
                    <a:lumOff val="50000"/>
                  </a:srgbClr>
                </a:solidFill>
                <a:effectLst/>
                <a:uLnTx/>
                <a:uFillTx/>
                <a:latin typeface="HelveticaNeueLT Std" panose="020B0604020202020204" pitchFamily="34" charset="0"/>
                <a:ea typeface="+mn-ea"/>
                <a:cs typeface="Arial" panose="020B0604020202020204" pitchFamily="34" charset="0"/>
              </a:endParaRPr>
            </a:p>
          </p:txBody>
        </p:sp>
        <p:cxnSp>
          <p:nvCxnSpPr>
            <p:cNvPr id="25" name="Straight Connector 24">
              <a:extLst>
                <a:ext uri="{FF2B5EF4-FFF2-40B4-BE49-F238E27FC236}">
                  <a16:creationId xmlns:a16="http://schemas.microsoft.com/office/drawing/2014/main" id="{B11B4A0D-3985-8B79-526C-DD071C5FDFF6}"/>
                </a:ext>
              </a:extLst>
            </p:cNvPr>
            <p:cNvCxnSpPr/>
            <p:nvPr/>
          </p:nvCxnSpPr>
          <p:spPr>
            <a:xfrm>
              <a:off x="6520548" y="1668169"/>
              <a:ext cx="0" cy="836407"/>
            </a:xfrm>
            <a:prstGeom prst="line">
              <a:avLst/>
            </a:prstGeom>
            <a:noFill/>
            <a:ln w="38100" cap="flat" cmpd="sng" algn="ctr">
              <a:solidFill>
                <a:srgbClr val="007F62"/>
              </a:solidFill>
              <a:prstDash val="solid"/>
            </a:ln>
            <a:effectLst/>
          </p:spPr>
        </p:cxnSp>
      </p:grpSp>
      <p:cxnSp>
        <p:nvCxnSpPr>
          <p:cNvPr id="30" name="Straight Connector 29">
            <a:extLst>
              <a:ext uri="{FF2B5EF4-FFF2-40B4-BE49-F238E27FC236}">
                <a16:creationId xmlns:a16="http://schemas.microsoft.com/office/drawing/2014/main" id="{08B3DE0F-0D98-4BEB-A7C1-3A777C5999B8}"/>
              </a:ext>
            </a:extLst>
          </p:cNvPr>
          <p:cNvCxnSpPr/>
          <p:nvPr/>
        </p:nvCxnSpPr>
        <p:spPr>
          <a:xfrm>
            <a:off x="5751656" y="1871477"/>
            <a:ext cx="456113" cy="0"/>
          </a:xfrm>
          <a:prstGeom prst="line">
            <a:avLst/>
          </a:prstGeom>
          <a:noFill/>
          <a:ln w="9525" cap="flat" cmpd="sng" algn="ctr">
            <a:solidFill>
              <a:srgbClr val="71758A"/>
            </a:solidFill>
            <a:prstDash val="solid"/>
            <a:headEnd type="oval" w="med" len="med"/>
            <a:tailEnd type="oval" w="med" len="med"/>
          </a:ln>
          <a:effectLst/>
        </p:spPr>
      </p:cxnSp>
      <p:sp>
        <p:nvSpPr>
          <p:cNvPr id="48" name="Rectangle 47">
            <a:extLst>
              <a:ext uri="{FF2B5EF4-FFF2-40B4-BE49-F238E27FC236}">
                <a16:creationId xmlns:a16="http://schemas.microsoft.com/office/drawing/2014/main" id="{557DA44E-1042-8A0E-75E1-3C3FF8186737}"/>
              </a:ext>
            </a:extLst>
          </p:cNvPr>
          <p:cNvSpPr/>
          <p:nvPr/>
        </p:nvSpPr>
        <p:spPr>
          <a:xfrm>
            <a:off x="2186580" y="1071271"/>
            <a:ext cx="3369318" cy="491932"/>
          </a:xfrm>
          <a:prstGeom prst="rect">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ptos"/>
              <a:ea typeface="+mn-ea"/>
              <a:cs typeface="+mn-cs"/>
            </a:endParaRPr>
          </a:p>
        </p:txBody>
      </p:sp>
      <p:sp>
        <p:nvSpPr>
          <p:cNvPr id="49" name="Rectangle 48">
            <a:extLst>
              <a:ext uri="{FF2B5EF4-FFF2-40B4-BE49-F238E27FC236}">
                <a16:creationId xmlns:a16="http://schemas.microsoft.com/office/drawing/2014/main" id="{DAB5BD13-872D-F300-3975-2F4EAFB5E161}"/>
              </a:ext>
            </a:extLst>
          </p:cNvPr>
          <p:cNvSpPr/>
          <p:nvPr/>
        </p:nvSpPr>
        <p:spPr>
          <a:xfrm>
            <a:off x="6520548" y="1044539"/>
            <a:ext cx="4886018" cy="491932"/>
          </a:xfrm>
          <a:prstGeom prst="rect">
            <a:avLst/>
          </a:prstGeom>
          <a:solidFill>
            <a:schemeClr val="accent1"/>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ptos"/>
              <a:ea typeface="+mn-ea"/>
              <a:cs typeface="+mn-cs"/>
            </a:endParaRPr>
          </a:p>
        </p:txBody>
      </p:sp>
      <p:sp>
        <p:nvSpPr>
          <p:cNvPr id="50" name="Rectangle 49">
            <a:extLst>
              <a:ext uri="{FF2B5EF4-FFF2-40B4-BE49-F238E27FC236}">
                <a16:creationId xmlns:a16="http://schemas.microsoft.com/office/drawing/2014/main" id="{64DD8194-A51D-7772-0501-6AD6AB74514A}"/>
              </a:ext>
            </a:extLst>
          </p:cNvPr>
          <p:cNvSpPr/>
          <p:nvPr/>
        </p:nvSpPr>
        <p:spPr>
          <a:xfrm>
            <a:off x="695408" y="1642674"/>
            <a:ext cx="1415161" cy="436492"/>
          </a:xfrm>
          <a:prstGeom prst="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ptos"/>
              <a:ea typeface="+mn-ea"/>
              <a:cs typeface="+mn-cs"/>
            </a:endParaRPr>
          </a:p>
        </p:txBody>
      </p:sp>
      <p:sp>
        <p:nvSpPr>
          <p:cNvPr id="60" name="TextBox 59">
            <a:extLst>
              <a:ext uri="{FF2B5EF4-FFF2-40B4-BE49-F238E27FC236}">
                <a16:creationId xmlns:a16="http://schemas.microsoft.com/office/drawing/2014/main" id="{22D41976-D02F-9628-1B74-36DF46878A8A}"/>
              </a:ext>
            </a:extLst>
          </p:cNvPr>
          <p:cNvSpPr txBox="1"/>
          <p:nvPr/>
        </p:nvSpPr>
        <p:spPr>
          <a:xfrm>
            <a:off x="2186580" y="1136361"/>
            <a:ext cx="3369317" cy="400110"/>
          </a:xfrm>
          <a:prstGeom prst="rect">
            <a:avLst/>
          </a:prstGeom>
          <a:no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mn-cs"/>
              </a:rPr>
              <a:t>Task</a:t>
            </a:r>
          </a:p>
        </p:txBody>
      </p:sp>
      <p:sp>
        <p:nvSpPr>
          <p:cNvPr id="61" name="TextBox 60">
            <a:extLst>
              <a:ext uri="{FF2B5EF4-FFF2-40B4-BE49-F238E27FC236}">
                <a16:creationId xmlns:a16="http://schemas.microsoft.com/office/drawing/2014/main" id="{9A3205C0-C705-B8C7-4173-8353BCC34D99}"/>
              </a:ext>
            </a:extLst>
          </p:cNvPr>
          <p:cNvSpPr txBox="1"/>
          <p:nvPr/>
        </p:nvSpPr>
        <p:spPr>
          <a:xfrm>
            <a:off x="7278898" y="1090450"/>
            <a:ext cx="3369317" cy="400110"/>
          </a:xfrm>
          <a:prstGeom prst="rect">
            <a:avLst/>
          </a:prstGeom>
          <a:no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rPr>
              <a:t>Agentic AI Task</a:t>
            </a:r>
          </a:p>
        </p:txBody>
      </p:sp>
      <p:sp>
        <p:nvSpPr>
          <p:cNvPr id="36" name="Rectangle 35">
            <a:extLst>
              <a:ext uri="{FF2B5EF4-FFF2-40B4-BE49-F238E27FC236}">
                <a16:creationId xmlns:a16="http://schemas.microsoft.com/office/drawing/2014/main" id="{316C216C-03B3-277C-FD19-7ED25150FAF2}"/>
              </a:ext>
            </a:extLst>
          </p:cNvPr>
          <p:cNvSpPr/>
          <p:nvPr/>
        </p:nvSpPr>
        <p:spPr>
          <a:xfrm>
            <a:off x="695407" y="2144307"/>
            <a:ext cx="1415161" cy="436492"/>
          </a:xfrm>
          <a:prstGeom prst="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ptos"/>
              <a:ea typeface="+mn-ea"/>
              <a:cs typeface="+mn-cs"/>
            </a:endParaRPr>
          </a:p>
        </p:txBody>
      </p:sp>
      <p:sp>
        <p:nvSpPr>
          <p:cNvPr id="37" name="Rectangle 36">
            <a:extLst>
              <a:ext uri="{FF2B5EF4-FFF2-40B4-BE49-F238E27FC236}">
                <a16:creationId xmlns:a16="http://schemas.microsoft.com/office/drawing/2014/main" id="{E9A3E04F-3DE8-D27B-30A1-BA7F5DF7096D}"/>
              </a:ext>
            </a:extLst>
          </p:cNvPr>
          <p:cNvSpPr/>
          <p:nvPr/>
        </p:nvSpPr>
        <p:spPr>
          <a:xfrm>
            <a:off x="695407" y="2645940"/>
            <a:ext cx="1415161" cy="436492"/>
          </a:xfrm>
          <a:prstGeom prst="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ptos"/>
              <a:ea typeface="+mn-ea"/>
              <a:cs typeface="+mn-cs"/>
            </a:endParaRPr>
          </a:p>
        </p:txBody>
      </p:sp>
      <p:sp>
        <p:nvSpPr>
          <p:cNvPr id="38" name="Rectangle 37">
            <a:extLst>
              <a:ext uri="{FF2B5EF4-FFF2-40B4-BE49-F238E27FC236}">
                <a16:creationId xmlns:a16="http://schemas.microsoft.com/office/drawing/2014/main" id="{2E761505-AFA1-4926-ED39-9F0E6F36D25E}"/>
              </a:ext>
            </a:extLst>
          </p:cNvPr>
          <p:cNvSpPr/>
          <p:nvPr/>
        </p:nvSpPr>
        <p:spPr>
          <a:xfrm>
            <a:off x="695407" y="3147573"/>
            <a:ext cx="1415161" cy="436492"/>
          </a:xfrm>
          <a:prstGeom prst="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ptos"/>
              <a:ea typeface="+mn-ea"/>
              <a:cs typeface="+mn-cs"/>
            </a:endParaRPr>
          </a:p>
        </p:txBody>
      </p:sp>
      <p:sp>
        <p:nvSpPr>
          <p:cNvPr id="39" name="Rectangle 38">
            <a:extLst>
              <a:ext uri="{FF2B5EF4-FFF2-40B4-BE49-F238E27FC236}">
                <a16:creationId xmlns:a16="http://schemas.microsoft.com/office/drawing/2014/main" id="{4AA82DF1-8408-A836-76A8-E951D84ADB40}"/>
              </a:ext>
            </a:extLst>
          </p:cNvPr>
          <p:cNvSpPr/>
          <p:nvPr/>
        </p:nvSpPr>
        <p:spPr>
          <a:xfrm>
            <a:off x="695407" y="3649206"/>
            <a:ext cx="1415161" cy="436492"/>
          </a:xfrm>
          <a:prstGeom prst="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ptos"/>
              <a:ea typeface="+mn-ea"/>
              <a:cs typeface="+mn-cs"/>
            </a:endParaRPr>
          </a:p>
        </p:txBody>
      </p:sp>
      <p:sp>
        <p:nvSpPr>
          <p:cNvPr id="41" name="Rectangle 40">
            <a:extLst>
              <a:ext uri="{FF2B5EF4-FFF2-40B4-BE49-F238E27FC236}">
                <a16:creationId xmlns:a16="http://schemas.microsoft.com/office/drawing/2014/main" id="{C5176CEC-13D9-2C09-1EA5-3981E161A35F}"/>
              </a:ext>
            </a:extLst>
          </p:cNvPr>
          <p:cNvSpPr/>
          <p:nvPr/>
        </p:nvSpPr>
        <p:spPr>
          <a:xfrm>
            <a:off x="695407" y="4150839"/>
            <a:ext cx="1415161" cy="436492"/>
          </a:xfrm>
          <a:prstGeom prst="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ptos"/>
              <a:ea typeface="+mn-ea"/>
              <a:cs typeface="+mn-cs"/>
            </a:endParaRPr>
          </a:p>
        </p:txBody>
      </p:sp>
      <p:sp>
        <p:nvSpPr>
          <p:cNvPr id="42" name="Rectangle 41">
            <a:extLst>
              <a:ext uri="{FF2B5EF4-FFF2-40B4-BE49-F238E27FC236}">
                <a16:creationId xmlns:a16="http://schemas.microsoft.com/office/drawing/2014/main" id="{20B27D72-26ED-6AD3-352B-B6EC14D3CBD3}"/>
              </a:ext>
            </a:extLst>
          </p:cNvPr>
          <p:cNvSpPr/>
          <p:nvPr/>
        </p:nvSpPr>
        <p:spPr>
          <a:xfrm>
            <a:off x="695407" y="4656947"/>
            <a:ext cx="1415161" cy="436492"/>
          </a:xfrm>
          <a:prstGeom prst="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ptos"/>
              <a:ea typeface="+mn-ea"/>
              <a:cs typeface="+mn-cs"/>
            </a:endParaRPr>
          </a:p>
        </p:txBody>
      </p:sp>
      <p:sp>
        <p:nvSpPr>
          <p:cNvPr id="43" name="Rectangle 42">
            <a:extLst>
              <a:ext uri="{FF2B5EF4-FFF2-40B4-BE49-F238E27FC236}">
                <a16:creationId xmlns:a16="http://schemas.microsoft.com/office/drawing/2014/main" id="{650B6D5F-D70B-5651-CC1D-F2A849F012A3}"/>
              </a:ext>
            </a:extLst>
          </p:cNvPr>
          <p:cNvSpPr/>
          <p:nvPr/>
        </p:nvSpPr>
        <p:spPr>
          <a:xfrm>
            <a:off x="695407" y="5177385"/>
            <a:ext cx="1415161" cy="436492"/>
          </a:xfrm>
          <a:prstGeom prst="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ptos"/>
              <a:ea typeface="+mn-ea"/>
              <a:cs typeface="+mn-cs"/>
            </a:endParaRPr>
          </a:p>
        </p:txBody>
      </p:sp>
      <p:sp>
        <p:nvSpPr>
          <p:cNvPr id="44" name="Rectangle 43">
            <a:extLst>
              <a:ext uri="{FF2B5EF4-FFF2-40B4-BE49-F238E27FC236}">
                <a16:creationId xmlns:a16="http://schemas.microsoft.com/office/drawing/2014/main" id="{70AF84DD-F6DC-931C-CCFF-39C41E428390}"/>
              </a:ext>
            </a:extLst>
          </p:cNvPr>
          <p:cNvSpPr/>
          <p:nvPr/>
        </p:nvSpPr>
        <p:spPr>
          <a:xfrm>
            <a:off x="695407" y="5683493"/>
            <a:ext cx="1415161" cy="436492"/>
          </a:xfrm>
          <a:prstGeom prst="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ptos"/>
              <a:ea typeface="+mn-ea"/>
              <a:cs typeface="+mn-cs"/>
            </a:endParaRPr>
          </a:p>
        </p:txBody>
      </p:sp>
      <p:sp>
        <p:nvSpPr>
          <p:cNvPr id="45" name="TextBox 44">
            <a:extLst>
              <a:ext uri="{FF2B5EF4-FFF2-40B4-BE49-F238E27FC236}">
                <a16:creationId xmlns:a16="http://schemas.microsoft.com/office/drawing/2014/main" id="{EFC91C6D-582F-5CA5-BB16-9A4794733A4A}"/>
              </a:ext>
            </a:extLst>
          </p:cNvPr>
          <p:cNvSpPr txBox="1"/>
          <p:nvPr/>
        </p:nvSpPr>
        <p:spPr>
          <a:xfrm>
            <a:off x="2283569" y="1617452"/>
            <a:ext cx="3272328"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ptos"/>
                <a:ea typeface="+mn-ea"/>
                <a:cs typeface="+mn-cs"/>
              </a:rPr>
              <a:t>Research stakeholders, define goals, and capture current business processes.</a:t>
            </a:r>
          </a:p>
        </p:txBody>
      </p:sp>
      <p:sp>
        <p:nvSpPr>
          <p:cNvPr id="74" name="TextBox 73">
            <a:extLst>
              <a:ext uri="{FF2B5EF4-FFF2-40B4-BE49-F238E27FC236}">
                <a16:creationId xmlns:a16="http://schemas.microsoft.com/office/drawing/2014/main" id="{4092446F-2370-9840-F359-FD7DC853C84B}"/>
              </a:ext>
            </a:extLst>
          </p:cNvPr>
          <p:cNvSpPr txBox="1"/>
          <p:nvPr/>
        </p:nvSpPr>
        <p:spPr>
          <a:xfrm>
            <a:off x="695407" y="1700012"/>
            <a:ext cx="1349610"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mn-cs"/>
              </a:rPr>
              <a:t>Set Requirements Context</a:t>
            </a:r>
          </a:p>
        </p:txBody>
      </p:sp>
      <p:sp>
        <p:nvSpPr>
          <p:cNvPr id="76" name="TextBox 75">
            <a:extLst>
              <a:ext uri="{FF2B5EF4-FFF2-40B4-BE49-F238E27FC236}">
                <a16:creationId xmlns:a16="http://schemas.microsoft.com/office/drawing/2014/main" id="{ED049666-9F42-51C0-FE49-89642CAC4F5E}"/>
              </a:ext>
            </a:extLst>
          </p:cNvPr>
          <p:cNvSpPr txBox="1"/>
          <p:nvPr/>
        </p:nvSpPr>
        <p:spPr>
          <a:xfrm>
            <a:off x="695407" y="2165263"/>
            <a:ext cx="1349610"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rPr>
              <a:t>Develop Requirements</a:t>
            </a:r>
          </a:p>
        </p:txBody>
      </p:sp>
      <p:sp>
        <p:nvSpPr>
          <p:cNvPr id="78" name="TextBox 77">
            <a:extLst>
              <a:ext uri="{FF2B5EF4-FFF2-40B4-BE49-F238E27FC236}">
                <a16:creationId xmlns:a16="http://schemas.microsoft.com/office/drawing/2014/main" id="{7A566343-1782-0979-F8CA-73D737E2A369}"/>
              </a:ext>
            </a:extLst>
          </p:cNvPr>
          <p:cNvSpPr txBox="1"/>
          <p:nvPr/>
        </p:nvSpPr>
        <p:spPr>
          <a:xfrm>
            <a:off x="695407" y="2669032"/>
            <a:ext cx="1349610"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rPr>
              <a:t>Estimation &amp; Prioritization</a:t>
            </a:r>
          </a:p>
        </p:txBody>
      </p:sp>
      <p:sp>
        <p:nvSpPr>
          <p:cNvPr id="79" name="TextBox 78">
            <a:extLst>
              <a:ext uri="{FF2B5EF4-FFF2-40B4-BE49-F238E27FC236}">
                <a16:creationId xmlns:a16="http://schemas.microsoft.com/office/drawing/2014/main" id="{A5FE6E40-A08B-D0C8-9470-EDAA732E02B8}"/>
              </a:ext>
            </a:extLst>
          </p:cNvPr>
          <p:cNvSpPr txBox="1"/>
          <p:nvPr/>
        </p:nvSpPr>
        <p:spPr>
          <a:xfrm>
            <a:off x="695407" y="3223536"/>
            <a:ext cx="1349610"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rPr>
              <a:t>Story Elaboration</a:t>
            </a:r>
          </a:p>
        </p:txBody>
      </p:sp>
      <p:sp>
        <p:nvSpPr>
          <p:cNvPr id="80" name="TextBox 79">
            <a:extLst>
              <a:ext uri="{FF2B5EF4-FFF2-40B4-BE49-F238E27FC236}">
                <a16:creationId xmlns:a16="http://schemas.microsoft.com/office/drawing/2014/main" id="{FA279000-EA0B-89E9-AA22-41B4BAADA9B2}"/>
              </a:ext>
            </a:extLst>
          </p:cNvPr>
          <p:cNvSpPr txBox="1"/>
          <p:nvPr/>
        </p:nvSpPr>
        <p:spPr>
          <a:xfrm>
            <a:off x="760958" y="3726169"/>
            <a:ext cx="1425622"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rPr>
              <a:t>Define NFRs</a:t>
            </a:r>
          </a:p>
        </p:txBody>
      </p:sp>
      <p:sp>
        <p:nvSpPr>
          <p:cNvPr id="81" name="TextBox 80">
            <a:extLst>
              <a:ext uri="{FF2B5EF4-FFF2-40B4-BE49-F238E27FC236}">
                <a16:creationId xmlns:a16="http://schemas.microsoft.com/office/drawing/2014/main" id="{BAAE399B-5C21-3894-C8DF-CDD0306CA224}"/>
              </a:ext>
            </a:extLst>
          </p:cNvPr>
          <p:cNvSpPr txBox="1"/>
          <p:nvPr/>
        </p:nvSpPr>
        <p:spPr>
          <a:xfrm>
            <a:off x="760958" y="4685158"/>
            <a:ext cx="1349610"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rPr>
              <a:t>Verify Requirements</a:t>
            </a:r>
          </a:p>
        </p:txBody>
      </p:sp>
      <p:sp>
        <p:nvSpPr>
          <p:cNvPr id="82" name="TextBox 81">
            <a:extLst>
              <a:ext uri="{FF2B5EF4-FFF2-40B4-BE49-F238E27FC236}">
                <a16:creationId xmlns:a16="http://schemas.microsoft.com/office/drawing/2014/main" id="{3E2603B4-FE7D-6E69-F414-D79FA568E4F7}"/>
              </a:ext>
            </a:extLst>
          </p:cNvPr>
          <p:cNvSpPr txBox="1"/>
          <p:nvPr/>
        </p:nvSpPr>
        <p:spPr>
          <a:xfrm>
            <a:off x="728182" y="4137779"/>
            <a:ext cx="1349610"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rPr>
              <a:t>Document Project Benefits</a:t>
            </a:r>
          </a:p>
        </p:txBody>
      </p:sp>
      <p:sp>
        <p:nvSpPr>
          <p:cNvPr id="83" name="TextBox 82">
            <a:extLst>
              <a:ext uri="{FF2B5EF4-FFF2-40B4-BE49-F238E27FC236}">
                <a16:creationId xmlns:a16="http://schemas.microsoft.com/office/drawing/2014/main" id="{0D72B6DD-2AA2-6DA8-31E8-07A14EE2B3E8}"/>
              </a:ext>
            </a:extLst>
          </p:cNvPr>
          <p:cNvSpPr txBox="1"/>
          <p:nvPr/>
        </p:nvSpPr>
        <p:spPr>
          <a:xfrm>
            <a:off x="728182" y="5210851"/>
            <a:ext cx="1349610"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rPr>
              <a:t>Manage Changes to Requirements</a:t>
            </a:r>
          </a:p>
        </p:txBody>
      </p:sp>
      <p:sp>
        <p:nvSpPr>
          <p:cNvPr id="84" name="TextBox 83">
            <a:extLst>
              <a:ext uri="{FF2B5EF4-FFF2-40B4-BE49-F238E27FC236}">
                <a16:creationId xmlns:a16="http://schemas.microsoft.com/office/drawing/2014/main" id="{94D3867A-7DFB-449E-5ECE-CBBE9D0AAC8D}"/>
              </a:ext>
            </a:extLst>
          </p:cNvPr>
          <p:cNvSpPr txBox="1"/>
          <p:nvPr/>
        </p:nvSpPr>
        <p:spPr>
          <a:xfrm>
            <a:off x="695407" y="5698768"/>
            <a:ext cx="1349610"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rPr>
              <a:t>Manage &amp; Update Release Cycles</a:t>
            </a:r>
          </a:p>
        </p:txBody>
      </p:sp>
      <p:grpSp>
        <p:nvGrpSpPr>
          <p:cNvPr id="85" name="Group 84">
            <a:extLst>
              <a:ext uri="{FF2B5EF4-FFF2-40B4-BE49-F238E27FC236}">
                <a16:creationId xmlns:a16="http://schemas.microsoft.com/office/drawing/2014/main" id="{8B8ED1CD-A9A6-88B1-6D40-C611016AA946}"/>
              </a:ext>
            </a:extLst>
          </p:cNvPr>
          <p:cNvGrpSpPr/>
          <p:nvPr/>
        </p:nvGrpSpPr>
        <p:grpSpPr>
          <a:xfrm>
            <a:off x="2186580" y="2166647"/>
            <a:ext cx="3369319" cy="447048"/>
            <a:chOff x="2186580" y="1647952"/>
            <a:chExt cx="3369319" cy="836407"/>
          </a:xfrm>
        </p:grpSpPr>
        <p:sp>
          <p:nvSpPr>
            <p:cNvPr id="86" name="Rectangle 85">
              <a:extLst>
                <a:ext uri="{FF2B5EF4-FFF2-40B4-BE49-F238E27FC236}">
                  <a16:creationId xmlns:a16="http://schemas.microsoft.com/office/drawing/2014/main" id="{4E6C698F-D2DF-8B49-1047-AE62882176D5}"/>
                </a:ext>
              </a:extLst>
            </p:cNvPr>
            <p:cNvSpPr/>
            <p:nvPr/>
          </p:nvSpPr>
          <p:spPr>
            <a:xfrm>
              <a:off x="2186580" y="1647952"/>
              <a:ext cx="3369319" cy="836407"/>
            </a:xfrm>
            <a:prstGeom prst="rect">
              <a:avLst/>
            </a:prstGeom>
            <a:solidFill>
              <a:sysClr val="window" lastClr="FFFFFF"/>
            </a:solidFill>
            <a:ln w="25400" cap="flat" cmpd="sng" algn="ctr">
              <a:solidFill>
                <a:srgbClr val="6363C8">
                  <a:alpha val="40000"/>
                </a:srgbClr>
              </a:solidFill>
              <a:prstDash val="solid"/>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IN" sz="1400" b="0" i="0" u="none" strike="noStrike" kern="0" cap="none" spc="0" normalizeH="0" baseline="0" noProof="0">
                <a:ln>
                  <a:noFill/>
                </a:ln>
                <a:solidFill>
                  <a:srgbClr val="000000"/>
                </a:solidFill>
                <a:effectLst/>
                <a:uLnTx/>
                <a:uFillTx/>
                <a:latin typeface="HelveticaNeueLT Std" panose="020B0604020202020204" pitchFamily="34" charset="0"/>
                <a:ea typeface="+mn-ea"/>
                <a:cs typeface="Arial" panose="020B0604020202020204" pitchFamily="34" charset="0"/>
              </a:endParaRPr>
            </a:p>
          </p:txBody>
        </p:sp>
        <p:cxnSp>
          <p:nvCxnSpPr>
            <p:cNvPr id="87" name="Straight Connector 86">
              <a:extLst>
                <a:ext uri="{FF2B5EF4-FFF2-40B4-BE49-F238E27FC236}">
                  <a16:creationId xmlns:a16="http://schemas.microsoft.com/office/drawing/2014/main" id="{500EDEE3-4F31-1427-7676-B3D9614EB25B}"/>
                </a:ext>
              </a:extLst>
            </p:cNvPr>
            <p:cNvCxnSpPr>
              <a:cxnSpLocks/>
            </p:cNvCxnSpPr>
            <p:nvPr/>
          </p:nvCxnSpPr>
          <p:spPr>
            <a:xfrm>
              <a:off x="5555898" y="1647952"/>
              <a:ext cx="0" cy="836407"/>
            </a:xfrm>
            <a:prstGeom prst="line">
              <a:avLst/>
            </a:prstGeom>
            <a:noFill/>
            <a:ln w="38100" cap="flat" cmpd="sng" algn="ctr">
              <a:solidFill>
                <a:srgbClr val="6363C8"/>
              </a:solidFill>
              <a:prstDash val="solid"/>
            </a:ln>
            <a:effectLst/>
          </p:spPr>
        </p:cxnSp>
      </p:grpSp>
      <p:grpSp>
        <p:nvGrpSpPr>
          <p:cNvPr id="88" name="Group 87">
            <a:extLst>
              <a:ext uri="{FF2B5EF4-FFF2-40B4-BE49-F238E27FC236}">
                <a16:creationId xmlns:a16="http://schemas.microsoft.com/office/drawing/2014/main" id="{F72BFCB5-9B0E-98B6-6894-2CE6B690646D}"/>
              </a:ext>
            </a:extLst>
          </p:cNvPr>
          <p:cNvGrpSpPr/>
          <p:nvPr/>
        </p:nvGrpSpPr>
        <p:grpSpPr>
          <a:xfrm>
            <a:off x="6520548" y="2166646"/>
            <a:ext cx="4886018" cy="447043"/>
            <a:chOff x="6520548" y="1647952"/>
            <a:chExt cx="4886018" cy="856624"/>
          </a:xfrm>
        </p:grpSpPr>
        <p:sp>
          <p:nvSpPr>
            <p:cNvPr id="89" name="Rectangle 88">
              <a:extLst>
                <a:ext uri="{FF2B5EF4-FFF2-40B4-BE49-F238E27FC236}">
                  <a16:creationId xmlns:a16="http://schemas.microsoft.com/office/drawing/2014/main" id="{4F8090AB-09D9-1678-68BB-234DC4F601F0}"/>
                </a:ext>
              </a:extLst>
            </p:cNvPr>
            <p:cNvSpPr/>
            <p:nvPr/>
          </p:nvSpPr>
          <p:spPr>
            <a:xfrm>
              <a:off x="6520549" y="1647952"/>
              <a:ext cx="4886017" cy="836407"/>
            </a:xfrm>
            <a:prstGeom prst="rect">
              <a:avLst/>
            </a:prstGeom>
            <a:solidFill>
              <a:sysClr val="window" lastClr="FFFFFF"/>
            </a:solidFill>
            <a:ln w="25400" cap="flat" cmpd="sng" algn="ctr">
              <a:solidFill>
                <a:srgbClr val="007F62">
                  <a:alpha val="40000"/>
                </a:srgbClr>
              </a:solidFill>
              <a:prstDash val="solid"/>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400" b="0" i="0" u="none" strike="noStrike" kern="0" cap="none" spc="0" normalizeH="0" baseline="0" noProof="0">
                <a:ln>
                  <a:noFill/>
                </a:ln>
                <a:solidFill>
                  <a:srgbClr val="000000">
                    <a:lumMod val="50000"/>
                    <a:lumOff val="50000"/>
                  </a:srgbClr>
                </a:solidFill>
                <a:effectLst/>
                <a:uLnTx/>
                <a:uFillTx/>
                <a:latin typeface="HelveticaNeueLT Std" panose="020B0604020202020204" pitchFamily="34" charset="0"/>
                <a:ea typeface="+mn-ea"/>
                <a:cs typeface="Arial" panose="020B0604020202020204" pitchFamily="34" charset="0"/>
              </a:endParaRPr>
            </a:p>
          </p:txBody>
        </p:sp>
        <p:cxnSp>
          <p:nvCxnSpPr>
            <p:cNvPr id="90" name="Straight Connector 89">
              <a:extLst>
                <a:ext uri="{FF2B5EF4-FFF2-40B4-BE49-F238E27FC236}">
                  <a16:creationId xmlns:a16="http://schemas.microsoft.com/office/drawing/2014/main" id="{B90754DD-9ED2-ADF5-AD25-E1EF9FB27324}"/>
                </a:ext>
              </a:extLst>
            </p:cNvPr>
            <p:cNvCxnSpPr/>
            <p:nvPr/>
          </p:nvCxnSpPr>
          <p:spPr>
            <a:xfrm>
              <a:off x="6520548" y="1668169"/>
              <a:ext cx="0" cy="836407"/>
            </a:xfrm>
            <a:prstGeom prst="line">
              <a:avLst/>
            </a:prstGeom>
            <a:noFill/>
            <a:ln w="38100" cap="flat" cmpd="sng" algn="ctr">
              <a:solidFill>
                <a:srgbClr val="007F62"/>
              </a:solidFill>
              <a:prstDash val="solid"/>
            </a:ln>
            <a:effectLst/>
          </p:spPr>
        </p:cxnSp>
      </p:grpSp>
      <p:cxnSp>
        <p:nvCxnSpPr>
          <p:cNvPr id="91" name="Straight Connector 90">
            <a:extLst>
              <a:ext uri="{FF2B5EF4-FFF2-40B4-BE49-F238E27FC236}">
                <a16:creationId xmlns:a16="http://schemas.microsoft.com/office/drawing/2014/main" id="{0CCE97F4-53A3-B8D8-0936-6103E6A939C0}"/>
              </a:ext>
            </a:extLst>
          </p:cNvPr>
          <p:cNvCxnSpPr/>
          <p:nvPr/>
        </p:nvCxnSpPr>
        <p:spPr>
          <a:xfrm>
            <a:off x="5751656" y="2390171"/>
            <a:ext cx="456113" cy="0"/>
          </a:xfrm>
          <a:prstGeom prst="line">
            <a:avLst/>
          </a:prstGeom>
          <a:noFill/>
          <a:ln w="9525" cap="flat" cmpd="sng" algn="ctr">
            <a:solidFill>
              <a:srgbClr val="71758A"/>
            </a:solidFill>
            <a:prstDash val="solid"/>
            <a:headEnd type="oval" w="med" len="med"/>
            <a:tailEnd type="oval" w="med" len="med"/>
          </a:ln>
          <a:effectLst/>
        </p:spPr>
      </p:cxnSp>
      <p:sp>
        <p:nvSpPr>
          <p:cNvPr id="92" name="TextBox 91">
            <a:extLst>
              <a:ext uri="{FF2B5EF4-FFF2-40B4-BE49-F238E27FC236}">
                <a16:creationId xmlns:a16="http://schemas.microsoft.com/office/drawing/2014/main" id="{53DEAEDB-3F8F-7BE9-4E10-29EA95E6B1C0}"/>
              </a:ext>
            </a:extLst>
          </p:cNvPr>
          <p:cNvSpPr txBox="1"/>
          <p:nvPr/>
        </p:nvSpPr>
        <p:spPr>
          <a:xfrm>
            <a:off x="2283569" y="2136146"/>
            <a:ext cx="3272328"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ptos"/>
                <a:ea typeface="+mn-ea"/>
                <a:cs typeface="+mn-cs"/>
              </a:rPr>
              <a:t>Define business and enabler EPICs and features.</a:t>
            </a:r>
          </a:p>
        </p:txBody>
      </p:sp>
      <p:grpSp>
        <p:nvGrpSpPr>
          <p:cNvPr id="93" name="Group 92">
            <a:extLst>
              <a:ext uri="{FF2B5EF4-FFF2-40B4-BE49-F238E27FC236}">
                <a16:creationId xmlns:a16="http://schemas.microsoft.com/office/drawing/2014/main" id="{4B3550B6-FE15-2E3C-AAAE-9D285DC4C22A}"/>
              </a:ext>
            </a:extLst>
          </p:cNvPr>
          <p:cNvGrpSpPr/>
          <p:nvPr/>
        </p:nvGrpSpPr>
        <p:grpSpPr>
          <a:xfrm>
            <a:off x="2186580" y="2677326"/>
            <a:ext cx="3369319" cy="447048"/>
            <a:chOff x="2186580" y="1647952"/>
            <a:chExt cx="3369319" cy="836407"/>
          </a:xfrm>
        </p:grpSpPr>
        <p:sp>
          <p:nvSpPr>
            <p:cNvPr id="94" name="Rectangle 93">
              <a:extLst>
                <a:ext uri="{FF2B5EF4-FFF2-40B4-BE49-F238E27FC236}">
                  <a16:creationId xmlns:a16="http://schemas.microsoft.com/office/drawing/2014/main" id="{201806DF-4348-2495-7A9E-BAAF7A58F3F8}"/>
                </a:ext>
              </a:extLst>
            </p:cNvPr>
            <p:cNvSpPr/>
            <p:nvPr/>
          </p:nvSpPr>
          <p:spPr>
            <a:xfrm>
              <a:off x="2186580" y="1647952"/>
              <a:ext cx="3369319" cy="836407"/>
            </a:xfrm>
            <a:prstGeom prst="rect">
              <a:avLst/>
            </a:prstGeom>
            <a:solidFill>
              <a:sysClr val="window" lastClr="FFFFFF"/>
            </a:solidFill>
            <a:ln w="25400" cap="flat" cmpd="sng" algn="ctr">
              <a:solidFill>
                <a:srgbClr val="6363C8">
                  <a:alpha val="40000"/>
                </a:srgbClr>
              </a:solidFill>
              <a:prstDash val="solid"/>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IN" sz="1400" b="0" i="0" u="none" strike="noStrike" kern="0" cap="none" spc="0" normalizeH="0" baseline="0" noProof="0">
                <a:ln>
                  <a:noFill/>
                </a:ln>
                <a:solidFill>
                  <a:srgbClr val="000000"/>
                </a:solidFill>
                <a:effectLst/>
                <a:uLnTx/>
                <a:uFillTx/>
                <a:latin typeface="HelveticaNeueLT Std" panose="020B0604020202020204" pitchFamily="34" charset="0"/>
                <a:ea typeface="+mn-ea"/>
                <a:cs typeface="Arial" panose="020B0604020202020204" pitchFamily="34" charset="0"/>
              </a:endParaRPr>
            </a:p>
          </p:txBody>
        </p:sp>
        <p:cxnSp>
          <p:nvCxnSpPr>
            <p:cNvPr id="95" name="Straight Connector 94">
              <a:extLst>
                <a:ext uri="{FF2B5EF4-FFF2-40B4-BE49-F238E27FC236}">
                  <a16:creationId xmlns:a16="http://schemas.microsoft.com/office/drawing/2014/main" id="{2D6C4E11-45F0-BEE6-7380-053186BFC8A1}"/>
                </a:ext>
              </a:extLst>
            </p:cNvPr>
            <p:cNvCxnSpPr>
              <a:cxnSpLocks/>
            </p:cNvCxnSpPr>
            <p:nvPr/>
          </p:nvCxnSpPr>
          <p:spPr>
            <a:xfrm>
              <a:off x="5555898" y="1647952"/>
              <a:ext cx="0" cy="836407"/>
            </a:xfrm>
            <a:prstGeom prst="line">
              <a:avLst/>
            </a:prstGeom>
            <a:noFill/>
            <a:ln w="38100" cap="flat" cmpd="sng" algn="ctr">
              <a:solidFill>
                <a:srgbClr val="6363C8"/>
              </a:solidFill>
              <a:prstDash val="solid"/>
            </a:ln>
            <a:effectLst/>
          </p:spPr>
        </p:cxnSp>
      </p:grpSp>
      <p:grpSp>
        <p:nvGrpSpPr>
          <p:cNvPr id="96" name="Group 95">
            <a:extLst>
              <a:ext uri="{FF2B5EF4-FFF2-40B4-BE49-F238E27FC236}">
                <a16:creationId xmlns:a16="http://schemas.microsoft.com/office/drawing/2014/main" id="{DE48D73D-74B2-976F-1B8E-50A3D1E9CB3B}"/>
              </a:ext>
            </a:extLst>
          </p:cNvPr>
          <p:cNvGrpSpPr/>
          <p:nvPr/>
        </p:nvGrpSpPr>
        <p:grpSpPr>
          <a:xfrm>
            <a:off x="6520548" y="2677325"/>
            <a:ext cx="4886018" cy="447043"/>
            <a:chOff x="6520548" y="1647952"/>
            <a:chExt cx="4886018" cy="856624"/>
          </a:xfrm>
        </p:grpSpPr>
        <p:sp>
          <p:nvSpPr>
            <p:cNvPr id="97" name="Rectangle 96">
              <a:extLst>
                <a:ext uri="{FF2B5EF4-FFF2-40B4-BE49-F238E27FC236}">
                  <a16:creationId xmlns:a16="http://schemas.microsoft.com/office/drawing/2014/main" id="{ED7F5C5A-79B9-0BA7-1B3E-448DAB5496DA}"/>
                </a:ext>
              </a:extLst>
            </p:cNvPr>
            <p:cNvSpPr/>
            <p:nvPr/>
          </p:nvSpPr>
          <p:spPr>
            <a:xfrm>
              <a:off x="6520549" y="1647952"/>
              <a:ext cx="4886017" cy="836407"/>
            </a:xfrm>
            <a:prstGeom prst="rect">
              <a:avLst/>
            </a:prstGeom>
            <a:solidFill>
              <a:sysClr val="window" lastClr="FFFFFF"/>
            </a:solidFill>
            <a:ln w="25400" cap="flat" cmpd="sng" algn="ctr">
              <a:solidFill>
                <a:srgbClr val="007F62">
                  <a:alpha val="40000"/>
                </a:srgbClr>
              </a:solidFill>
              <a:prstDash val="solid"/>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400" b="0" i="0" u="none" strike="noStrike" kern="0" cap="none" spc="0" normalizeH="0" baseline="0" noProof="0">
                <a:ln>
                  <a:noFill/>
                </a:ln>
                <a:solidFill>
                  <a:srgbClr val="000000">
                    <a:lumMod val="50000"/>
                    <a:lumOff val="50000"/>
                  </a:srgbClr>
                </a:solidFill>
                <a:effectLst/>
                <a:uLnTx/>
                <a:uFillTx/>
                <a:latin typeface="HelveticaNeueLT Std" panose="020B0604020202020204" pitchFamily="34" charset="0"/>
                <a:ea typeface="+mn-ea"/>
                <a:cs typeface="Arial" panose="020B0604020202020204" pitchFamily="34" charset="0"/>
              </a:endParaRPr>
            </a:p>
          </p:txBody>
        </p:sp>
        <p:cxnSp>
          <p:nvCxnSpPr>
            <p:cNvPr id="98" name="Straight Connector 97">
              <a:extLst>
                <a:ext uri="{FF2B5EF4-FFF2-40B4-BE49-F238E27FC236}">
                  <a16:creationId xmlns:a16="http://schemas.microsoft.com/office/drawing/2014/main" id="{10EB0401-A406-0973-36A1-C62040EE9AA7}"/>
                </a:ext>
              </a:extLst>
            </p:cNvPr>
            <p:cNvCxnSpPr/>
            <p:nvPr/>
          </p:nvCxnSpPr>
          <p:spPr>
            <a:xfrm>
              <a:off x="6520548" y="1668169"/>
              <a:ext cx="0" cy="836407"/>
            </a:xfrm>
            <a:prstGeom prst="line">
              <a:avLst/>
            </a:prstGeom>
            <a:noFill/>
            <a:ln w="38100" cap="flat" cmpd="sng" algn="ctr">
              <a:solidFill>
                <a:srgbClr val="007F62"/>
              </a:solidFill>
              <a:prstDash val="solid"/>
            </a:ln>
            <a:effectLst/>
          </p:spPr>
        </p:cxnSp>
      </p:grpSp>
      <p:cxnSp>
        <p:nvCxnSpPr>
          <p:cNvPr id="99" name="Straight Connector 98">
            <a:extLst>
              <a:ext uri="{FF2B5EF4-FFF2-40B4-BE49-F238E27FC236}">
                <a16:creationId xmlns:a16="http://schemas.microsoft.com/office/drawing/2014/main" id="{700C6237-F6EB-1D30-5BA3-0B7B55C1025D}"/>
              </a:ext>
            </a:extLst>
          </p:cNvPr>
          <p:cNvCxnSpPr/>
          <p:nvPr/>
        </p:nvCxnSpPr>
        <p:spPr>
          <a:xfrm>
            <a:off x="5751656" y="2900850"/>
            <a:ext cx="456113" cy="0"/>
          </a:xfrm>
          <a:prstGeom prst="line">
            <a:avLst/>
          </a:prstGeom>
          <a:noFill/>
          <a:ln w="9525" cap="flat" cmpd="sng" algn="ctr">
            <a:solidFill>
              <a:srgbClr val="71758A"/>
            </a:solidFill>
            <a:prstDash val="solid"/>
            <a:headEnd type="oval" w="med" len="med"/>
            <a:tailEnd type="oval" w="med" len="med"/>
          </a:ln>
          <a:effectLst/>
        </p:spPr>
      </p:cxnSp>
      <p:grpSp>
        <p:nvGrpSpPr>
          <p:cNvPr id="101" name="Group 100">
            <a:extLst>
              <a:ext uri="{FF2B5EF4-FFF2-40B4-BE49-F238E27FC236}">
                <a16:creationId xmlns:a16="http://schemas.microsoft.com/office/drawing/2014/main" id="{6195D53E-FA3E-3AF2-E5C3-BFA16173C372}"/>
              </a:ext>
            </a:extLst>
          </p:cNvPr>
          <p:cNvGrpSpPr/>
          <p:nvPr/>
        </p:nvGrpSpPr>
        <p:grpSpPr>
          <a:xfrm>
            <a:off x="2186580" y="3156702"/>
            <a:ext cx="3369319" cy="447048"/>
            <a:chOff x="2186580" y="1647952"/>
            <a:chExt cx="3369319" cy="836407"/>
          </a:xfrm>
        </p:grpSpPr>
        <p:sp>
          <p:nvSpPr>
            <p:cNvPr id="102" name="Rectangle 101">
              <a:extLst>
                <a:ext uri="{FF2B5EF4-FFF2-40B4-BE49-F238E27FC236}">
                  <a16:creationId xmlns:a16="http://schemas.microsoft.com/office/drawing/2014/main" id="{BB051E71-0564-B249-C7A1-863DECF7AF4F}"/>
                </a:ext>
              </a:extLst>
            </p:cNvPr>
            <p:cNvSpPr/>
            <p:nvPr/>
          </p:nvSpPr>
          <p:spPr>
            <a:xfrm>
              <a:off x="2186580" y="1647952"/>
              <a:ext cx="3369319" cy="836407"/>
            </a:xfrm>
            <a:prstGeom prst="rect">
              <a:avLst/>
            </a:prstGeom>
            <a:solidFill>
              <a:sysClr val="window" lastClr="FFFFFF"/>
            </a:solidFill>
            <a:ln w="25400" cap="flat" cmpd="sng" algn="ctr">
              <a:solidFill>
                <a:srgbClr val="6363C8">
                  <a:alpha val="40000"/>
                </a:srgbClr>
              </a:solidFill>
              <a:prstDash val="solid"/>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IN" sz="1400" b="0" i="0" u="none" strike="noStrike" kern="0" cap="none" spc="0" normalizeH="0" baseline="0" noProof="0">
                <a:ln>
                  <a:noFill/>
                </a:ln>
                <a:solidFill>
                  <a:srgbClr val="000000"/>
                </a:solidFill>
                <a:effectLst/>
                <a:uLnTx/>
                <a:uFillTx/>
                <a:latin typeface="HelveticaNeueLT Std" panose="020B0604020202020204" pitchFamily="34" charset="0"/>
                <a:ea typeface="+mn-ea"/>
                <a:cs typeface="Arial" panose="020B0604020202020204" pitchFamily="34" charset="0"/>
              </a:endParaRPr>
            </a:p>
          </p:txBody>
        </p:sp>
        <p:cxnSp>
          <p:nvCxnSpPr>
            <p:cNvPr id="103" name="Straight Connector 102">
              <a:extLst>
                <a:ext uri="{FF2B5EF4-FFF2-40B4-BE49-F238E27FC236}">
                  <a16:creationId xmlns:a16="http://schemas.microsoft.com/office/drawing/2014/main" id="{B52C4EA0-2319-8027-CF6F-83B9ECEDB3AC}"/>
                </a:ext>
              </a:extLst>
            </p:cNvPr>
            <p:cNvCxnSpPr>
              <a:cxnSpLocks/>
            </p:cNvCxnSpPr>
            <p:nvPr/>
          </p:nvCxnSpPr>
          <p:spPr>
            <a:xfrm>
              <a:off x="5555898" y="1647952"/>
              <a:ext cx="0" cy="836407"/>
            </a:xfrm>
            <a:prstGeom prst="line">
              <a:avLst/>
            </a:prstGeom>
            <a:noFill/>
            <a:ln w="38100" cap="flat" cmpd="sng" algn="ctr">
              <a:solidFill>
                <a:srgbClr val="6363C8"/>
              </a:solidFill>
              <a:prstDash val="solid"/>
            </a:ln>
            <a:effectLst/>
          </p:spPr>
        </p:cxnSp>
      </p:grpSp>
      <p:grpSp>
        <p:nvGrpSpPr>
          <p:cNvPr id="104" name="Group 103">
            <a:extLst>
              <a:ext uri="{FF2B5EF4-FFF2-40B4-BE49-F238E27FC236}">
                <a16:creationId xmlns:a16="http://schemas.microsoft.com/office/drawing/2014/main" id="{557D8E2D-6A69-F86A-005F-8CDE39AF3323}"/>
              </a:ext>
            </a:extLst>
          </p:cNvPr>
          <p:cNvGrpSpPr/>
          <p:nvPr/>
        </p:nvGrpSpPr>
        <p:grpSpPr>
          <a:xfrm>
            <a:off x="6520548" y="3156701"/>
            <a:ext cx="4886018" cy="447043"/>
            <a:chOff x="6520548" y="1647952"/>
            <a:chExt cx="4886018" cy="856624"/>
          </a:xfrm>
        </p:grpSpPr>
        <p:sp>
          <p:nvSpPr>
            <p:cNvPr id="105" name="Rectangle 104">
              <a:extLst>
                <a:ext uri="{FF2B5EF4-FFF2-40B4-BE49-F238E27FC236}">
                  <a16:creationId xmlns:a16="http://schemas.microsoft.com/office/drawing/2014/main" id="{245F4488-8025-A4B0-22BD-D7C7C116A82E}"/>
                </a:ext>
              </a:extLst>
            </p:cNvPr>
            <p:cNvSpPr/>
            <p:nvPr/>
          </p:nvSpPr>
          <p:spPr>
            <a:xfrm>
              <a:off x="6520549" y="1647952"/>
              <a:ext cx="4886017" cy="836407"/>
            </a:xfrm>
            <a:prstGeom prst="rect">
              <a:avLst/>
            </a:prstGeom>
            <a:solidFill>
              <a:sysClr val="window" lastClr="FFFFFF"/>
            </a:solidFill>
            <a:ln w="25400" cap="flat" cmpd="sng" algn="ctr">
              <a:solidFill>
                <a:srgbClr val="007F62">
                  <a:alpha val="40000"/>
                </a:srgbClr>
              </a:solidFill>
              <a:prstDash val="solid"/>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400" b="0" i="0" u="none" strike="noStrike" kern="0" cap="none" spc="0" normalizeH="0" baseline="0" noProof="0">
                <a:ln>
                  <a:noFill/>
                </a:ln>
                <a:solidFill>
                  <a:srgbClr val="000000">
                    <a:lumMod val="50000"/>
                    <a:lumOff val="50000"/>
                  </a:srgbClr>
                </a:solidFill>
                <a:effectLst/>
                <a:uLnTx/>
                <a:uFillTx/>
                <a:latin typeface="HelveticaNeueLT Std" panose="020B0604020202020204" pitchFamily="34" charset="0"/>
                <a:ea typeface="+mn-ea"/>
                <a:cs typeface="Arial" panose="020B0604020202020204" pitchFamily="34" charset="0"/>
              </a:endParaRPr>
            </a:p>
          </p:txBody>
        </p:sp>
        <p:cxnSp>
          <p:nvCxnSpPr>
            <p:cNvPr id="106" name="Straight Connector 105">
              <a:extLst>
                <a:ext uri="{FF2B5EF4-FFF2-40B4-BE49-F238E27FC236}">
                  <a16:creationId xmlns:a16="http://schemas.microsoft.com/office/drawing/2014/main" id="{61B93F4E-2ACE-C61B-F272-5DE38E94A9E6}"/>
                </a:ext>
              </a:extLst>
            </p:cNvPr>
            <p:cNvCxnSpPr/>
            <p:nvPr/>
          </p:nvCxnSpPr>
          <p:spPr>
            <a:xfrm>
              <a:off x="6520548" y="1668169"/>
              <a:ext cx="0" cy="836407"/>
            </a:xfrm>
            <a:prstGeom prst="line">
              <a:avLst/>
            </a:prstGeom>
            <a:noFill/>
            <a:ln w="38100" cap="flat" cmpd="sng" algn="ctr">
              <a:solidFill>
                <a:srgbClr val="007F62"/>
              </a:solidFill>
              <a:prstDash val="solid"/>
            </a:ln>
            <a:effectLst/>
          </p:spPr>
        </p:cxnSp>
      </p:grpSp>
      <p:cxnSp>
        <p:nvCxnSpPr>
          <p:cNvPr id="107" name="Straight Connector 106">
            <a:extLst>
              <a:ext uri="{FF2B5EF4-FFF2-40B4-BE49-F238E27FC236}">
                <a16:creationId xmlns:a16="http://schemas.microsoft.com/office/drawing/2014/main" id="{FB570A86-22A1-5AE8-94E3-C2760F2F0117}"/>
              </a:ext>
            </a:extLst>
          </p:cNvPr>
          <p:cNvCxnSpPr/>
          <p:nvPr/>
        </p:nvCxnSpPr>
        <p:spPr>
          <a:xfrm>
            <a:off x="5751656" y="3380226"/>
            <a:ext cx="456113" cy="0"/>
          </a:xfrm>
          <a:prstGeom prst="line">
            <a:avLst/>
          </a:prstGeom>
          <a:noFill/>
          <a:ln w="9525" cap="flat" cmpd="sng" algn="ctr">
            <a:solidFill>
              <a:srgbClr val="71758A"/>
            </a:solidFill>
            <a:prstDash val="solid"/>
            <a:headEnd type="oval" w="med" len="med"/>
            <a:tailEnd type="oval" w="med" len="med"/>
          </a:ln>
          <a:effectLst/>
        </p:spPr>
      </p:cxnSp>
      <p:sp>
        <p:nvSpPr>
          <p:cNvPr id="108" name="TextBox 107">
            <a:extLst>
              <a:ext uri="{FF2B5EF4-FFF2-40B4-BE49-F238E27FC236}">
                <a16:creationId xmlns:a16="http://schemas.microsoft.com/office/drawing/2014/main" id="{21637D50-1F14-82C0-9057-71AA4D92B4EA}"/>
              </a:ext>
            </a:extLst>
          </p:cNvPr>
          <p:cNvSpPr txBox="1"/>
          <p:nvPr/>
        </p:nvSpPr>
        <p:spPr>
          <a:xfrm>
            <a:off x="2283569" y="3126201"/>
            <a:ext cx="3272328"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ptos"/>
                <a:ea typeface="+mn-ea"/>
                <a:cs typeface="+mn-cs"/>
              </a:rPr>
              <a:t>Create and review user and enabler stories, features, EPICs, and acceptance criteria.</a:t>
            </a:r>
          </a:p>
        </p:txBody>
      </p:sp>
      <p:grpSp>
        <p:nvGrpSpPr>
          <p:cNvPr id="109" name="Group 108">
            <a:extLst>
              <a:ext uri="{FF2B5EF4-FFF2-40B4-BE49-F238E27FC236}">
                <a16:creationId xmlns:a16="http://schemas.microsoft.com/office/drawing/2014/main" id="{60499201-388E-DD89-0EBB-FD19A1DCB5FB}"/>
              </a:ext>
            </a:extLst>
          </p:cNvPr>
          <p:cNvGrpSpPr/>
          <p:nvPr/>
        </p:nvGrpSpPr>
        <p:grpSpPr>
          <a:xfrm>
            <a:off x="2186580" y="3668547"/>
            <a:ext cx="3369319" cy="447048"/>
            <a:chOff x="2186580" y="1647952"/>
            <a:chExt cx="3369319" cy="836407"/>
          </a:xfrm>
        </p:grpSpPr>
        <p:sp>
          <p:nvSpPr>
            <p:cNvPr id="110" name="Rectangle 109">
              <a:extLst>
                <a:ext uri="{FF2B5EF4-FFF2-40B4-BE49-F238E27FC236}">
                  <a16:creationId xmlns:a16="http://schemas.microsoft.com/office/drawing/2014/main" id="{A1C574A0-E8E8-8A18-B4CA-87B08A9E7F84}"/>
                </a:ext>
              </a:extLst>
            </p:cNvPr>
            <p:cNvSpPr/>
            <p:nvPr/>
          </p:nvSpPr>
          <p:spPr>
            <a:xfrm>
              <a:off x="2186580" y="1647952"/>
              <a:ext cx="3369319" cy="836407"/>
            </a:xfrm>
            <a:prstGeom prst="rect">
              <a:avLst/>
            </a:prstGeom>
            <a:solidFill>
              <a:sysClr val="window" lastClr="FFFFFF"/>
            </a:solidFill>
            <a:ln w="25400" cap="flat" cmpd="sng" algn="ctr">
              <a:solidFill>
                <a:srgbClr val="6363C8">
                  <a:alpha val="40000"/>
                </a:srgbClr>
              </a:solidFill>
              <a:prstDash val="solid"/>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IN" sz="1400" b="0" i="0" u="none" strike="noStrike" kern="0" cap="none" spc="0" normalizeH="0" baseline="0" noProof="0">
                <a:ln>
                  <a:noFill/>
                </a:ln>
                <a:solidFill>
                  <a:srgbClr val="000000"/>
                </a:solidFill>
                <a:effectLst/>
                <a:uLnTx/>
                <a:uFillTx/>
                <a:latin typeface="HelveticaNeueLT Std" panose="020B0604020202020204" pitchFamily="34" charset="0"/>
                <a:ea typeface="+mn-ea"/>
                <a:cs typeface="Arial" panose="020B0604020202020204" pitchFamily="34" charset="0"/>
              </a:endParaRPr>
            </a:p>
          </p:txBody>
        </p:sp>
        <p:cxnSp>
          <p:nvCxnSpPr>
            <p:cNvPr id="111" name="Straight Connector 110">
              <a:extLst>
                <a:ext uri="{FF2B5EF4-FFF2-40B4-BE49-F238E27FC236}">
                  <a16:creationId xmlns:a16="http://schemas.microsoft.com/office/drawing/2014/main" id="{58FC05EB-8517-8753-6DB4-AB9FF1A96CDC}"/>
                </a:ext>
              </a:extLst>
            </p:cNvPr>
            <p:cNvCxnSpPr>
              <a:cxnSpLocks/>
            </p:cNvCxnSpPr>
            <p:nvPr/>
          </p:nvCxnSpPr>
          <p:spPr>
            <a:xfrm>
              <a:off x="5555898" y="1647952"/>
              <a:ext cx="0" cy="836407"/>
            </a:xfrm>
            <a:prstGeom prst="line">
              <a:avLst/>
            </a:prstGeom>
            <a:noFill/>
            <a:ln w="38100" cap="flat" cmpd="sng" algn="ctr">
              <a:solidFill>
                <a:srgbClr val="6363C8"/>
              </a:solidFill>
              <a:prstDash val="solid"/>
            </a:ln>
            <a:effectLst/>
          </p:spPr>
        </p:cxnSp>
      </p:grpSp>
      <p:grpSp>
        <p:nvGrpSpPr>
          <p:cNvPr id="112" name="Group 111">
            <a:extLst>
              <a:ext uri="{FF2B5EF4-FFF2-40B4-BE49-F238E27FC236}">
                <a16:creationId xmlns:a16="http://schemas.microsoft.com/office/drawing/2014/main" id="{0E018403-6275-715B-7A03-8C3F0E907B82}"/>
              </a:ext>
            </a:extLst>
          </p:cNvPr>
          <p:cNvGrpSpPr/>
          <p:nvPr/>
        </p:nvGrpSpPr>
        <p:grpSpPr>
          <a:xfrm>
            <a:off x="6520548" y="3668546"/>
            <a:ext cx="4886018" cy="447043"/>
            <a:chOff x="6520548" y="1647952"/>
            <a:chExt cx="4886018" cy="856624"/>
          </a:xfrm>
        </p:grpSpPr>
        <p:sp>
          <p:nvSpPr>
            <p:cNvPr id="113" name="Rectangle 112">
              <a:extLst>
                <a:ext uri="{FF2B5EF4-FFF2-40B4-BE49-F238E27FC236}">
                  <a16:creationId xmlns:a16="http://schemas.microsoft.com/office/drawing/2014/main" id="{A81186D7-39AF-581D-2827-891F31F3D971}"/>
                </a:ext>
              </a:extLst>
            </p:cNvPr>
            <p:cNvSpPr/>
            <p:nvPr/>
          </p:nvSpPr>
          <p:spPr>
            <a:xfrm>
              <a:off x="6520549" y="1647952"/>
              <a:ext cx="4886017" cy="836407"/>
            </a:xfrm>
            <a:prstGeom prst="rect">
              <a:avLst/>
            </a:prstGeom>
            <a:solidFill>
              <a:sysClr val="window" lastClr="FFFFFF"/>
            </a:solidFill>
            <a:ln w="25400" cap="flat" cmpd="sng" algn="ctr">
              <a:solidFill>
                <a:srgbClr val="007F62">
                  <a:alpha val="40000"/>
                </a:srgbClr>
              </a:solidFill>
              <a:prstDash val="solid"/>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400" b="0" i="0" u="none" strike="noStrike" kern="0" cap="none" spc="0" normalizeH="0" baseline="0" noProof="0">
                <a:ln>
                  <a:noFill/>
                </a:ln>
                <a:solidFill>
                  <a:srgbClr val="000000">
                    <a:lumMod val="50000"/>
                    <a:lumOff val="50000"/>
                  </a:srgbClr>
                </a:solidFill>
                <a:effectLst/>
                <a:uLnTx/>
                <a:uFillTx/>
                <a:latin typeface="HelveticaNeueLT Std" panose="020B0604020202020204" pitchFamily="34" charset="0"/>
                <a:ea typeface="+mn-ea"/>
                <a:cs typeface="Arial" panose="020B0604020202020204" pitchFamily="34" charset="0"/>
              </a:endParaRPr>
            </a:p>
          </p:txBody>
        </p:sp>
        <p:cxnSp>
          <p:nvCxnSpPr>
            <p:cNvPr id="114" name="Straight Connector 113">
              <a:extLst>
                <a:ext uri="{FF2B5EF4-FFF2-40B4-BE49-F238E27FC236}">
                  <a16:creationId xmlns:a16="http://schemas.microsoft.com/office/drawing/2014/main" id="{F9178253-C73A-B6C5-273E-DEB9926BEDCA}"/>
                </a:ext>
              </a:extLst>
            </p:cNvPr>
            <p:cNvCxnSpPr/>
            <p:nvPr/>
          </p:nvCxnSpPr>
          <p:spPr>
            <a:xfrm>
              <a:off x="6520548" y="1668169"/>
              <a:ext cx="0" cy="836407"/>
            </a:xfrm>
            <a:prstGeom prst="line">
              <a:avLst/>
            </a:prstGeom>
            <a:noFill/>
            <a:ln w="38100" cap="flat" cmpd="sng" algn="ctr">
              <a:solidFill>
                <a:srgbClr val="007F62"/>
              </a:solidFill>
              <a:prstDash val="solid"/>
            </a:ln>
            <a:effectLst/>
          </p:spPr>
        </p:cxnSp>
      </p:grpSp>
      <p:cxnSp>
        <p:nvCxnSpPr>
          <p:cNvPr id="115" name="Straight Connector 114">
            <a:extLst>
              <a:ext uri="{FF2B5EF4-FFF2-40B4-BE49-F238E27FC236}">
                <a16:creationId xmlns:a16="http://schemas.microsoft.com/office/drawing/2014/main" id="{739D1639-D26A-8D15-D827-7E66BFD999CB}"/>
              </a:ext>
            </a:extLst>
          </p:cNvPr>
          <p:cNvCxnSpPr/>
          <p:nvPr/>
        </p:nvCxnSpPr>
        <p:spPr>
          <a:xfrm>
            <a:off x="5751656" y="3892071"/>
            <a:ext cx="456113" cy="0"/>
          </a:xfrm>
          <a:prstGeom prst="line">
            <a:avLst/>
          </a:prstGeom>
          <a:noFill/>
          <a:ln w="9525" cap="flat" cmpd="sng" algn="ctr">
            <a:solidFill>
              <a:srgbClr val="71758A"/>
            </a:solidFill>
            <a:prstDash val="solid"/>
            <a:headEnd type="oval" w="med" len="med"/>
            <a:tailEnd type="oval" w="med" len="med"/>
          </a:ln>
          <a:effectLst/>
        </p:spPr>
      </p:cxnSp>
      <p:sp>
        <p:nvSpPr>
          <p:cNvPr id="116" name="TextBox 115">
            <a:extLst>
              <a:ext uri="{FF2B5EF4-FFF2-40B4-BE49-F238E27FC236}">
                <a16:creationId xmlns:a16="http://schemas.microsoft.com/office/drawing/2014/main" id="{47703538-8CBE-D5FB-BE1A-6E242E70AD49}"/>
              </a:ext>
            </a:extLst>
          </p:cNvPr>
          <p:cNvSpPr txBox="1"/>
          <p:nvPr/>
        </p:nvSpPr>
        <p:spPr>
          <a:xfrm>
            <a:off x="2283569" y="3638046"/>
            <a:ext cx="3272328"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ptos"/>
                <a:ea typeface="+mn-ea"/>
                <a:cs typeface="+mn-cs"/>
              </a:rPr>
              <a:t>Analyze NFRs and create a design review checklist.</a:t>
            </a:r>
          </a:p>
        </p:txBody>
      </p:sp>
      <p:grpSp>
        <p:nvGrpSpPr>
          <p:cNvPr id="117" name="Group 116">
            <a:extLst>
              <a:ext uri="{FF2B5EF4-FFF2-40B4-BE49-F238E27FC236}">
                <a16:creationId xmlns:a16="http://schemas.microsoft.com/office/drawing/2014/main" id="{9C299027-C7F4-C003-1883-86987D2085EB}"/>
              </a:ext>
            </a:extLst>
          </p:cNvPr>
          <p:cNvGrpSpPr/>
          <p:nvPr/>
        </p:nvGrpSpPr>
        <p:grpSpPr>
          <a:xfrm>
            <a:off x="2186580" y="4180391"/>
            <a:ext cx="3369319" cy="447048"/>
            <a:chOff x="2186580" y="1647952"/>
            <a:chExt cx="3369319" cy="836407"/>
          </a:xfrm>
        </p:grpSpPr>
        <p:sp>
          <p:nvSpPr>
            <p:cNvPr id="118" name="Rectangle 117">
              <a:extLst>
                <a:ext uri="{FF2B5EF4-FFF2-40B4-BE49-F238E27FC236}">
                  <a16:creationId xmlns:a16="http://schemas.microsoft.com/office/drawing/2014/main" id="{0FB5AA01-3B0A-522F-0DD5-D5048619AF51}"/>
                </a:ext>
              </a:extLst>
            </p:cNvPr>
            <p:cNvSpPr/>
            <p:nvPr/>
          </p:nvSpPr>
          <p:spPr>
            <a:xfrm>
              <a:off x="2186580" y="1647952"/>
              <a:ext cx="3369319" cy="836407"/>
            </a:xfrm>
            <a:prstGeom prst="rect">
              <a:avLst/>
            </a:prstGeom>
            <a:solidFill>
              <a:sysClr val="window" lastClr="FFFFFF"/>
            </a:solidFill>
            <a:ln w="25400" cap="flat" cmpd="sng" algn="ctr">
              <a:solidFill>
                <a:srgbClr val="6363C8">
                  <a:alpha val="40000"/>
                </a:srgbClr>
              </a:solidFill>
              <a:prstDash val="solid"/>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IN" sz="1400" b="0" i="0" u="none" strike="noStrike" kern="0" cap="none" spc="0" normalizeH="0" baseline="0" noProof="0">
                <a:ln>
                  <a:noFill/>
                </a:ln>
                <a:solidFill>
                  <a:srgbClr val="000000"/>
                </a:solidFill>
                <a:effectLst/>
                <a:uLnTx/>
                <a:uFillTx/>
                <a:latin typeface="HelveticaNeueLT Std" panose="020B0604020202020204" pitchFamily="34" charset="0"/>
                <a:ea typeface="+mn-ea"/>
                <a:cs typeface="Arial" panose="020B0604020202020204" pitchFamily="34" charset="0"/>
              </a:endParaRPr>
            </a:p>
          </p:txBody>
        </p:sp>
        <p:cxnSp>
          <p:nvCxnSpPr>
            <p:cNvPr id="119" name="Straight Connector 118">
              <a:extLst>
                <a:ext uri="{FF2B5EF4-FFF2-40B4-BE49-F238E27FC236}">
                  <a16:creationId xmlns:a16="http://schemas.microsoft.com/office/drawing/2014/main" id="{148BC994-345F-AE38-F16C-42D32211C45C}"/>
                </a:ext>
              </a:extLst>
            </p:cNvPr>
            <p:cNvCxnSpPr>
              <a:cxnSpLocks/>
            </p:cNvCxnSpPr>
            <p:nvPr/>
          </p:nvCxnSpPr>
          <p:spPr>
            <a:xfrm>
              <a:off x="5555898" y="1647952"/>
              <a:ext cx="0" cy="836407"/>
            </a:xfrm>
            <a:prstGeom prst="line">
              <a:avLst/>
            </a:prstGeom>
            <a:noFill/>
            <a:ln w="38100" cap="flat" cmpd="sng" algn="ctr">
              <a:solidFill>
                <a:srgbClr val="6363C8"/>
              </a:solidFill>
              <a:prstDash val="solid"/>
            </a:ln>
            <a:effectLst/>
          </p:spPr>
        </p:cxnSp>
      </p:grpSp>
      <p:grpSp>
        <p:nvGrpSpPr>
          <p:cNvPr id="120" name="Group 119">
            <a:extLst>
              <a:ext uri="{FF2B5EF4-FFF2-40B4-BE49-F238E27FC236}">
                <a16:creationId xmlns:a16="http://schemas.microsoft.com/office/drawing/2014/main" id="{66971B03-A823-64FF-AC52-C9EAEFDCE5F2}"/>
              </a:ext>
            </a:extLst>
          </p:cNvPr>
          <p:cNvGrpSpPr/>
          <p:nvPr/>
        </p:nvGrpSpPr>
        <p:grpSpPr>
          <a:xfrm>
            <a:off x="6520548" y="4180390"/>
            <a:ext cx="4886018" cy="447043"/>
            <a:chOff x="6520548" y="1647952"/>
            <a:chExt cx="4886018" cy="856624"/>
          </a:xfrm>
        </p:grpSpPr>
        <p:sp>
          <p:nvSpPr>
            <p:cNvPr id="121" name="Rectangle 120">
              <a:extLst>
                <a:ext uri="{FF2B5EF4-FFF2-40B4-BE49-F238E27FC236}">
                  <a16:creationId xmlns:a16="http://schemas.microsoft.com/office/drawing/2014/main" id="{9851DC52-74E7-C3E4-6E90-E142549FE281}"/>
                </a:ext>
              </a:extLst>
            </p:cNvPr>
            <p:cNvSpPr/>
            <p:nvPr/>
          </p:nvSpPr>
          <p:spPr>
            <a:xfrm>
              <a:off x="6520549" y="1647952"/>
              <a:ext cx="4886017" cy="836407"/>
            </a:xfrm>
            <a:prstGeom prst="rect">
              <a:avLst/>
            </a:prstGeom>
            <a:solidFill>
              <a:sysClr val="window" lastClr="FFFFFF"/>
            </a:solidFill>
            <a:ln w="25400" cap="flat" cmpd="sng" algn="ctr">
              <a:solidFill>
                <a:srgbClr val="007F62">
                  <a:alpha val="40000"/>
                </a:srgbClr>
              </a:solidFill>
              <a:prstDash val="solid"/>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400" b="0" i="0" u="none" strike="noStrike" kern="0" cap="none" spc="0" normalizeH="0" baseline="0" noProof="0">
                <a:ln>
                  <a:noFill/>
                </a:ln>
                <a:solidFill>
                  <a:srgbClr val="000000">
                    <a:lumMod val="50000"/>
                    <a:lumOff val="50000"/>
                  </a:srgbClr>
                </a:solidFill>
                <a:effectLst/>
                <a:uLnTx/>
                <a:uFillTx/>
                <a:latin typeface="HelveticaNeueLT Std" panose="020B0604020202020204" pitchFamily="34" charset="0"/>
                <a:ea typeface="+mn-ea"/>
                <a:cs typeface="Arial" panose="020B0604020202020204" pitchFamily="34" charset="0"/>
              </a:endParaRPr>
            </a:p>
          </p:txBody>
        </p:sp>
        <p:cxnSp>
          <p:nvCxnSpPr>
            <p:cNvPr id="122" name="Straight Connector 121">
              <a:extLst>
                <a:ext uri="{FF2B5EF4-FFF2-40B4-BE49-F238E27FC236}">
                  <a16:creationId xmlns:a16="http://schemas.microsoft.com/office/drawing/2014/main" id="{F515A1E1-2057-5803-FEF4-72EDE769939F}"/>
                </a:ext>
              </a:extLst>
            </p:cNvPr>
            <p:cNvCxnSpPr/>
            <p:nvPr/>
          </p:nvCxnSpPr>
          <p:spPr>
            <a:xfrm>
              <a:off x="6520548" y="1668169"/>
              <a:ext cx="0" cy="836407"/>
            </a:xfrm>
            <a:prstGeom prst="line">
              <a:avLst/>
            </a:prstGeom>
            <a:noFill/>
            <a:ln w="38100" cap="flat" cmpd="sng" algn="ctr">
              <a:solidFill>
                <a:srgbClr val="007F62"/>
              </a:solidFill>
              <a:prstDash val="solid"/>
            </a:ln>
            <a:effectLst/>
          </p:spPr>
        </p:cxnSp>
      </p:grpSp>
      <p:cxnSp>
        <p:nvCxnSpPr>
          <p:cNvPr id="123" name="Straight Connector 122">
            <a:extLst>
              <a:ext uri="{FF2B5EF4-FFF2-40B4-BE49-F238E27FC236}">
                <a16:creationId xmlns:a16="http://schemas.microsoft.com/office/drawing/2014/main" id="{CF8675D9-461B-F64D-BF80-9FA682FE784B}"/>
              </a:ext>
            </a:extLst>
          </p:cNvPr>
          <p:cNvCxnSpPr/>
          <p:nvPr/>
        </p:nvCxnSpPr>
        <p:spPr>
          <a:xfrm>
            <a:off x="5751656" y="4403915"/>
            <a:ext cx="456113" cy="0"/>
          </a:xfrm>
          <a:prstGeom prst="line">
            <a:avLst/>
          </a:prstGeom>
          <a:noFill/>
          <a:ln w="9525" cap="flat" cmpd="sng" algn="ctr">
            <a:solidFill>
              <a:srgbClr val="71758A"/>
            </a:solidFill>
            <a:prstDash val="solid"/>
            <a:headEnd type="oval" w="med" len="med"/>
            <a:tailEnd type="oval" w="med" len="med"/>
          </a:ln>
          <a:effectLst/>
        </p:spPr>
      </p:cxnSp>
      <p:grpSp>
        <p:nvGrpSpPr>
          <p:cNvPr id="125" name="Group 124">
            <a:extLst>
              <a:ext uri="{FF2B5EF4-FFF2-40B4-BE49-F238E27FC236}">
                <a16:creationId xmlns:a16="http://schemas.microsoft.com/office/drawing/2014/main" id="{4DBC59F0-9879-DA50-90BA-080E5EAAC276}"/>
              </a:ext>
            </a:extLst>
          </p:cNvPr>
          <p:cNvGrpSpPr/>
          <p:nvPr/>
        </p:nvGrpSpPr>
        <p:grpSpPr>
          <a:xfrm>
            <a:off x="2176119" y="4657933"/>
            <a:ext cx="3369319" cy="447048"/>
            <a:chOff x="2186580" y="1647952"/>
            <a:chExt cx="3369319" cy="836407"/>
          </a:xfrm>
        </p:grpSpPr>
        <p:sp>
          <p:nvSpPr>
            <p:cNvPr id="126" name="Rectangle 125">
              <a:extLst>
                <a:ext uri="{FF2B5EF4-FFF2-40B4-BE49-F238E27FC236}">
                  <a16:creationId xmlns:a16="http://schemas.microsoft.com/office/drawing/2014/main" id="{CDB619F5-8777-DC80-4AB6-31CF3D7133B3}"/>
                </a:ext>
              </a:extLst>
            </p:cNvPr>
            <p:cNvSpPr/>
            <p:nvPr/>
          </p:nvSpPr>
          <p:spPr>
            <a:xfrm>
              <a:off x="2186580" y="1647952"/>
              <a:ext cx="3369319" cy="836407"/>
            </a:xfrm>
            <a:prstGeom prst="rect">
              <a:avLst/>
            </a:prstGeom>
            <a:solidFill>
              <a:sysClr val="window" lastClr="FFFFFF"/>
            </a:solidFill>
            <a:ln w="25400" cap="flat" cmpd="sng" algn="ctr">
              <a:solidFill>
                <a:srgbClr val="6363C8">
                  <a:alpha val="40000"/>
                </a:srgbClr>
              </a:solidFill>
              <a:prstDash val="solid"/>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IN" sz="1400" b="0" i="0" u="none" strike="noStrike" kern="0" cap="none" spc="0" normalizeH="0" baseline="0" noProof="0">
                <a:ln>
                  <a:noFill/>
                </a:ln>
                <a:solidFill>
                  <a:srgbClr val="000000"/>
                </a:solidFill>
                <a:effectLst/>
                <a:uLnTx/>
                <a:uFillTx/>
                <a:latin typeface="HelveticaNeueLT Std" panose="020B0604020202020204" pitchFamily="34" charset="0"/>
                <a:ea typeface="+mn-ea"/>
                <a:cs typeface="Arial" panose="020B0604020202020204" pitchFamily="34" charset="0"/>
              </a:endParaRPr>
            </a:p>
          </p:txBody>
        </p:sp>
        <p:cxnSp>
          <p:nvCxnSpPr>
            <p:cNvPr id="127" name="Straight Connector 126">
              <a:extLst>
                <a:ext uri="{FF2B5EF4-FFF2-40B4-BE49-F238E27FC236}">
                  <a16:creationId xmlns:a16="http://schemas.microsoft.com/office/drawing/2014/main" id="{EF4B8D34-E64D-0AE7-45F3-140BCF483429}"/>
                </a:ext>
              </a:extLst>
            </p:cNvPr>
            <p:cNvCxnSpPr>
              <a:cxnSpLocks/>
            </p:cNvCxnSpPr>
            <p:nvPr/>
          </p:nvCxnSpPr>
          <p:spPr>
            <a:xfrm>
              <a:off x="5555898" y="1647952"/>
              <a:ext cx="0" cy="836407"/>
            </a:xfrm>
            <a:prstGeom prst="line">
              <a:avLst/>
            </a:prstGeom>
            <a:noFill/>
            <a:ln w="38100" cap="flat" cmpd="sng" algn="ctr">
              <a:solidFill>
                <a:srgbClr val="6363C8"/>
              </a:solidFill>
              <a:prstDash val="solid"/>
            </a:ln>
            <a:effectLst/>
          </p:spPr>
        </p:cxnSp>
      </p:grpSp>
      <p:grpSp>
        <p:nvGrpSpPr>
          <p:cNvPr id="128" name="Group 127">
            <a:extLst>
              <a:ext uri="{FF2B5EF4-FFF2-40B4-BE49-F238E27FC236}">
                <a16:creationId xmlns:a16="http://schemas.microsoft.com/office/drawing/2014/main" id="{4E0292A2-B95D-41A5-25D7-14282BFA8FF6}"/>
              </a:ext>
            </a:extLst>
          </p:cNvPr>
          <p:cNvGrpSpPr/>
          <p:nvPr/>
        </p:nvGrpSpPr>
        <p:grpSpPr>
          <a:xfrm>
            <a:off x="6510087" y="4657932"/>
            <a:ext cx="4886018" cy="447043"/>
            <a:chOff x="6520548" y="1647952"/>
            <a:chExt cx="4886018" cy="856624"/>
          </a:xfrm>
        </p:grpSpPr>
        <p:sp>
          <p:nvSpPr>
            <p:cNvPr id="129" name="Rectangle 128">
              <a:extLst>
                <a:ext uri="{FF2B5EF4-FFF2-40B4-BE49-F238E27FC236}">
                  <a16:creationId xmlns:a16="http://schemas.microsoft.com/office/drawing/2014/main" id="{A1A7718C-B8C8-57E0-5A63-8570A965BEF9}"/>
                </a:ext>
              </a:extLst>
            </p:cNvPr>
            <p:cNvSpPr/>
            <p:nvPr/>
          </p:nvSpPr>
          <p:spPr>
            <a:xfrm>
              <a:off x="6520549" y="1647952"/>
              <a:ext cx="4886017" cy="836407"/>
            </a:xfrm>
            <a:prstGeom prst="rect">
              <a:avLst/>
            </a:prstGeom>
            <a:solidFill>
              <a:sysClr val="window" lastClr="FFFFFF"/>
            </a:solidFill>
            <a:ln w="25400" cap="flat" cmpd="sng" algn="ctr">
              <a:solidFill>
                <a:srgbClr val="007F62">
                  <a:alpha val="40000"/>
                </a:srgbClr>
              </a:solidFill>
              <a:prstDash val="solid"/>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400" b="0" i="0" u="none" strike="noStrike" kern="0" cap="none" spc="0" normalizeH="0" baseline="0" noProof="0">
                <a:ln>
                  <a:noFill/>
                </a:ln>
                <a:solidFill>
                  <a:srgbClr val="000000">
                    <a:lumMod val="50000"/>
                    <a:lumOff val="50000"/>
                  </a:srgbClr>
                </a:solidFill>
                <a:effectLst/>
                <a:uLnTx/>
                <a:uFillTx/>
                <a:latin typeface="HelveticaNeueLT Std" panose="020B0604020202020204" pitchFamily="34" charset="0"/>
                <a:ea typeface="+mn-ea"/>
                <a:cs typeface="Arial" panose="020B0604020202020204" pitchFamily="34" charset="0"/>
              </a:endParaRPr>
            </a:p>
          </p:txBody>
        </p:sp>
        <p:cxnSp>
          <p:nvCxnSpPr>
            <p:cNvPr id="130" name="Straight Connector 129">
              <a:extLst>
                <a:ext uri="{FF2B5EF4-FFF2-40B4-BE49-F238E27FC236}">
                  <a16:creationId xmlns:a16="http://schemas.microsoft.com/office/drawing/2014/main" id="{89D2F62D-8931-5E18-DDD1-60FC465B01E5}"/>
                </a:ext>
              </a:extLst>
            </p:cNvPr>
            <p:cNvCxnSpPr/>
            <p:nvPr/>
          </p:nvCxnSpPr>
          <p:spPr>
            <a:xfrm>
              <a:off x="6520548" y="1668169"/>
              <a:ext cx="0" cy="836407"/>
            </a:xfrm>
            <a:prstGeom prst="line">
              <a:avLst/>
            </a:prstGeom>
            <a:noFill/>
            <a:ln w="38100" cap="flat" cmpd="sng" algn="ctr">
              <a:solidFill>
                <a:srgbClr val="007F62"/>
              </a:solidFill>
              <a:prstDash val="solid"/>
            </a:ln>
            <a:effectLst/>
          </p:spPr>
        </p:cxnSp>
      </p:grpSp>
      <p:cxnSp>
        <p:nvCxnSpPr>
          <p:cNvPr id="131" name="Straight Connector 130">
            <a:extLst>
              <a:ext uri="{FF2B5EF4-FFF2-40B4-BE49-F238E27FC236}">
                <a16:creationId xmlns:a16="http://schemas.microsoft.com/office/drawing/2014/main" id="{F6858CA1-09B4-6249-1ED2-FB2FB670EAB3}"/>
              </a:ext>
            </a:extLst>
          </p:cNvPr>
          <p:cNvCxnSpPr/>
          <p:nvPr/>
        </p:nvCxnSpPr>
        <p:spPr>
          <a:xfrm>
            <a:off x="5741195" y="4881457"/>
            <a:ext cx="456113" cy="0"/>
          </a:xfrm>
          <a:prstGeom prst="line">
            <a:avLst/>
          </a:prstGeom>
          <a:noFill/>
          <a:ln w="9525" cap="flat" cmpd="sng" algn="ctr">
            <a:solidFill>
              <a:srgbClr val="71758A"/>
            </a:solidFill>
            <a:prstDash val="solid"/>
            <a:headEnd type="oval" w="med" len="med"/>
            <a:tailEnd type="oval" w="med" len="med"/>
          </a:ln>
          <a:effectLst/>
        </p:spPr>
      </p:cxnSp>
      <p:sp>
        <p:nvSpPr>
          <p:cNvPr id="132" name="TextBox 131">
            <a:extLst>
              <a:ext uri="{FF2B5EF4-FFF2-40B4-BE49-F238E27FC236}">
                <a16:creationId xmlns:a16="http://schemas.microsoft.com/office/drawing/2014/main" id="{3BE2A965-311C-A481-59EF-B9FA6631268F}"/>
              </a:ext>
            </a:extLst>
          </p:cNvPr>
          <p:cNvSpPr txBox="1"/>
          <p:nvPr/>
        </p:nvSpPr>
        <p:spPr>
          <a:xfrm>
            <a:off x="2245289" y="4171093"/>
            <a:ext cx="3272328"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ptos"/>
                <a:ea typeface="+mn-ea"/>
                <a:cs typeface="+mn-cs"/>
              </a:rPr>
              <a:t>Create Targeted Benefits  from Project Implementation</a:t>
            </a:r>
          </a:p>
        </p:txBody>
      </p:sp>
      <p:grpSp>
        <p:nvGrpSpPr>
          <p:cNvPr id="133" name="Group 132">
            <a:extLst>
              <a:ext uri="{FF2B5EF4-FFF2-40B4-BE49-F238E27FC236}">
                <a16:creationId xmlns:a16="http://schemas.microsoft.com/office/drawing/2014/main" id="{66DDE503-C958-3814-09F4-5538CB906356}"/>
              </a:ext>
            </a:extLst>
          </p:cNvPr>
          <p:cNvGrpSpPr/>
          <p:nvPr/>
        </p:nvGrpSpPr>
        <p:grpSpPr>
          <a:xfrm>
            <a:off x="2176117" y="5181953"/>
            <a:ext cx="3369319" cy="447048"/>
            <a:chOff x="2186580" y="1647952"/>
            <a:chExt cx="3369319" cy="836407"/>
          </a:xfrm>
        </p:grpSpPr>
        <p:sp>
          <p:nvSpPr>
            <p:cNvPr id="134" name="Rectangle 133">
              <a:extLst>
                <a:ext uri="{FF2B5EF4-FFF2-40B4-BE49-F238E27FC236}">
                  <a16:creationId xmlns:a16="http://schemas.microsoft.com/office/drawing/2014/main" id="{22555E4B-2D07-41D2-2F3E-C62E792199E4}"/>
                </a:ext>
              </a:extLst>
            </p:cNvPr>
            <p:cNvSpPr/>
            <p:nvPr/>
          </p:nvSpPr>
          <p:spPr>
            <a:xfrm>
              <a:off x="2186580" y="1647952"/>
              <a:ext cx="3369319" cy="836407"/>
            </a:xfrm>
            <a:prstGeom prst="rect">
              <a:avLst/>
            </a:prstGeom>
            <a:solidFill>
              <a:sysClr val="window" lastClr="FFFFFF"/>
            </a:solidFill>
            <a:ln w="25400" cap="flat" cmpd="sng" algn="ctr">
              <a:solidFill>
                <a:srgbClr val="6363C8">
                  <a:alpha val="40000"/>
                </a:srgbClr>
              </a:solidFill>
              <a:prstDash val="solid"/>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IN" sz="1400" b="0" i="0" u="none" strike="noStrike" kern="0" cap="none" spc="0" normalizeH="0" baseline="0" noProof="0">
                <a:ln>
                  <a:noFill/>
                </a:ln>
                <a:solidFill>
                  <a:srgbClr val="000000"/>
                </a:solidFill>
                <a:effectLst/>
                <a:uLnTx/>
                <a:uFillTx/>
                <a:latin typeface="HelveticaNeueLT Std" panose="020B0604020202020204" pitchFamily="34" charset="0"/>
                <a:ea typeface="+mn-ea"/>
                <a:cs typeface="Arial" panose="020B0604020202020204" pitchFamily="34" charset="0"/>
              </a:endParaRPr>
            </a:p>
          </p:txBody>
        </p:sp>
        <p:cxnSp>
          <p:nvCxnSpPr>
            <p:cNvPr id="135" name="Straight Connector 134">
              <a:extLst>
                <a:ext uri="{FF2B5EF4-FFF2-40B4-BE49-F238E27FC236}">
                  <a16:creationId xmlns:a16="http://schemas.microsoft.com/office/drawing/2014/main" id="{56DDAE40-AE17-642B-3530-B9302348BFD8}"/>
                </a:ext>
              </a:extLst>
            </p:cNvPr>
            <p:cNvCxnSpPr>
              <a:cxnSpLocks/>
            </p:cNvCxnSpPr>
            <p:nvPr/>
          </p:nvCxnSpPr>
          <p:spPr>
            <a:xfrm>
              <a:off x="5555898" y="1647952"/>
              <a:ext cx="0" cy="836407"/>
            </a:xfrm>
            <a:prstGeom prst="line">
              <a:avLst/>
            </a:prstGeom>
            <a:noFill/>
            <a:ln w="38100" cap="flat" cmpd="sng" algn="ctr">
              <a:solidFill>
                <a:srgbClr val="6363C8"/>
              </a:solidFill>
              <a:prstDash val="solid"/>
            </a:ln>
            <a:effectLst/>
          </p:spPr>
        </p:cxnSp>
      </p:grpSp>
      <p:grpSp>
        <p:nvGrpSpPr>
          <p:cNvPr id="136" name="Group 135">
            <a:extLst>
              <a:ext uri="{FF2B5EF4-FFF2-40B4-BE49-F238E27FC236}">
                <a16:creationId xmlns:a16="http://schemas.microsoft.com/office/drawing/2014/main" id="{CCE7DF33-6046-5AB2-7BB7-989FF6F75235}"/>
              </a:ext>
            </a:extLst>
          </p:cNvPr>
          <p:cNvGrpSpPr/>
          <p:nvPr/>
        </p:nvGrpSpPr>
        <p:grpSpPr>
          <a:xfrm>
            <a:off x="6520547" y="5197265"/>
            <a:ext cx="4886018" cy="447043"/>
            <a:chOff x="6520548" y="1647952"/>
            <a:chExt cx="4886018" cy="856624"/>
          </a:xfrm>
        </p:grpSpPr>
        <p:sp>
          <p:nvSpPr>
            <p:cNvPr id="137" name="Rectangle 136">
              <a:extLst>
                <a:ext uri="{FF2B5EF4-FFF2-40B4-BE49-F238E27FC236}">
                  <a16:creationId xmlns:a16="http://schemas.microsoft.com/office/drawing/2014/main" id="{2D87E550-066E-7C17-EF68-7792A449D297}"/>
                </a:ext>
              </a:extLst>
            </p:cNvPr>
            <p:cNvSpPr/>
            <p:nvPr/>
          </p:nvSpPr>
          <p:spPr>
            <a:xfrm>
              <a:off x="6520549" y="1647952"/>
              <a:ext cx="4886017" cy="836407"/>
            </a:xfrm>
            <a:prstGeom prst="rect">
              <a:avLst/>
            </a:prstGeom>
            <a:solidFill>
              <a:sysClr val="window" lastClr="FFFFFF"/>
            </a:solidFill>
            <a:ln w="25400" cap="flat" cmpd="sng" algn="ctr">
              <a:solidFill>
                <a:srgbClr val="007F62">
                  <a:alpha val="40000"/>
                </a:srgbClr>
              </a:solidFill>
              <a:prstDash val="solid"/>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400" b="0" i="0" u="none" strike="noStrike" kern="0" cap="none" spc="0" normalizeH="0" baseline="0" noProof="0">
                <a:ln>
                  <a:noFill/>
                </a:ln>
                <a:solidFill>
                  <a:srgbClr val="000000">
                    <a:lumMod val="50000"/>
                    <a:lumOff val="50000"/>
                  </a:srgbClr>
                </a:solidFill>
                <a:effectLst/>
                <a:uLnTx/>
                <a:uFillTx/>
                <a:latin typeface="HelveticaNeueLT Std" panose="020B0604020202020204" pitchFamily="34" charset="0"/>
                <a:ea typeface="+mn-ea"/>
                <a:cs typeface="Arial" panose="020B0604020202020204" pitchFamily="34" charset="0"/>
              </a:endParaRPr>
            </a:p>
          </p:txBody>
        </p:sp>
        <p:cxnSp>
          <p:nvCxnSpPr>
            <p:cNvPr id="138" name="Straight Connector 137">
              <a:extLst>
                <a:ext uri="{FF2B5EF4-FFF2-40B4-BE49-F238E27FC236}">
                  <a16:creationId xmlns:a16="http://schemas.microsoft.com/office/drawing/2014/main" id="{6C04FFFC-700C-7AE0-C6BA-6470B5596386}"/>
                </a:ext>
              </a:extLst>
            </p:cNvPr>
            <p:cNvCxnSpPr/>
            <p:nvPr/>
          </p:nvCxnSpPr>
          <p:spPr>
            <a:xfrm>
              <a:off x="6520548" y="1668169"/>
              <a:ext cx="0" cy="836407"/>
            </a:xfrm>
            <a:prstGeom prst="line">
              <a:avLst/>
            </a:prstGeom>
            <a:noFill/>
            <a:ln w="38100" cap="flat" cmpd="sng" algn="ctr">
              <a:solidFill>
                <a:srgbClr val="007F62"/>
              </a:solidFill>
              <a:prstDash val="solid"/>
            </a:ln>
            <a:effectLst/>
          </p:spPr>
        </p:cxnSp>
      </p:grpSp>
      <p:cxnSp>
        <p:nvCxnSpPr>
          <p:cNvPr id="139" name="Straight Connector 138">
            <a:extLst>
              <a:ext uri="{FF2B5EF4-FFF2-40B4-BE49-F238E27FC236}">
                <a16:creationId xmlns:a16="http://schemas.microsoft.com/office/drawing/2014/main" id="{96E09C4C-712F-2AC6-A53C-95A996CC0ECD}"/>
              </a:ext>
            </a:extLst>
          </p:cNvPr>
          <p:cNvCxnSpPr/>
          <p:nvPr/>
        </p:nvCxnSpPr>
        <p:spPr>
          <a:xfrm>
            <a:off x="5777590" y="5405477"/>
            <a:ext cx="456113" cy="0"/>
          </a:xfrm>
          <a:prstGeom prst="line">
            <a:avLst/>
          </a:prstGeom>
          <a:noFill/>
          <a:ln w="9525" cap="flat" cmpd="sng" algn="ctr">
            <a:solidFill>
              <a:srgbClr val="71758A"/>
            </a:solidFill>
            <a:prstDash val="solid"/>
            <a:headEnd type="oval" w="med" len="med"/>
            <a:tailEnd type="oval" w="med" len="med"/>
          </a:ln>
          <a:effectLst/>
        </p:spPr>
      </p:cxnSp>
      <p:sp>
        <p:nvSpPr>
          <p:cNvPr id="140" name="TextBox 139">
            <a:extLst>
              <a:ext uri="{FF2B5EF4-FFF2-40B4-BE49-F238E27FC236}">
                <a16:creationId xmlns:a16="http://schemas.microsoft.com/office/drawing/2014/main" id="{E5FE6BF4-38F7-BC6B-1920-A0FDCC552FFB}"/>
              </a:ext>
            </a:extLst>
          </p:cNvPr>
          <p:cNvSpPr txBox="1"/>
          <p:nvPr/>
        </p:nvSpPr>
        <p:spPr>
          <a:xfrm>
            <a:off x="2212514" y="5171014"/>
            <a:ext cx="3272328"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ptos"/>
                <a:ea typeface="+mn-ea"/>
                <a:cs typeface="+mn-cs"/>
              </a:rPr>
              <a:t>Capture and review requirement changes, analyze impacts, maintain traceability.</a:t>
            </a:r>
          </a:p>
        </p:txBody>
      </p:sp>
      <p:cxnSp>
        <p:nvCxnSpPr>
          <p:cNvPr id="147" name="Straight Connector 146">
            <a:extLst>
              <a:ext uri="{FF2B5EF4-FFF2-40B4-BE49-F238E27FC236}">
                <a16:creationId xmlns:a16="http://schemas.microsoft.com/office/drawing/2014/main" id="{65D0908C-4EBE-74EF-D18B-F162805FD4A3}"/>
              </a:ext>
            </a:extLst>
          </p:cNvPr>
          <p:cNvCxnSpPr/>
          <p:nvPr/>
        </p:nvCxnSpPr>
        <p:spPr>
          <a:xfrm>
            <a:off x="5809964" y="5898823"/>
            <a:ext cx="456113" cy="0"/>
          </a:xfrm>
          <a:prstGeom prst="line">
            <a:avLst/>
          </a:prstGeom>
          <a:noFill/>
          <a:ln w="9525" cap="flat" cmpd="sng" algn="ctr">
            <a:solidFill>
              <a:srgbClr val="71758A"/>
            </a:solidFill>
            <a:prstDash val="solid"/>
            <a:headEnd type="oval" w="med" len="med"/>
            <a:tailEnd type="oval" w="med" len="med"/>
          </a:ln>
          <a:effectLst/>
        </p:spPr>
      </p:cxnSp>
      <p:grpSp>
        <p:nvGrpSpPr>
          <p:cNvPr id="149" name="Group 148">
            <a:extLst>
              <a:ext uri="{FF2B5EF4-FFF2-40B4-BE49-F238E27FC236}">
                <a16:creationId xmlns:a16="http://schemas.microsoft.com/office/drawing/2014/main" id="{1F2CA6B4-05B8-0D42-7AF0-0F9574DBE6A1}"/>
              </a:ext>
            </a:extLst>
          </p:cNvPr>
          <p:cNvGrpSpPr/>
          <p:nvPr/>
        </p:nvGrpSpPr>
        <p:grpSpPr>
          <a:xfrm>
            <a:off x="2176119" y="5703337"/>
            <a:ext cx="3369319" cy="447048"/>
            <a:chOff x="2186580" y="1647952"/>
            <a:chExt cx="3369319" cy="836407"/>
          </a:xfrm>
        </p:grpSpPr>
        <p:sp>
          <p:nvSpPr>
            <p:cNvPr id="150" name="Rectangle 149">
              <a:extLst>
                <a:ext uri="{FF2B5EF4-FFF2-40B4-BE49-F238E27FC236}">
                  <a16:creationId xmlns:a16="http://schemas.microsoft.com/office/drawing/2014/main" id="{92487C1A-3165-CD1F-B9F8-29283308EC5F}"/>
                </a:ext>
              </a:extLst>
            </p:cNvPr>
            <p:cNvSpPr/>
            <p:nvPr/>
          </p:nvSpPr>
          <p:spPr>
            <a:xfrm>
              <a:off x="2186580" y="1647952"/>
              <a:ext cx="3369319" cy="836407"/>
            </a:xfrm>
            <a:prstGeom prst="rect">
              <a:avLst/>
            </a:prstGeom>
            <a:solidFill>
              <a:sysClr val="window" lastClr="FFFFFF"/>
            </a:solidFill>
            <a:ln w="25400" cap="flat" cmpd="sng" algn="ctr">
              <a:solidFill>
                <a:srgbClr val="6363C8">
                  <a:alpha val="40000"/>
                </a:srgbClr>
              </a:solidFill>
              <a:prstDash val="solid"/>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IN" sz="1400" b="0" i="0" u="none" strike="noStrike" kern="0" cap="none" spc="0" normalizeH="0" baseline="0" noProof="0">
                <a:ln>
                  <a:noFill/>
                </a:ln>
                <a:solidFill>
                  <a:srgbClr val="000000"/>
                </a:solidFill>
                <a:effectLst/>
                <a:uLnTx/>
                <a:uFillTx/>
                <a:latin typeface="HelveticaNeueLT Std" panose="020B0604020202020204" pitchFamily="34" charset="0"/>
                <a:ea typeface="+mn-ea"/>
                <a:cs typeface="Arial" panose="020B0604020202020204" pitchFamily="34" charset="0"/>
              </a:endParaRPr>
            </a:p>
          </p:txBody>
        </p:sp>
        <p:cxnSp>
          <p:nvCxnSpPr>
            <p:cNvPr id="151" name="Straight Connector 150">
              <a:extLst>
                <a:ext uri="{FF2B5EF4-FFF2-40B4-BE49-F238E27FC236}">
                  <a16:creationId xmlns:a16="http://schemas.microsoft.com/office/drawing/2014/main" id="{25DF323F-7D3F-37BA-C86D-D13D498A727C}"/>
                </a:ext>
              </a:extLst>
            </p:cNvPr>
            <p:cNvCxnSpPr>
              <a:cxnSpLocks/>
            </p:cNvCxnSpPr>
            <p:nvPr/>
          </p:nvCxnSpPr>
          <p:spPr>
            <a:xfrm>
              <a:off x="5555898" y="1647952"/>
              <a:ext cx="0" cy="836407"/>
            </a:xfrm>
            <a:prstGeom prst="line">
              <a:avLst/>
            </a:prstGeom>
            <a:noFill/>
            <a:ln w="38100" cap="flat" cmpd="sng" algn="ctr">
              <a:solidFill>
                <a:srgbClr val="6363C8"/>
              </a:solidFill>
              <a:prstDash val="solid"/>
            </a:ln>
            <a:effectLst/>
          </p:spPr>
        </p:cxnSp>
      </p:grpSp>
      <p:grpSp>
        <p:nvGrpSpPr>
          <p:cNvPr id="152" name="Group 151">
            <a:extLst>
              <a:ext uri="{FF2B5EF4-FFF2-40B4-BE49-F238E27FC236}">
                <a16:creationId xmlns:a16="http://schemas.microsoft.com/office/drawing/2014/main" id="{1C951359-9AE5-5E16-E384-A32620F2BB1F}"/>
              </a:ext>
            </a:extLst>
          </p:cNvPr>
          <p:cNvGrpSpPr/>
          <p:nvPr/>
        </p:nvGrpSpPr>
        <p:grpSpPr>
          <a:xfrm>
            <a:off x="6510087" y="5703336"/>
            <a:ext cx="4886018" cy="447043"/>
            <a:chOff x="6520548" y="1647952"/>
            <a:chExt cx="4886018" cy="856624"/>
          </a:xfrm>
        </p:grpSpPr>
        <p:sp>
          <p:nvSpPr>
            <p:cNvPr id="153" name="Rectangle 152">
              <a:extLst>
                <a:ext uri="{FF2B5EF4-FFF2-40B4-BE49-F238E27FC236}">
                  <a16:creationId xmlns:a16="http://schemas.microsoft.com/office/drawing/2014/main" id="{0233FF8E-759A-1022-4854-BCA302F065A5}"/>
                </a:ext>
              </a:extLst>
            </p:cNvPr>
            <p:cNvSpPr/>
            <p:nvPr/>
          </p:nvSpPr>
          <p:spPr>
            <a:xfrm>
              <a:off x="6520549" y="1647952"/>
              <a:ext cx="4886017" cy="836407"/>
            </a:xfrm>
            <a:prstGeom prst="rect">
              <a:avLst/>
            </a:prstGeom>
            <a:solidFill>
              <a:sysClr val="window" lastClr="FFFFFF"/>
            </a:solidFill>
            <a:ln w="25400" cap="flat" cmpd="sng" algn="ctr">
              <a:solidFill>
                <a:srgbClr val="007F62">
                  <a:alpha val="40000"/>
                </a:srgbClr>
              </a:solidFill>
              <a:prstDash val="solid"/>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400" b="0" i="0" u="none" strike="noStrike" kern="0" cap="none" spc="0" normalizeH="0" baseline="0" noProof="0">
                <a:ln>
                  <a:noFill/>
                </a:ln>
                <a:solidFill>
                  <a:srgbClr val="000000">
                    <a:lumMod val="50000"/>
                    <a:lumOff val="50000"/>
                  </a:srgbClr>
                </a:solidFill>
                <a:effectLst/>
                <a:uLnTx/>
                <a:uFillTx/>
                <a:latin typeface="HelveticaNeueLT Std" panose="020B0604020202020204" pitchFamily="34" charset="0"/>
                <a:ea typeface="+mn-ea"/>
                <a:cs typeface="Arial" panose="020B0604020202020204" pitchFamily="34" charset="0"/>
              </a:endParaRPr>
            </a:p>
          </p:txBody>
        </p:sp>
        <p:cxnSp>
          <p:nvCxnSpPr>
            <p:cNvPr id="154" name="Straight Connector 153">
              <a:extLst>
                <a:ext uri="{FF2B5EF4-FFF2-40B4-BE49-F238E27FC236}">
                  <a16:creationId xmlns:a16="http://schemas.microsoft.com/office/drawing/2014/main" id="{E9BCA2E5-85F6-332A-1305-F8992B8987D0}"/>
                </a:ext>
              </a:extLst>
            </p:cNvPr>
            <p:cNvCxnSpPr/>
            <p:nvPr/>
          </p:nvCxnSpPr>
          <p:spPr>
            <a:xfrm>
              <a:off x="6520548" y="1668169"/>
              <a:ext cx="0" cy="836407"/>
            </a:xfrm>
            <a:prstGeom prst="line">
              <a:avLst/>
            </a:prstGeom>
            <a:noFill/>
            <a:ln w="38100" cap="flat" cmpd="sng" algn="ctr">
              <a:solidFill>
                <a:srgbClr val="007F62"/>
              </a:solidFill>
              <a:prstDash val="solid"/>
            </a:ln>
            <a:effectLst/>
          </p:spPr>
        </p:cxnSp>
      </p:grpSp>
      <p:sp>
        <p:nvSpPr>
          <p:cNvPr id="156" name="TextBox 155">
            <a:extLst>
              <a:ext uri="{FF2B5EF4-FFF2-40B4-BE49-F238E27FC236}">
                <a16:creationId xmlns:a16="http://schemas.microsoft.com/office/drawing/2014/main" id="{4BA2ABE5-663B-8124-F0DA-444E6EDFED26}"/>
              </a:ext>
            </a:extLst>
          </p:cNvPr>
          <p:cNvSpPr txBox="1"/>
          <p:nvPr/>
        </p:nvSpPr>
        <p:spPr>
          <a:xfrm>
            <a:off x="2146963" y="5662376"/>
            <a:ext cx="3272328"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ptos"/>
                <a:ea typeface="+mn-ea"/>
                <a:cs typeface="+mn-cs"/>
              </a:rPr>
              <a:t>Define, evaluate, update release cycles by priority, and secure client signoff.</a:t>
            </a:r>
          </a:p>
        </p:txBody>
      </p:sp>
      <p:sp>
        <p:nvSpPr>
          <p:cNvPr id="159" name="TextBox 158">
            <a:extLst>
              <a:ext uri="{FF2B5EF4-FFF2-40B4-BE49-F238E27FC236}">
                <a16:creationId xmlns:a16="http://schemas.microsoft.com/office/drawing/2014/main" id="{EC73543F-35AF-ADA9-9FD4-5667F775F37D}"/>
              </a:ext>
            </a:extLst>
          </p:cNvPr>
          <p:cNvSpPr txBox="1"/>
          <p:nvPr/>
        </p:nvSpPr>
        <p:spPr>
          <a:xfrm>
            <a:off x="2212514" y="2675600"/>
            <a:ext cx="3272328"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ptos"/>
                <a:ea typeface="+mn-ea"/>
                <a:cs typeface="+mn-cs"/>
              </a:rPr>
              <a:t>Estimate and size features and EPICs, then conduct a checkpoint review.</a:t>
            </a:r>
          </a:p>
        </p:txBody>
      </p:sp>
      <p:sp>
        <p:nvSpPr>
          <p:cNvPr id="124" name="TextBox 123">
            <a:extLst>
              <a:ext uri="{FF2B5EF4-FFF2-40B4-BE49-F238E27FC236}">
                <a16:creationId xmlns:a16="http://schemas.microsoft.com/office/drawing/2014/main" id="{4EB2D168-8F36-B39D-5C57-F15CF03EC85C}"/>
              </a:ext>
            </a:extLst>
          </p:cNvPr>
          <p:cNvSpPr txBox="1"/>
          <p:nvPr/>
        </p:nvSpPr>
        <p:spPr>
          <a:xfrm>
            <a:off x="2245289" y="4631769"/>
            <a:ext cx="3272328"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ptos"/>
                <a:ea typeface="+mn-ea"/>
                <a:cs typeface="+mn-cs"/>
              </a:rPr>
              <a:t>Validate project outputs against requirements, update as needed, and obtain client signoff.</a:t>
            </a:r>
          </a:p>
        </p:txBody>
      </p:sp>
      <p:sp>
        <p:nvSpPr>
          <p:cNvPr id="168" name="TextBox 167">
            <a:extLst>
              <a:ext uri="{FF2B5EF4-FFF2-40B4-BE49-F238E27FC236}">
                <a16:creationId xmlns:a16="http://schemas.microsoft.com/office/drawing/2014/main" id="{42C5CF04-24B5-168A-F53F-3E24875E9E61}"/>
              </a:ext>
            </a:extLst>
          </p:cNvPr>
          <p:cNvSpPr txBox="1"/>
          <p:nvPr/>
        </p:nvSpPr>
        <p:spPr>
          <a:xfrm>
            <a:off x="6610581" y="2186923"/>
            <a:ext cx="4886012"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ptos"/>
                <a:ea typeface="+mn-ea"/>
                <a:cs typeface="+mn-cs"/>
              </a:rPr>
              <a:t>Detail agent workflows, APIs, and domain knowledge needs</a:t>
            </a:r>
            <a:endParaRPr kumimoji="0" lang="en-US" sz="14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endParaRPr>
          </a:p>
        </p:txBody>
      </p:sp>
      <p:sp>
        <p:nvSpPr>
          <p:cNvPr id="169" name="TextBox 168">
            <a:extLst>
              <a:ext uri="{FF2B5EF4-FFF2-40B4-BE49-F238E27FC236}">
                <a16:creationId xmlns:a16="http://schemas.microsoft.com/office/drawing/2014/main" id="{471662CA-99A1-D5E5-2607-B3442D559DC6}"/>
              </a:ext>
            </a:extLst>
          </p:cNvPr>
          <p:cNvSpPr txBox="1"/>
          <p:nvPr/>
        </p:nvSpPr>
        <p:spPr>
          <a:xfrm>
            <a:off x="6578032" y="1722557"/>
            <a:ext cx="4886012"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ptos"/>
                <a:ea typeface="+mn-ea"/>
                <a:cs typeface="+mn-cs"/>
              </a:rPr>
              <a:t>Align Agent goals with business and governance context</a:t>
            </a:r>
            <a:endParaRPr kumimoji="0" lang="en-US" sz="14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endParaRPr>
          </a:p>
        </p:txBody>
      </p:sp>
      <p:sp>
        <p:nvSpPr>
          <p:cNvPr id="170" name="TextBox 169">
            <a:extLst>
              <a:ext uri="{FF2B5EF4-FFF2-40B4-BE49-F238E27FC236}">
                <a16:creationId xmlns:a16="http://schemas.microsoft.com/office/drawing/2014/main" id="{7DFB9031-0B58-0A2A-A541-D7D1BA0074F0}"/>
              </a:ext>
            </a:extLst>
          </p:cNvPr>
          <p:cNvSpPr txBox="1"/>
          <p:nvPr/>
        </p:nvSpPr>
        <p:spPr>
          <a:xfrm>
            <a:off x="6610581" y="2746961"/>
            <a:ext cx="4886012"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ptos"/>
                <a:ea typeface="+mn-ea"/>
                <a:cs typeface="+mn-cs"/>
              </a:rPr>
              <a:t>Estimate AI dev effort, prioritize high-impact stories</a:t>
            </a:r>
            <a:endParaRPr kumimoji="0" lang="en-US" sz="14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endParaRPr>
          </a:p>
        </p:txBody>
      </p:sp>
      <p:sp>
        <p:nvSpPr>
          <p:cNvPr id="171" name="TextBox 170">
            <a:extLst>
              <a:ext uri="{FF2B5EF4-FFF2-40B4-BE49-F238E27FC236}">
                <a16:creationId xmlns:a16="http://schemas.microsoft.com/office/drawing/2014/main" id="{F85F5623-E698-0A87-4C19-9D9C08AC2F8F}"/>
              </a:ext>
            </a:extLst>
          </p:cNvPr>
          <p:cNvSpPr txBox="1"/>
          <p:nvPr/>
        </p:nvSpPr>
        <p:spPr>
          <a:xfrm>
            <a:off x="6578032" y="3114826"/>
            <a:ext cx="4987958"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ptos"/>
                <a:ea typeface="+mn-ea"/>
                <a:cs typeface="+mn-cs"/>
              </a:rPr>
              <a:t>Decompose agent requirements into clear, testable user stories</a:t>
            </a:r>
            <a:endParaRPr kumimoji="0" lang="en-US" sz="14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endParaRPr>
          </a:p>
        </p:txBody>
      </p:sp>
      <p:sp>
        <p:nvSpPr>
          <p:cNvPr id="172" name="TextBox 171">
            <a:extLst>
              <a:ext uri="{FF2B5EF4-FFF2-40B4-BE49-F238E27FC236}">
                <a16:creationId xmlns:a16="http://schemas.microsoft.com/office/drawing/2014/main" id="{6EAD217F-8040-2080-9E69-21C947A6680E}"/>
              </a:ext>
            </a:extLst>
          </p:cNvPr>
          <p:cNvSpPr txBox="1"/>
          <p:nvPr/>
        </p:nvSpPr>
        <p:spPr>
          <a:xfrm>
            <a:off x="6578032" y="3670793"/>
            <a:ext cx="4987958"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none" strike="noStrike" kern="1200" cap="none" spc="0" normalizeH="0" baseline="0" noProof="0">
                <a:ln>
                  <a:noFill/>
                </a:ln>
                <a:solidFill>
                  <a:srgbClr val="000000"/>
                </a:solidFill>
                <a:effectLst/>
                <a:uLnTx/>
                <a:uFillTx/>
                <a:latin typeface="Aptos"/>
                <a:ea typeface="+mn-ea"/>
                <a:cs typeface="+mn-cs"/>
              </a:rPr>
              <a:t>Specify AI-specific NFRs</a:t>
            </a:r>
            <a:endParaRPr kumimoji="0" lang="en-US" sz="14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endParaRPr>
          </a:p>
        </p:txBody>
      </p:sp>
      <p:sp>
        <p:nvSpPr>
          <p:cNvPr id="173" name="TextBox 172">
            <a:extLst>
              <a:ext uri="{FF2B5EF4-FFF2-40B4-BE49-F238E27FC236}">
                <a16:creationId xmlns:a16="http://schemas.microsoft.com/office/drawing/2014/main" id="{D8F3C2F0-365E-BDF7-067F-071BB3ABFDEC}"/>
              </a:ext>
            </a:extLst>
          </p:cNvPr>
          <p:cNvSpPr txBox="1"/>
          <p:nvPr/>
        </p:nvSpPr>
        <p:spPr>
          <a:xfrm>
            <a:off x="6527059" y="4230112"/>
            <a:ext cx="4987958"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ptos"/>
                <a:ea typeface="+mn-ea"/>
                <a:cs typeface="+mn-cs"/>
              </a:rPr>
              <a:t>Articulate measurable improvements from agentic AI</a:t>
            </a:r>
            <a:endParaRPr kumimoji="0" lang="en-US" sz="14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endParaRPr>
          </a:p>
        </p:txBody>
      </p:sp>
      <p:sp>
        <p:nvSpPr>
          <p:cNvPr id="174" name="TextBox 173">
            <a:extLst>
              <a:ext uri="{FF2B5EF4-FFF2-40B4-BE49-F238E27FC236}">
                <a16:creationId xmlns:a16="http://schemas.microsoft.com/office/drawing/2014/main" id="{F090C6A2-BAF7-D17D-D1CE-DD9B2F61F90D}"/>
              </a:ext>
            </a:extLst>
          </p:cNvPr>
          <p:cNvSpPr txBox="1"/>
          <p:nvPr/>
        </p:nvSpPr>
        <p:spPr>
          <a:xfrm>
            <a:off x="6527059" y="4708712"/>
            <a:ext cx="4987958"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ptos"/>
                <a:ea typeface="+mn-ea"/>
                <a:cs typeface="+mn-cs"/>
              </a:rPr>
              <a:t>Implement requirement traceability through agent test results</a:t>
            </a:r>
            <a:endParaRPr kumimoji="0" lang="en-US" sz="14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endParaRPr>
          </a:p>
        </p:txBody>
      </p:sp>
      <p:sp>
        <p:nvSpPr>
          <p:cNvPr id="175" name="TextBox 174">
            <a:extLst>
              <a:ext uri="{FF2B5EF4-FFF2-40B4-BE49-F238E27FC236}">
                <a16:creationId xmlns:a16="http://schemas.microsoft.com/office/drawing/2014/main" id="{9948776D-9101-52A0-FE13-F575A7969D72}"/>
              </a:ext>
            </a:extLst>
          </p:cNvPr>
          <p:cNvSpPr txBox="1"/>
          <p:nvPr/>
        </p:nvSpPr>
        <p:spPr>
          <a:xfrm>
            <a:off x="6545256" y="5177385"/>
            <a:ext cx="4987958"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ptos"/>
                <a:ea typeface="+mn-ea"/>
                <a:cs typeface="+mn-cs"/>
              </a:rPr>
              <a:t>Establish agile change control for evolving agent logic and workflows</a:t>
            </a:r>
            <a:endParaRPr kumimoji="0" lang="en-US" sz="14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endParaRPr>
          </a:p>
        </p:txBody>
      </p:sp>
      <p:sp>
        <p:nvSpPr>
          <p:cNvPr id="176" name="TextBox 175">
            <a:extLst>
              <a:ext uri="{FF2B5EF4-FFF2-40B4-BE49-F238E27FC236}">
                <a16:creationId xmlns:a16="http://schemas.microsoft.com/office/drawing/2014/main" id="{A95B3582-3161-E0AD-F893-149F6D6342DF}"/>
              </a:ext>
            </a:extLst>
          </p:cNvPr>
          <p:cNvSpPr txBox="1"/>
          <p:nvPr/>
        </p:nvSpPr>
        <p:spPr>
          <a:xfrm>
            <a:off x="6578032" y="5666014"/>
            <a:ext cx="4987958"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ptos"/>
                <a:ea typeface="+mn-ea"/>
                <a:cs typeface="+mn-cs"/>
              </a:rPr>
              <a:t>Incremental releases to gradually enhance agent autonomy and capabilities</a:t>
            </a:r>
            <a:endParaRPr kumimoji="0" lang="en-US" sz="14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endParaRPr>
          </a:p>
        </p:txBody>
      </p:sp>
      <p:grpSp>
        <p:nvGrpSpPr>
          <p:cNvPr id="3" name="Group 2">
            <a:extLst>
              <a:ext uri="{FF2B5EF4-FFF2-40B4-BE49-F238E27FC236}">
                <a16:creationId xmlns:a16="http://schemas.microsoft.com/office/drawing/2014/main" id="{938A8042-3C6C-6CE0-BFB1-5E754C999149}"/>
              </a:ext>
            </a:extLst>
          </p:cNvPr>
          <p:cNvGrpSpPr/>
          <p:nvPr/>
        </p:nvGrpSpPr>
        <p:grpSpPr>
          <a:xfrm>
            <a:off x="3021164" y="709873"/>
            <a:ext cx="9172634" cy="276999"/>
            <a:chOff x="3021164" y="601015"/>
            <a:chExt cx="9172634" cy="276999"/>
          </a:xfrm>
        </p:grpSpPr>
        <p:sp>
          <p:nvSpPr>
            <p:cNvPr id="4" name="TextBox 3">
              <a:extLst>
                <a:ext uri="{FF2B5EF4-FFF2-40B4-BE49-F238E27FC236}">
                  <a16:creationId xmlns:a16="http://schemas.microsoft.com/office/drawing/2014/main" id="{563334AD-62AB-7843-6437-80314819C579}"/>
                </a:ext>
              </a:extLst>
            </p:cNvPr>
            <p:cNvSpPr txBox="1"/>
            <p:nvPr/>
          </p:nvSpPr>
          <p:spPr>
            <a:xfrm>
              <a:off x="3021164" y="601015"/>
              <a:ext cx="2223936" cy="276999"/>
            </a:xfrm>
            <a:prstGeom prst="rect">
              <a:avLst/>
            </a:prstGeom>
            <a:noFill/>
          </p:spPr>
          <p:txBody>
            <a:bodyPr wrap="square" rtlCol="0">
              <a:spAutoFit/>
            </a:bodyPr>
            <a:lstStyle/>
            <a:p>
              <a:r>
                <a:rPr lang="en-IN" sz="1200" i="1">
                  <a:latin typeface="Verdana" panose="020B0604030504040204" pitchFamily="34" charset="0"/>
                  <a:ea typeface="Verdana" panose="020B0604030504040204" pitchFamily="34" charset="0"/>
                </a:rPr>
                <a:t>Responsible:</a:t>
              </a:r>
            </a:p>
          </p:txBody>
        </p:sp>
        <p:sp>
          <p:nvSpPr>
            <p:cNvPr id="5" name="TextBox 4">
              <a:extLst>
                <a:ext uri="{FF2B5EF4-FFF2-40B4-BE49-F238E27FC236}">
                  <a16:creationId xmlns:a16="http://schemas.microsoft.com/office/drawing/2014/main" id="{BB84A862-DD54-80C9-4AF7-B912C1230F44}"/>
                </a:ext>
              </a:extLst>
            </p:cNvPr>
            <p:cNvSpPr txBox="1"/>
            <p:nvPr/>
          </p:nvSpPr>
          <p:spPr>
            <a:xfrm>
              <a:off x="5337397" y="601015"/>
              <a:ext cx="2223936" cy="276999"/>
            </a:xfrm>
            <a:prstGeom prst="rect">
              <a:avLst/>
            </a:prstGeom>
            <a:noFill/>
          </p:spPr>
          <p:txBody>
            <a:bodyPr wrap="square" rtlCol="0">
              <a:spAutoFit/>
            </a:bodyPr>
            <a:lstStyle/>
            <a:p>
              <a:r>
                <a:rPr lang="en-IN" sz="1200" i="1">
                  <a:latin typeface="Verdana" panose="020B0604030504040204" pitchFamily="34" charset="0"/>
                  <a:ea typeface="Verdana" panose="020B0604030504040204" pitchFamily="34" charset="0"/>
                </a:rPr>
                <a:t>Accountable:</a:t>
              </a:r>
            </a:p>
          </p:txBody>
        </p:sp>
        <p:sp>
          <p:nvSpPr>
            <p:cNvPr id="7" name="TextBox 6">
              <a:extLst>
                <a:ext uri="{FF2B5EF4-FFF2-40B4-BE49-F238E27FC236}">
                  <a16:creationId xmlns:a16="http://schemas.microsoft.com/office/drawing/2014/main" id="{069E9526-8972-CC5B-1355-0D6309826D88}"/>
                </a:ext>
              </a:extLst>
            </p:cNvPr>
            <p:cNvSpPr txBox="1"/>
            <p:nvPr/>
          </p:nvSpPr>
          <p:spPr>
            <a:xfrm>
              <a:off x="9969862" y="601015"/>
              <a:ext cx="2223936" cy="276999"/>
            </a:xfrm>
            <a:prstGeom prst="rect">
              <a:avLst/>
            </a:prstGeom>
            <a:noFill/>
          </p:spPr>
          <p:txBody>
            <a:bodyPr wrap="square" rtlCol="0">
              <a:spAutoFit/>
            </a:bodyPr>
            <a:lstStyle/>
            <a:p>
              <a:r>
                <a:rPr lang="en-IN" sz="1200" i="1">
                  <a:latin typeface="Verdana" panose="020B0604030504040204" pitchFamily="34" charset="0"/>
                  <a:ea typeface="Verdana" panose="020B0604030504040204" pitchFamily="34" charset="0"/>
                </a:rPr>
                <a:t>Informed:</a:t>
              </a:r>
            </a:p>
          </p:txBody>
        </p:sp>
        <p:sp>
          <p:nvSpPr>
            <p:cNvPr id="9" name="TextBox 8">
              <a:extLst>
                <a:ext uri="{FF2B5EF4-FFF2-40B4-BE49-F238E27FC236}">
                  <a16:creationId xmlns:a16="http://schemas.microsoft.com/office/drawing/2014/main" id="{EE31D9F6-9253-5723-68EB-63F40CB00A01}"/>
                </a:ext>
              </a:extLst>
            </p:cNvPr>
            <p:cNvSpPr txBox="1"/>
            <p:nvPr/>
          </p:nvSpPr>
          <p:spPr>
            <a:xfrm>
              <a:off x="7653630" y="601015"/>
              <a:ext cx="2223936" cy="276999"/>
            </a:xfrm>
            <a:prstGeom prst="rect">
              <a:avLst/>
            </a:prstGeom>
            <a:noFill/>
          </p:spPr>
          <p:txBody>
            <a:bodyPr wrap="square" rtlCol="0">
              <a:spAutoFit/>
            </a:bodyPr>
            <a:lstStyle/>
            <a:p>
              <a:r>
                <a:rPr lang="en-IN" sz="1200" i="1">
                  <a:latin typeface="Verdana" panose="020B0604030504040204" pitchFamily="34" charset="0"/>
                  <a:ea typeface="Verdana" panose="020B0604030504040204" pitchFamily="34" charset="0"/>
                </a:rPr>
                <a:t>Consulted:</a:t>
              </a:r>
            </a:p>
          </p:txBody>
        </p:sp>
      </p:grpSp>
    </p:spTree>
    <p:extLst>
      <p:ext uri="{BB962C8B-B14F-4D97-AF65-F5344CB8AC3E}">
        <p14:creationId xmlns:p14="http://schemas.microsoft.com/office/powerpoint/2010/main" val="753156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79AAE-B590-F8AA-9225-84561827D9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1543EF-EDDF-5D7C-5DA4-50FCD0D0AE25}"/>
              </a:ext>
            </a:extLst>
          </p:cNvPr>
          <p:cNvSpPr>
            <a:spLocks noGrp="1"/>
          </p:cNvSpPr>
          <p:nvPr>
            <p:ph type="title"/>
          </p:nvPr>
        </p:nvSpPr>
        <p:spPr>
          <a:xfrm>
            <a:off x="593461" y="264653"/>
            <a:ext cx="10668000" cy="438725"/>
          </a:xfrm>
        </p:spPr>
        <p:txBody>
          <a:bodyPr/>
          <a:lstStyle/>
          <a:p>
            <a:r>
              <a:rPr lang="en-IN" dirty="0"/>
              <a:t>4.3 Architecture</a:t>
            </a:r>
          </a:p>
        </p:txBody>
      </p:sp>
      <p:sp>
        <p:nvSpPr>
          <p:cNvPr id="4" name="Rectangle 3">
            <a:extLst>
              <a:ext uri="{FF2B5EF4-FFF2-40B4-BE49-F238E27FC236}">
                <a16:creationId xmlns:a16="http://schemas.microsoft.com/office/drawing/2014/main" id="{DBF2F418-8999-6EED-B8FA-0503449C7A03}"/>
              </a:ext>
            </a:extLst>
          </p:cNvPr>
          <p:cNvSpPr/>
          <p:nvPr/>
        </p:nvSpPr>
        <p:spPr>
          <a:xfrm>
            <a:off x="593461" y="3554953"/>
            <a:ext cx="11228615" cy="847789"/>
          </a:xfrm>
          <a:prstGeom prst="rect">
            <a:avLst/>
          </a:prstGeom>
          <a:solidFill>
            <a:sysClr val="window" lastClr="FFFFFF">
              <a:lumMod val="95000"/>
            </a:sysClr>
          </a:solidFill>
          <a:ln w="6350" cap="flat" cmpd="sng" algn="ctr">
            <a:noFill/>
            <a:prstDash val="solid"/>
            <a:miter lim="800000"/>
          </a:ln>
          <a:effectLst/>
        </p:spPr>
        <p:txBody>
          <a:bodyPr lIns="853440" rtlCol="0" anchor="ctr"/>
          <a:lstStyle/>
          <a:p>
            <a:pPr marL="0" marR="0" lvl="0" indent="0" algn="l" defTabSz="914013" rtl="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gradFill>
                <a:gsLst>
                  <a:gs pos="0">
                    <a:srgbClr val="00B140"/>
                  </a:gs>
                  <a:gs pos="100000">
                    <a:srgbClr val="0033B4">
                      <a:lumMod val="45000"/>
                      <a:lumOff val="55000"/>
                    </a:srgbClr>
                  </a:gs>
                </a:gsLst>
                <a:lin ang="13500000" scaled="1"/>
              </a:gradFill>
              <a:effectLst/>
              <a:uLnTx/>
              <a:uFillTx/>
              <a:latin typeface="HelveticaNeueLT Std" panose="020B0604020202020204" pitchFamily="34" charset="0"/>
              <a:ea typeface="MS PGothic" pitchFamily="34" charset="-128"/>
              <a:cs typeface="+mn-cs"/>
            </a:endParaRPr>
          </a:p>
        </p:txBody>
      </p:sp>
      <p:sp>
        <p:nvSpPr>
          <p:cNvPr id="6" name="Rectangle 5">
            <a:extLst>
              <a:ext uri="{FF2B5EF4-FFF2-40B4-BE49-F238E27FC236}">
                <a16:creationId xmlns:a16="http://schemas.microsoft.com/office/drawing/2014/main" id="{B94D2452-0E90-9CED-4B7C-CE8923DEF57C}"/>
              </a:ext>
            </a:extLst>
          </p:cNvPr>
          <p:cNvSpPr/>
          <p:nvPr/>
        </p:nvSpPr>
        <p:spPr>
          <a:xfrm>
            <a:off x="593461" y="1647149"/>
            <a:ext cx="11228616" cy="847789"/>
          </a:xfrm>
          <a:prstGeom prst="rect">
            <a:avLst/>
          </a:prstGeom>
          <a:solidFill>
            <a:sysClr val="window" lastClr="FFFFFF">
              <a:lumMod val="95000"/>
            </a:sysClr>
          </a:solidFill>
          <a:ln w="6350" cap="flat" cmpd="sng" algn="ctr">
            <a:noFill/>
            <a:prstDash val="solid"/>
            <a:miter lim="800000"/>
          </a:ln>
          <a:effectLst/>
        </p:spPr>
        <p:txBody>
          <a:bodyPr lIns="853440" rtlCol="0" anchor="ctr"/>
          <a:lstStyle/>
          <a:p>
            <a:pPr marL="0" marR="0" lvl="0" indent="0" algn="l" defTabSz="914013" rtl="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gradFill>
                <a:gsLst>
                  <a:gs pos="0">
                    <a:srgbClr val="00B140"/>
                  </a:gs>
                  <a:gs pos="100000">
                    <a:srgbClr val="0033B4">
                      <a:lumMod val="45000"/>
                      <a:lumOff val="55000"/>
                    </a:srgbClr>
                  </a:gs>
                </a:gsLst>
                <a:lin ang="13500000" scaled="1"/>
              </a:gradFill>
              <a:effectLst/>
              <a:uLnTx/>
              <a:uFillTx/>
              <a:latin typeface="HelveticaNeueLT Std" panose="020B0604020202020204" pitchFamily="34" charset="0"/>
              <a:ea typeface="MS PGothic" pitchFamily="34" charset="-128"/>
              <a:cs typeface="+mn-cs"/>
            </a:endParaRPr>
          </a:p>
        </p:txBody>
      </p:sp>
      <p:sp>
        <p:nvSpPr>
          <p:cNvPr id="7" name="Rectangle 6">
            <a:extLst>
              <a:ext uri="{FF2B5EF4-FFF2-40B4-BE49-F238E27FC236}">
                <a16:creationId xmlns:a16="http://schemas.microsoft.com/office/drawing/2014/main" id="{77306362-8D72-4BF3-AD5C-6EF03C6816F2}"/>
              </a:ext>
            </a:extLst>
          </p:cNvPr>
          <p:cNvSpPr/>
          <p:nvPr/>
        </p:nvSpPr>
        <p:spPr>
          <a:xfrm>
            <a:off x="593461" y="2593800"/>
            <a:ext cx="11228615" cy="864831"/>
          </a:xfrm>
          <a:prstGeom prst="rect">
            <a:avLst/>
          </a:prstGeom>
          <a:solidFill>
            <a:sysClr val="window" lastClr="FFFFFF">
              <a:lumMod val="95000"/>
            </a:sysClr>
          </a:solidFill>
          <a:ln w="6350" cap="flat" cmpd="sng" algn="ctr">
            <a:noFill/>
            <a:prstDash val="solid"/>
            <a:miter lim="800000"/>
          </a:ln>
          <a:effectLst/>
        </p:spPr>
        <p:txBody>
          <a:bodyPr lIns="853440" rtlCol="0" anchor="ctr"/>
          <a:lstStyle/>
          <a:p>
            <a:pPr marL="0" marR="0" lvl="0" indent="0" algn="l" defTabSz="914013" rtl="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gradFill>
                <a:gsLst>
                  <a:gs pos="0">
                    <a:srgbClr val="00B140"/>
                  </a:gs>
                  <a:gs pos="100000">
                    <a:srgbClr val="0033B4">
                      <a:lumMod val="45000"/>
                      <a:lumOff val="55000"/>
                    </a:srgbClr>
                  </a:gs>
                </a:gsLst>
                <a:lin ang="13500000" scaled="1"/>
              </a:gradFill>
              <a:effectLst/>
              <a:uLnTx/>
              <a:uFillTx/>
              <a:latin typeface="HelveticaNeueLT Std" panose="020B0604020202020204" pitchFamily="34" charset="0"/>
              <a:ea typeface="MS PGothic" pitchFamily="34" charset="-128"/>
              <a:cs typeface="+mn-cs"/>
            </a:endParaRPr>
          </a:p>
        </p:txBody>
      </p:sp>
      <p:sp>
        <p:nvSpPr>
          <p:cNvPr id="9" name="Rectangle 8">
            <a:extLst>
              <a:ext uri="{FF2B5EF4-FFF2-40B4-BE49-F238E27FC236}">
                <a16:creationId xmlns:a16="http://schemas.microsoft.com/office/drawing/2014/main" id="{8E5C9DE3-F2EE-08C7-F7EB-35DD1036F37E}"/>
              </a:ext>
            </a:extLst>
          </p:cNvPr>
          <p:cNvSpPr/>
          <p:nvPr/>
        </p:nvSpPr>
        <p:spPr>
          <a:xfrm>
            <a:off x="2186580" y="2610497"/>
            <a:ext cx="3369319" cy="836407"/>
          </a:xfrm>
          <a:prstGeom prst="rect">
            <a:avLst/>
          </a:prstGeom>
          <a:solidFill>
            <a:sysClr val="window" lastClr="FFFFFF"/>
          </a:solidFill>
          <a:ln w="25400" cap="flat" cmpd="sng" algn="ctr">
            <a:solidFill>
              <a:srgbClr val="6363C8">
                <a:alpha val="4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srgbClr val="000000"/>
              </a:solidFill>
              <a:effectLst/>
              <a:uLnTx/>
              <a:uFillTx/>
              <a:latin typeface="HelveticaNeueLT Std" panose="020B0604020202020204" pitchFamily="34" charset="0"/>
              <a:ea typeface="+mn-ea"/>
              <a:cs typeface="Arial" panose="020B0604020202020204" pitchFamily="34" charset="0"/>
            </a:endParaRPr>
          </a:p>
        </p:txBody>
      </p:sp>
      <p:sp>
        <p:nvSpPr>
          <p:cNvPr id="10" name="Rectangle 9">
            <a:extLst>
              <a:ext uri="{FF2B5EF4-FFF2-40B4-BE49-F238E27FC236}">
                <a16:creationId xmlns:a16="http://schemas.microsoft.com/office/drawing/2014/main" id="{83B316B7-FFFB-679D-4807-B335EC7FDDEA}"/>
              </a:ext>
            </a:extLst>
          </p:cNvPr>
          <p:cNvSpPr/>
          <p:nvPr/>
        </p:nvSpPr>
        <p:spPr>
          <a:xfrm>
            <a:off x="2186580" y="1647952"/>
            <a:ext cx="3369319" cy="836407"/>
          </a:xfrm>
          <a:prstGeom prst="rect">
            <a:avLst/>
          </a:prstGeom>
          <a:solidFill>
            <a:sysClr val="window" lastClr="FFFFFF"/>
          </a:solidFill>
          <a:ln w="25400" cap="flat" cmpd="sng" algn="ctr">
            <a:solidFill>
              <a:srgbClr val="6363C8">
                <a:alpha val="40000"/>
              </a:srgbClr>
            </a:solidFill>
            <a:prstDash val="solid"/>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IN" sz="1400" b="0" i="0" u="none" strike="noStrike" kern="0" cap="none" spc="0" normalizeH="0" baseline="0" noProof="0">
              <a:ln>
                <a:noFill/>
              </a:ln>
              <a:solidFill>
                <a:srgbClr val="000000"/>
              </a:solidFill>
              <a:effectLst/>
              <a:uLnTx/>
              <a:uFillTx/>
              <a:latin typeface="HelveticaNeueLT Std" panose="020B0604020202020204" pitchFamily="34" charset="0"/>
              <a:ea typeface="+mn-ea"/>
              <a:cs typeface="Arial" panose="020B0604020202020204" pitchFamily="34" charset="0"/>
            </a:endParaRPr>
          </a:p>
        </p:txBody>
      </p:sp>
      <p:sp>
        <p:nvSpPr>
          <p:cNvPr id="11" name="Rectangle 10">
            <a:extLst>
              <a:ext uri="{FF2B5EF4-FFF2-40B4-BE49-F238E27FC236}">
                <a16:creationId xmlns:a16="http://schemas.microsoft.com/office/drawing/2014/main" id="{474D2E90-0ECE-F92C-9DAF-5DFE337C53A0}"/>
              </a:ext>
            </a:extLst>
          </p:cNvPr>
          <p:cNvSpPr/>
          <p:nvPr/>
        </p:nvSpPr>
        <p:spPr>
          <a:xfrm>
            <a:off x="2186580" y="3573044"/>
            <a:ext cx="3369319" cy="836407"/>
          </a:xfrm>
          <a:prstGeom prst="rect">
            <a:avLst/>
          </a:prstGeom>
          <a:solidFill>
            <a:sysClr val="window" lastClr="FFFFFF"/>
          </a:solidFill>
          <a:ln w="25400" cap="flat" cmpd="sng" algn="ctr">
            <a:solidFill>
              <a:srgbClr val="6363C8">
                <a:alpha val="4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srgbClr val="000000"/>
              </a:solidFill>
              <a:effectLst/>
              <a:uLnTx/>
              <a:uFillTx/>
              <a:latin typeface="HelveticaNeueLT Std" panose="020B0604020202020204" pitchFamily="34" charset="0"/>
              <a:ea typeface="+mn-ea"/>
              <a:cs typeface="Arial" panose="020B0604020202020204" pitchFamily="34" charset="0"/>
            </a:endParaRPr>
          </a:p>
        </p:txBody>
      </p:sp>
      <p:cxnSp>
        <p:nvCxnSpPr>
          <p:cNvPr id="20" name="Straight Connector 19">
            <a:extLst>
              <a:ext uri="{FF2B5EF4-FFF2-40B4-BE49-F238E27FC236}">
                <a16:creationId xmlns:a16="http://schemas.microsoft.com/office/drawing/2014/main" id="{78F05757-E02D-C72D-771C-ABD02573E326}"/>
              </a:ext>
            </a:extLst>
          </p:cNvPr>
          <p:cNvCxnSpPr>
            <a:cxnSpLocks/>
          </p:cNvCxnSpPr>
          <p:nvPr/>
        </p:nvCxnSpPr>
        <p:spPr>
          <a:xfrm>
            <a:off x="5555898" y="1647952"/>
            <a:ext cx="0" cy="836407"/>
          </a:xfrm>
          <a:prstGeom prst="line">
            <a:avLst/>
          </a:prstGeom>
          <a:noFill/>
          <a:ln w="38100" cap="flat" cmpd="sng" algn="ctr">
            <a:solidFill>
              <a:srgbClr val="6363C8"/>
            </a:solidFill>
            <a:prstDash val="solid"/>
          </a:ln>
          <a:effectLst/>
        </p:spPr>
      </p:cxnSp>
      <p:cxnSp>
        <p:nvCxnSpPr>
          <p:cNvPr id="21" name="Straight Connector 20">
            <a:extLst>
              <a:ext uri="{FF2B5EF4-FFF2-40B4-BE49-F238E27FC236}">
                <a16:creationId xmlns:a16="http://schemas.microsoft.com/office/drawing/2014/main" id="{CC82B1C1-B024-D2CA-0355-D47C25CC797C}"/>
              </a:ext>
            </a:extLst>
          </p:cNvPr>
          <p:cNvCxnSpPr>
            <a:cxnSpLocks/>
          </p:cNvCxnSpPr>
          <p:nvPr/>
        </p:nvCxnSpPr>
        <p:spPr>
          <a:xfrm>
            <a:off x="5556722" y="2610497"/>
            <a:ext cx="0" cy="836407"/>
          </a:xfrm>
          <a:prstGeom prst="line">
            <a:avLst/>
          </a:prstGeom>
          <a:noFill/>
          <a:ln w="38100" cap="flat" cmpd="sng" algn="ctr">
            <a:solidFill>
              <a:srgbClr val="6363C8"/>
            </a:solidFill>
            <a:prstDash val="solid"/>
          </a:ln>
          <a:effectLst/>
        </p:spPr>
      </p:cxnSp>
      <p:cxnSp>
        <p:nvCxnSpPr>
          <p:cNvPr id="22" name="Straight Connector 21">
            <a:extLst>
              <a:ext uri="{FF2B5EF4-FFF2-40B4-BE49-F238E27FC236}">
                <a16:creationId xmlns:a16="http://schemas.microsoft.com/office/drawing/2014/main" id="{B8210C56-E2F0-4D35-BF75-1C42013A7FB7}"/>
              </a:ext>
            </a:extLst>
          </p:cNvPr>
          <p:cNvCxnSpPr>
            <a:cxnSpLocks/>
          </p:cNvCxnSpPr>
          <p:nvPr/>
        </p:nvCxnSpPr>
        <p:spPr>
          <a:xfrm>
            <a:off x="5557544" y="3573044"/>
            <a:ext cx="0" cy="836407"/>
          </a:xfrm>
          <a:prstGeom prst="line">
            <a:avLst/>
          </a:prstGeom>
          <a:noFill/>
          <a:ln w="38100" cap="flat" cmpd="sng" algn="ctr">
            <a:solidFill>
              <a:srgbClr val="6363C8"/>
            </a:solidFill>
            <a:prstDash val="solid"/>
          </a:ln>
          <a:effectLst/>
        </p:spPr>
      </p:cxnSp>
      <p:grpSp>
        <p:nvGrpSpPr>
          <p:cNvPr id="40" name="Group 39">
            <a:extLst>
              <a:ext uri="{FF2B5EF4-FFF2-40B4-BE49-F238E27FC236}">
                <a16:creationId xmlns:a16="http://schemas.microsoft.com/office/drawing/2014/main" id="{62221398-15B6-2EBB-B468-BBAEFE7CCC04}"/>
              </a:ext>
            </a:extLst>
          </p:cNvPr>
          <p:cNvGrpSpPr/>
          <p:nvPr/>
        </p:nvGrpSpPr>
        <p:grpSpPr>
          <a:xfrm>
            <a:off x="6520548" y="1647952"/>
            <a:ext cx="4886018" cy="2781716"/>
            <a:chOff x="5971036" y="1647952"/>
            <a:chExt cx="5435530" cy="2781716"/>
          </a:xfrm>
        </p:grpSpPr>
        <p:sp>
          <p:nvSpPr>
            <p:cNvPr id="15" name="Rectangle 14">
              <a:extLst>
                <a:ext uri="{FF2B5EF4-FFF2-40B4-BE49-F238E27FC236}">
                  <a16:creationId xmlns:a16="http://schemas.microsoft.com/office/drawing/2014/main" id="{51D38EA7-4C4B-AA07-AFB2-E20B667E3897}"/>
                </a:ext>
              </a:extLst>
            </p:cNvPr>
            <p:cNvSpPr/>
            <p:nvPr/>
          </p:nvSpPr>
          <p:spPr>
            <a:xfrm>
              <a:off x="5971037" y="2610497"/>
              <a:ext cx="5435529" cy="836407"/>
            </a:xfrm>
            <a:prstGeom prst="rect">
              <a:avLst/>
            </a:prstGeom>
            <a:solidFill>
              <a:sysClr val="window" lastClr="FFFFFF"/>
            </a:solidFill>
            <a:ln w="25400" cap="flat" cmpd="sng" algn="ctr">
              <a:solidFill>
                <a:srgbClr val="007F62">
                  <a:alpha val="4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lumMod val="50000"/>
                    <a:lumOff val="50000"/>
                  </a:srgbClr>
                </a:solidFill>
                <a:effectLst/>
                <a:uLnTx/>
                <a:uFillTx/>
                <a:latin typeface="HelveticaNeueLT Std" panose="020B0604020202020204" pitchFamily="34" charset="0"/>
                <a:ea typeface="+mn-ea"/>
                <a:cs typeface="Arial" panose="020B0604020202020204" pitchFamily="34" charset="0"/>
              </a:endParaRPr>
            </a:p>
          </p:txBody>
        </p:sp>
        <p:sp>
          <p:nvSpPr>
            <p:cNvPr id="16" name="Rectangle 15">
              <a:extLst>
                <a:ext uri="{FF2B5EF4-FFF2-40B4-BE49-F238E27FC236}">
                  <a16:creationId xmlns:a16="http://schemas.microsoft.com/office/drawing/2014/main" id="{1B108972-BF41-D8DB-0F9F-E7C2A35FD234}"/>
                </a:ext>
              </a:extLst>
            </p:cNvPr>
            <p:cNvSpPr/>
            <p:nvPr/>
          </p:nvSpPr>
          <p:spPr>
            <a:xfrm>
              <a:off x="5971037" y="1647952"/>
              <a:ext cx="5435529" cy="836407"/>
            </a:xfrm>
            <a:prstGeom prst="rect">
              <a:avLst/>
            </a:prstGeom>
            <a:solidFill>
              <a:sysClr val="window" lastClr="FFFFFF"/>
            </a:solidFill>
            <a:ln w="25400" cap="flat" cmpd="sng" algn="ctr">
              <a:solidFill>
                <a:srgbClr val="007F62">
                  <a:alpha val="40000"/>
                </a:srgbClr>
              </a:solidFill>
              <a:prstDash val="solid"/>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400" b="0" i="0" u="none" strike="noStrike" kern="0" cap="none" spc="0" normalizeH="0" baseline="0" noProof="0">
                <a:ln>
                  <a:noFill/>
                </a:ln>
                <a:solidFill>
                  <a:srgbClr val="000000">
                    <a:lumMod val="50000"/>
                    <a:lumOff val="50000"/>
                  </a:srgbClr>
                </a:solidFill>
                <a:effectLst/>
                <a:uLnTx/>
                <a:uFillTx/>
                <a:latin typeface="HelveticaNeueLT Std" panose="020B0604020202020204" pitchFamily="34" charset="0"/>
                <a:ea typeface="+mn-ea"/>
                <a:cs typeface="Arial" panose="020B0604020202020204" pitchFamily="34" charset="0"/>
              </a:endParaRPr>
            </a:p>
          </p:txBody>
        </p:sp>
        <p:sp>
          <p:nvSpPr>
            <p:cNvPr id="17" name="Rectangle 16">
              <a:extLst>
                <a:ext uri="{FF2B5EF4-FFF2-40B4-BE49-F238E27FC236}">
                  <a16:creationId xmlns:a16="http://schemas.microsoft.com/office/drawing/2014/main" id="{399AB255-891D-F10C-84A9-F09E3C8F229C}"/>
                </a:ext>
              </a:extLst>
            </p:cNvPr>
            <p:cNvSpPr/>
            <p:nvPr/>
          </p:nvSpPr>
          <p:spPr>
            <a:xfrm>
              <a:off x="5971037" y="3573044"/>
              <a:ext cx="5435529" cy="836407"/>
            </a:xfrm>
            <a:prstGeom prst="rect">
              <a:avLst/>
            </a:prstGeom>
            <a:solidFill>
              <a:sysClr val="window" lastClr="FFFFFF"/>
            </a:solidFill>
            <a:ln w="25400" cap="flat" cmpd="sng" algn="ctr">
              <a:solidFill>
                <a:srgbClr val="007F62">
                  <a:alpha val="4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srgbClr val="000000">
                    <a:lumMod val="50000"/>
                    <a:lumOff val="50000"/>
                  </a:srgbClr>
                </a:solidFill>
                <a:effectLst/>
                <a:uLnTx/>
                <a:uFillTx/>
                <a:latin typeface="HelveticaNeueLT Std" panose="020B0604020202020204" pitchFamily="34" charset="0"/>
                <a:ea typeface="+mn-ea"/>
                <a:cs typeface="Arial" panose="020B0604020202020204" pitchFamily="34" charset="0"/>
              </a:endParaRPr>
            </a:p>
          </p:txBody>
        </p:sp>
        <p:cxnSp>
          <p:nvCxnSpPr>
            <p:cNvPr id="25" name="Straight Connector 24">
              <a:extLst>
                <a:ext uri="{FF2B5EF4-FFF2-40B4-BE49-F238E27FC236}">
                  <a16:creationId xmlns:a16="http://schemas.microsoft.com/office/drawing/2014/main" id="{8D077507-4108-5813-E33C-34344E5C8BE4}"/>
                </a:ext>
              </a:extLst>
            </p:cNvPr>
            <p:cNvCxnSpPr/>
            <p:nvPr/>
          </p:nvCxnSpPr>
          <p:spPr>
            <a:xfrm>
              <a:off x="5971036" y="1668169"/>
              <a:ext cx="0" cy="836407"/>
            </a:xfrm>
            <a:prstGeom prst="line">
              <a:avLst/>
            </a:prstGeom>
            <a:noFill/>
            <a:ln w="38100" cap="flat" cmpd="sng" algn="ctr">
              <a:solidFill>
                <a:srgbClr val="007F62"/>
              </a:solidFill>
              <a:prstDash val="solid"/>
            </a:ln>
            <a:effectLst/>
          </p:spPr>
        </p:cxnSp>
        <p:cxnSp>
          <p:nvCxnSpPr>
            <p:cNvPr id="26" name="Straight Connector 25">
              <a:extLst>
                <a:ext uri="{FF2B5EF4-FFF2-40B4-BE49-F238E27FC236}">
                  <a16:creationId xmlns:a16="http://schemas.microsoft.com/office/drawing/2014/main" id="{DDC34476-A89E-0920-B497-7CE48CAF6DC9}"/>
                </a:ext>
              </a:extLst>
            </p:cNvPr>
            <p:cNvCxnSpPr/>
            <p:nvPr/>
          </p:nvCxnSpPr>
          <p:spPr>
            <a:xfrm>
              <a:off x="5971859" y="2630715"/>
              <a:ext cx="0" cy="836407"/>
            </a:xfrm>
            <a:prstGeom prst="line">
              <a:avLst/>
            </a:prstGeom>
            <a:noFill/>
            <a:ln w="38100" cap="flat" cmpd="sng" algn="ctr">
              <a:solidFill>
                <a:srgbClr val="007F62"/>
              </a:solidFill>
              <a:prstDash val="solid"/>
            </a:ln>
            <a:effectLst/>
          </p:spPr>
        </p:cxnSp>
        <p:cxnSp>
          <p:nvCxnSpPr>
            <p:cNvPr id="27" name="Straight Connector 26">
              <a:extLst>
                <a:ext uri="{FF2B5EF4-FFF2-40B4-BE49-F238E27FC236}">
                  <a16:creationId xmlns:a16="http://schemas.microsoft.com/office/drawing/2014/main" id="{AA3C3FBF-78DF-8C41-7B21-362AAC9EB8E1}"/>
                </a:ext>
              </a:extLst>
            </p:cNvPr>
            <p:cNvCxnSpPr/>
            <p:nvPr/>
          </p:nvCxnSpPr>
          <p:spPr>
            <a:xfrm>
              <a:off x="5972683" y="3593261"/>
              <a:ext cx="0" cy="836407"/>
            </a:xfrm>
            <a:prstGeom prst="line">
              <a:avLst/>
            </a:prstGeom>
            <a:noFill/>
            <a:ln w="38100" cap="flat" cmpd="sng" algn="ctr">
              <a:solidFill>
                <a:srgbClr val="007F62"/>
              </a:solidFill>
              <a:prstDash val="solid"/>
            </a:ln>
            <a:effectLst/>
          </p:spPr>
        </p:cxnSp>
      </p:grpSp>
      <p:cxnSp>
        <p:nvCxnSpPr>
          <p:cNvPr id="30" name="Straight Connector 29">
            <a:extLst>
              <a:ext uri="{FF2B5EF4-FFF2-40B4-BE49-F238E27FC236}">
                <a16:creationId xmlns:a16="http://schemas.microsoft.com/office/drawing/2014/main" id="{B5BCBEB5-8467-404F-DB64-E78CB94EA703}"/>
              </a:ext>
            </a:extLst>
          </p:cNvPr>
          <p:cNvCxnSpPr/>
          <p:nvPr/>
        </p:nvCxnSpPr>
        <p:spPr>
          <a:xfrm>
            <a:off x="5722988" y="2095000"/>
            <a:ext cx="456113" cy="0"/>
          </a:xfrm>
          <a:prstGeom prst="line">
            <a:avLst/>
          </a:prstGeom>
          <a:noFill/>
          <a:ln w="9525" cap="flat" cmpd="sng" algn="ctr">
            <a:solidFill>
              <a:srgbClr val="71758A"/>
            </a:solidFill>
            <a:prstDash val="solid"/>
            <a:headEnd type="oval" w="med" len="med"/>
            <a:tailEnd type="oval" w="med" len="med"/>
          </a:ln>
          <a:effectLst/>
        </p:spPr>
      </p:cxnSp>
      <p:cxnSp>
        <p:nvCxnSpPr>
          <p:cNvPr id="31" name="Straight Connector 30">
            <a:extLst>
              <a:ext uri="{FF2B5EF4-FFF2-40B4-BE49-F238E27FC236}">
                <a16:creationId xmlns:a16="http://schemas.microsoft.com/office/drawing/2014/main" id="{5623F086-BC4C-3F4F-B62D-FAFB61DA6BD4}"/>
              </a:ext>
            </a:extLst>
          </p:cNvPr>
          <p:cNvCxnSpPr/>
          <p:nvPr/>
        </p:nvCxnSpPr>
        <p:spPr>
          <a:xfrm>
            <a:off x="5722988" y="3041151"/>
            <a:ext cx="456113" cy="0"/>
          </a:xfrm>
          <a:prstGeom prst="line">
            <a:avLst/>
          </a:prstGeom>
          <a:noFill/>
          <a:ln w="9525" cap="flat" cmpd="sng" algn="ctr">
            <a:solidFill>
              <a:srgbClr val="71758A"/>
            </a:solidFill>
            <a:prstDash val="solid"/>
            <a:headEnd type="oval" w="med" len="med"/>
            <a:tailEnd type="oval" w="med" len="med"/>
          </a:ln>
          <a:effectLst/>
        </p:spPr>
      </p:cxnSp>
      <p:cxnSp>
        <p:nvCxnSpPr>
          <p:cNvPr id="32" name="Straight Connector 31">
            <a:extLst>
              <a:ext uri="{FF2B5EF4-FFF2-40B4-BE49-F238E27FC236}">
                <a16:creationId xmlns:a16="http://schemas.microsoft.com/office/drawing/2014/main" id="{1484AEC5-EBBA-EF8F-A0BF-3A4DAFC5135D}"/>
              </a:ext>
            </a:extLst>
          </p:cNvPr>
          <p:cNvCxnSpPr/>
          <p:nvPr/>
        </p:nvCxnSpPr>
        <p:spPr>
          <a:xfrm>
            <a:off x="5722988" y="3987300"/>
            <a:ext cx="456113" cy="0"/>
          </a:xfrm>
          <a:prstGeom prst="line">
            <a:avLst/>
          </a:prstGeom>
          <a:noFill/>
          <a:ln w="9525" cap="flat" cmpd="sng" algn="ctr">
            <a:solidFill>
              <a:srgbClr val="71758A"/>
            </a:solidFill>
            <a:prstDash val="solid"/>
            <a:headEnd type="oval" w="med" len="med"/>
            <a:tailEnd type="oval" w="med" len="med"/>
          </a:ln>
          <a:effectLst/>
        </p:spPr>
      </p:cxnSp>
      <p:sp>
        <p:nvSpPr>
          <p:cNvPr id="48" name="Rectangle 47">
            <a:extLst>
              <a:ext uri="{FF2B5EF4-FFF2-40B4-BE49-F238E27FC236}">
                <a16:creationId xmlns:a16="http://schemas.microsoft.com/office/drawing/2014/main" id="{A4FF8ACE-2CA9-3E5A-47A0-2B8606C695AE}"/>
              </a:ext>
            </a:extLst>
          </p:cNvPr>
          <p:cNvSpPr/>
          <p:nvPr/>
        </p:nvSpPr>
        <p:spPr>
          <a:xfrm>
            <a:off x="2186580" y="1071271"/>
            <a:ext cx="3369318" cy="491932"/>
          </a:xfrm>
          <a:prstGeom prst="rect">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ptos"/>
              <a:ea typeface="+mn-ea"/>
              <a:cs typeface="+mn-cs"/>
            </a:endParaRPr>
          </a:p>
        </p:txBody>
      </p:sp>
      <p:sp>
        <p:nvSpPr>
          <p:cNvPr id="49" name="Rectangle 48">
            <a:extLst>
              <a:ext uri="{FF2B5EF4-FFF2-40B4-BE49-F238E27FC236}">
                <a16:creationId xmlns:a16="http://schemas.microsoft.com/office/drawing/2014/main" id="{F6B214CE-A3AF-47A2-B832-8AFAFC12E787}"/>
              </a:ext>
            </a:extLst>
          </p:cNvPr>
          <p:cNvSpPr/>
          <p:nvPr/>
        </p:nvSpPr>
        <p:spPr>
          <a:xfrm>
            <a:off x="6520548" y="1044539"/>
            <a:ext cx="4886018" cy="491932"/>
          </a:xfrm>
          <a:prstGeom prst="rect">
            <a:avLst/>
          </a:prstGeom>
          <a:solidFill>
            <a:schemeClr val="accent1"/>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ptos"/>
              <a:ea typeface="+mn-ea"/>
              <a:cs typeface="+mn-cs"/>
            </a:endParaRPr>
          </a:p>
        </p:txBody>
      </p:sp>
      <p:sp>
        <p:nvSpPr>
          <p:cNvPr id="50" name="Rectangle 49">
            <a:extLst>
              <a:ext uri="{FF2B5EF4-FFF2-40B4-BE49-F238E27FC236}">
                <a16:creationId xmlns:a16="http://schemas.microsoft.com/office/drawing/2014/main" id="{37D9D99B-941A-E8EF-DA46-BB218254F1D7}"/>
              </a:ext>
            </a:extLst>
          </p:cNvPr>
          <p:cNvSpPr/>
          <p:nvPr/>
        </p:nvSpPr>
        <p:spPr>
          <a:xfrm>
            <a:off x="687874" y="1807824"/>
            <a:ext cx="1415161" cy="516661"/>
          </a:xfrm>
          <a:prstGeom prst="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ptos"/>
              <a:ea typeface="+mn-ea"/>
              <a:cs typeface="+mn-cs"/>
            </a:endParaRPr>
          </a:p>
        </p:txBody>
      </p:sp>
      <p:sp>
        <p:nvSpPr>
          <p:cNvPr id="51" name="Rectangle 50">
            <a:extLst>
              <a:ext uri="{FF2B5EF4-FFF2-40B4-BE49-F238E27FC236}">
                <a16:creationId xmlns:a16="http://schemas.microsoft.com/office/drawing/2014/main" id="{B1601A4E-DB0C-9A52-B13E-197038002DA3}"/>
              </a:ext>
            </a:extLst>
          </p:cNvPr>
          <p:cNvSpPr/>
          <p:nvPr/>
        </p:nvSpPr>
        <p:spPr>
          <a:xfrm>
            <a:off x="687874" y="2790587"/>
            <a:ext cx="1415161" cy="516661"/>
          </a:xfrm>
          <a:prstGeom prst="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ptos"/>
              <a:ea typeface="+mn-ea"/>
              <a:cs typeface="+mn-cs"/>
            </a:endParaRPr>
          </a:p>
        </p:txBody>
      </p:sp>
      <p:sp>
        <p:nvSpPr>
          <p:cNvPr id="52" name="Rectangle 51">
            <a:extLst>
              <a:ext uri="{FF2B5EF4-FFF2-40B4-BE49-F238E27FC236}">
                <a16:creationId xmlns:a16="http://schemas.microsoft.com/office/drawing/2014/main" id="{EDF4EE01-EE6E-8CE5-1833-A49F0EBE0ED6}"/>
              </a:ext>
            </a:extLst>
          </p:cNvPr>
          <p:cNvSpPr/>
          <p:nvPr/>
        </p:nvSpPr>
        <p:spPr>
          <a:xfrm>
            <a:off x="673007" y="3720516"/>
            <a:ext cx="1415161" cy="516661"/>
          </a:xfrm>
          <a:prstGeom prst="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ptos"/>
              <a:ea typeface="+mn-ea"/>
              <a:cs typeface="+mn-cs"/>
            </a:endParaRPr>
          </a:p>
        </p:txBody>
      </p:sp>
      <p:sp>
        <p:nvSpPr>
          <p:cNvPr id="55" name="TextBox 54">
            <a:extLst>
              <a:ext uri="{FF2B5EF4-FFF2-40B4-BE49-F238E27FC236}">
                <a16:creationId xmlns:a16="http://schemas.microsoft.com/office/drawing/2014/main" id="{FA6E075D-F144-171E-D63A-37555B40F555}"/>
              </a:ext>
            </a:extLst>
          </p:cNvPr>
          <p:cNvSpPr txBox="1"/>
          <p:nvPr/>
        </p:nvSpPr>
        <p:spPr>
          <a:xfrm>
            <a:off x="720649" y="1917095"/>
            <a:ext cx="1349610"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rPr>
              <a:t>Current State Assessment</a:t>
            </a:r>
          </a:p>
        </p:txBody>
      </p:sp>
      <p:sp>
        <p:nvSpPr>
          <p:cNvPr id="56" name="TextBox 55">
            <a:extLst>
              <a:ext uri="{FF2B5EF4-FFF2-40B4-BE49-F238E27FC236}">
                <a16:creationId xmlns:a16="http://schemas.microsoft.com/office/drawing/2014/main" id="{52445E55-B45A-1B1F-2D14-855EA213A5BB}"/>
              </a:ext>
            </a:extLst>
          </p:cNvPr>
          <p:cNvSpPr txBox="1"/>
          <p:nvPr/>
        </p:nvSpPr>
        <p:spPr>
          <a:xfrm>
            <a:off x="705781" y="2871376"/>
            <a:ext cx="1532555"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rPr>
              <a:t>To Be Architecture Solution</a:t>
            </a:r>
          </a:p>
        </p:txBody>
      </p:sp>
      <p:sp>
        <p:nvSpPr>
          <p:cNvPr id="57" name="TextBox 56">
            <a:extLst>
              <a:ext uri="{FF2B5EF4-FFF2-40B4-BE49-F238E27FC236}">
                <a16:creationId xmlns:a16="http://schemas.microsoft.com/office/drawing/2014/main" id="{BE4C20E8-69D7-1AEC-D2BA-2F7798CA9DC7}"/>
              </a:ext>
            </a:extLst>
          </p:cNvPr>
          <p:cNvSpPr txBox="1"/>
          <p:nvPr/>
        </p:nvSpPr>
        <p:spPr>
          <a:xfrm>
            <a:off x="738558" y="3864189"/>
            <a:ext cx="1349610"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rPr>
              <a:t>Architecture Excellence</a:t>
            </a:r>
          </a:p>
        </p:txBody>
      </p:sp>
      <p:sp>
        <p:nvSpPr>
          <p:cNvPr id="60" name="TextBox 59">
            <a:extLst>
              <a:ext uri="{FF2B5EF4-FFF2-40B4-BE49-F238E27FC236}">
                <a16:creationId xmlns:a16="http://schemas.microsoft.com/office/drawing/2014/main" id="{EC350D36-5F33-3833-16BD-C44DA93FE4CC}"/>
              </a:ext>
            </a:extLst>
          </p:cNvPr>
          <p:cNvSpPr txBox="1"/>
          <p:nvPr/>
        </p:nvSpPr>
        <p:spPr>
          <a:xfrm>
            <a:off x="2186580" y="1136361"/>
            <a:ext cx="3369317" cy="400110"/>
          </a:xfrm>
          <a:prstGeom prst="rect">
            <a:avLst/>
          </a:prstGeom>
          <a:no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rPr>
              <a:t>Task</a:t>
            </a:r>
          </a:p>
        </p:txBody>
      </p:sp>
      <p:sp>
        <p:nvSpPr>
          <p:cNvPr id="61" name="TextBox 60">
            <a:extLst>
              <a:ext uri="{FF2B5EF4-FFF2-40B4-BE49-F238E27FC236}">
                <a16:creationId xmlns:a16="http://schemas.microsoft.com/office/drawing/2014/main" id="{1DA5A97F-37FA-6B80-8F25-B6E996540278}"/>
              </a:ext>
            </a:extLst>
          </p:cNvPr>
          <p:cNvSpPr txBox="1"/>
          <p:nvPr/>
        </p:nvSpPr>
        <p:spPr>
          <a:xfrm>
            <a:off x="7278898" y="1090450"/>
            <a:ext cx="3369317" cy="400110"/>
          </a:xfrm>
          <a:prstGeom prst="rect">
            <a:avLst/>
          </a:prstGeom>
          <a:no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rPr>
              <a:t>Agentic AI Task</a:t>
            </a:r>
          </a:p>
        </p:txBody>
      </p:sp>
      <p:sp>
        <p:nvSpPr>
          <p:cNvPr id="63" name="TextBox 62">
            <a:extLst>
              <a:ext uri="{FF2B5EF4-FFF2-40B4-BE49-F238E27FC236}">
                <a16:creationId xmlns:a16="http://schemas.microsoft.com/office/drawing/2014/main" id="{C9CD2A57-5AD3-916E-2F89-CFC435F80669}"/>
              </a:ext>
            </a:extLst>
          </p:cNvPr>
          <p:cNvSpPr txBox="1"/>
          <p:nvPr/>
        </p:nvSpPr>
        <p:spPr>
          <a:xfrm>
            <a:off x="6520548" y="1668169"/>
            <a:ext cx="4886012"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ptos"/>
                <a:ea typeface="+mn-ea"/>
                <a:cs typeface="+mn-cs"/>
              </a:rPr>
              <a:t>Evaluate AI ecosystem readiness – including data, models, infrastructure, DevOps/</a:t>
            </a:r>
            <a:r>
              <a:rPr kumimoji="0" lang="en-US" sz="1400" b="0" i="0" u="none" strike="noStrike" kern="1200" cap="none" spc="0" normalizeH="0" baseline="0" noProof="0" err="1">
                <a:ln>
                  <a:noFill/>
                </a:ln>
                <a:solidFill>
                  <a:srgbClr val="000000"/>
                </a:solidFill>
                <a:effectLst/>
                <a:uLnTx/>
                <a:uFillTx/>
                <a:latin typeface="Aptos"/>
                <a:ea typeface="+mn-ea"/>
                <a:cs typeface="+mn-cs"/>
              </a:rPr>
              <a:t>MLOps</a:t>
            </a:r>
            <a:r>
              <a:rPr kumimoji="0" lang="en-US" sz="1400" b="0" i="0" u="none" strike="noStrike" kern="1200" cap="none" spc="0" normalizeH="0" baseline="0" noProof="0">
                <a:ln>
                  <a:noFill/>
                </a:ln>
                <a:solidFill>
                  <a:srgbClr val="000000"/>
                </a:solidFill>
                <a:effectLst/>
                <a:uLnTx/>
                <a:uFillTx/>
                <a:latin typeface="Aptos"/>
                <a:ea typeface="+mn-ea"/>
                <a:cs typeface="+mn-cs"/>
              </a:rPr>
              <a:t>, and NFR benchmarks</a:t>
            </a:r>
            <a:endParaRPr kumimoji="0" lang="en-US" sz="14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endParaRPr>
          </a:p>
        </p:txBody>
      </p:sp>
      <p:sp>
        <p:nvSpPr>
          <p:cNvPr id="65" name="TextBox 64">
            <a:extLst>
              <a:ext uri="{FF2B5EF4-FFF2-40B4-BE49-F238E27FC236}">
                <a16:creationId xmlns:a16="http://schemas.microsoft.com/office/drawing/2014/main" id="{76CD88E7-F5E7-F2B6-2950-E148A41B3865}"/>
              </a:ext>
            </a:extLst>
          </p:cNvPr>
          <p:cNvSpPr txBox="1"/>
          <p:nvPr/>
        </p:nvSpPr>
        <p:spPr>
          <a:xfrm>
            <a:off x="6519725" y="2767179"/>
            <a:ext cx="4886012" cy="73866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ptos"/>
                <a:ea typeface="+mn-ea"/>
                <a:cs typeface="+mn-cs"/>
              </a:rPr>
              <a:t>Design, evaluate, and validate the AI architecture—covering tools, frameworks, </a:t>
            </a:r>
            <a:r>
              <a:rPr kumimoji="0" lang="en-US" sz="1400" b="0" i="0" u="none" strike="noStrike" kern="1200" cap="none" spc="0" normalizeH="0" baseline="0" noProof="0" err="1">
                <a:ln>
                  <a:noFill/>
                </a:ln>
                <a:solidFill>
                  <a:srgbClr val="000000"/>
                </a:solidFill>
                <a:effectLst/>
                <a:uLnTx/>
                <a:uFillTx/>
                <a:latin typeface="Aptos"/>
                <a:ea typeface="+mn-ea"/>
                <a:cs typeface="+mn-cs"/>
              </a:rPr>
              <a:t>PoCs</a:t>
            </a:r>
            <a:r>
              <a:rPr kumimoji="0" lang="en-US" sz="1400" b="0" i="0" u="none" strike="noStrike" kern="1200" cap="none" spc="0" normalizeH="0" baseline="0" noProof="0">
                <a:ln>
                  <a:noFill/>
                </a:ln>
                <a:solidFill>
                  <a:srgbClr val="000000"/>
                </a:solidFill>
                <a:effectLst/>
                <a:uLnTx/>
                <a:uFillTx/>
                <a:latin typeface="Aptos"/>
                <a:ea typeface="+mn-ea"/>
                <a:cs typeface="+mn-cs"/>
              </a:rPr>
              <a:t>, deployment strategies, and migration readiness</a:t>
            </a:r>
            <a:endParaRPr kumimoji="0" lang="en-US" sz="14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endParaRPr>
          </a:p>
        </p:txBody>
      </p:sp>
      <p:sp>
        <p:nvSpPr>
          <p:cNvPr id="66" name="TextBox 65">
            <a:extLst>
              <a:ext uri="{FF2B5EF4-FFF2-40B4-BE49-F238E27FC236}">
                <a16:creationId xmlns:a16="http://schemas.microsoft.com/office/drawing/2014/main" id="{73717D14-3FAD-8E26-B714-DBA24257CD42}"/>
              </a:ext>
            </a:extLst>
          </p:cNvPr>
          <p:cNvSpPr txBox="1"/>
          <p:nvPr/>
        </p:nvSpPr>
        <p:spPr>
          <a:xfrm>
            <a:off x="6567430" y="3699418"/>
            <a:ext cx="4886012" cy="73866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ptos"/>
                <a:ea typeface="+mn-ea"/>
                <a:cs typeface="+mn-cs"/>
              </a:rPr>
              <a:t>Conduct AI-specific architecture and technology audits focused on fairness, explainability, and tool/framework validation</a:t>
            </a:r>
            <a:endParaRPr kumimoji="0" lang="en-US" sz="14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endParaRPr>
          </a:p>
        </p:txBody>
      </p:sp>
      <p:sp>
        <p:nvSpPr>
          <p:cNvPr id="69" name="TextBox 68">
            <a:extLst>
              <a:ext uri="{FF2B5EF4-FFF2-40B4-BE49-F238E27FC236}">
                <a16:creationId xmlns:a16="http://schemas.microsoft.com/office/drawing/2014/main" id="{B695D6A5-6733-BEAE-918F-357C98177F5F}"/>
              </a:ext>
            </a:extLst>
          </p:cNvPr>
          <p:cNvSpPr txBox="1"/>
          <p:nvPr/>
        </p:nvSpPr>
        <p:spPr>
          <a:xfrm>
            <a:off x="2263006" y="3614406"/>
            <a:ext cx="3247662"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ptos"/>
                <a:ea typeface="+mn-ea"/>
                <a:cs typeface="+mn-cs"/>
              </a:rPr>
              <a:t>Conduct comprehensive architecture and technology audits to ensure alignment with enterprise standards and readiness</a:t>
            </a:r>
            <a:endParaRPr kumimoji="0" lang="en-US" sz="12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endParaRPr>
          </a:p>
        </p:txBody>
      </p:sp>
      <p:sp>
        <p:nvSpPr>
          <p:cNvPr id="72" name="TextBox 71">
            <a:extLst>
              <a:ext uri="{FF2B5EF4-FFF2-40B4-BE49-F238E27FC236}">
                <a16:creationId xmlns:a16="http://schemas.microsoft.com/office/drawing/2014/main" id="{3DE2EAC1-9E0D-79C9-54AE-F479D0F459E5}"/>
              </a:ext>
            </a:extLst>
          </p:cNvPr>
          <p:cNvSpPr txBox="1"/>
          <p:nvPr/>
        </p:nvSpPr>
        <p:spPr>
          <a:xfrm>
            <a:off x="2238337" y="1712601"/>
            <a:ext cx="3272328"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ptos"/>
                <a:ea typeface="+mn-ea"/>
                <a:cs typeface="+mn-cs"/>
              </a:rPr>
              <a:t>Perform end-to-end assessment of the current enterprise architecture, including systems, applications, code, data, infrastructure, processes, org structure, analytics, and NFRs</a:t>
            </a:r>
            <a:endParaRPr kumimoji="0" lang="en-US" sz="12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endParaRPr>
          </a:p>
        </p:txBody>
      </p:sp>
      <p:sp>
        <p:nvSpPr>
          <p:cNvPr id="73" name="TextBox 72">
            <a:extLst>
              <a:ext uri="{FF2B5EF4-FFF2-40B4-BE49-F238E27FC236}">
                <a16:creationId xmlns:a16="http://schemas.microsoft.com/office/drawing/2014/main" id="{ED470C35-8068-8949-79AE-5ED2B70052D0}"/>
              </a:ext>
            </a:extLst>
          </p:cNvPr>
          <p:cNvSpPr txBox="1"/>
          <p:nvPr/>
        </p:nvSpPr>
        <p:spPr>
          <a:xfrm>
            <a:off x="2185751" y="2658856"/>
            <a:ext cx="3324914"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ptos"/>
                <a:ea typeface="+mn-ea"/>
                <a:cs typeface="+mn-cs"/>
              </a:rPr>
              <a:t>Define and validate the future-state architecture, including strategy, evaluations, prototyping, migration, and target models across solution, data, infra, and NFRs</a:t>
            </a:r>
            <a:endParaRPr kumimoji="0" lang="en-US" sz="12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endParaRPr>
          </a:p>
        </p:txBody>
      </p:sp>
      <p:grpSp>
        <p:nvGrpSpPr>
          <p:cNvPr id="37" name="Group 36">
            <a:extLst>
              <a:ext uri="{FF2B5EF4-FFF2-40B4-BE49-F238E27FC236}">
                <a16:creationId xmlns:a16="http://schemas.microsoft.com/office/drawing/2014/main" id="{805C3858-342F-D643-F83B-2E4F2149D82B}"/>
              </a:ext>
            </a:extLst>
          </p:cNvPr>
          <p:cNvGrpSpPr/>
          <p:nvPr/>
        </p:nvGrpSpPr>
        <p:grpSpPr>
          <a:xfrm>
            <a:off x="3021164" y="601015"/>
            <a:ext cx="9172634" cy="276999"/>
            <a:chOff x="3021164" y="601015"/>
            <a:chExt cx="9172634" cy="276999"/>
          </a:xfrm>
        </p:grpSpPr>
        <p:sp>
          <p:nvSpPr>
            <p:cNvPr id="8" name="TextBox 7">
              <a:extLst>
                <a:ext uri="{FF2B5EF4-FFF2-40B4-BE49-F238E27FC236}">
                  <a16:creationId xmlns:a16="http://schemas.microsoft.com/office/drawing/2014/main" id="{0C5B2616-16C8-82F7-50E5-DBB3E75D024E}"/>
                </a:ext>
              </a:extLst>
            </p:cNvPr>
            <p:cNvSpPr txBox="1"/>
            <p:nvPr/>
          </p:nvSpPr>
          <p:spPr>
            <a:xfrm>
              <a:off x="3021164" y="601015"/>
              <a:ext cx="2223936" cy="276999"/>
            </a:xfrm>
            <a:prstGeom prst="rect">
              <a:avLst/>
            </a:prstGeom>
            <a:noFill/>
          </p:spPr>
          <p:txBody>
            <a:bodyPr wrap="square" rtlCol="0">
              <a:spAutoFit/>
            </a:bodyPr>
            <a:lstStyle/>
            <a:p>
              <a:r>
                <a:rPr lang="en-IN" sz="1200" i="1">
                  <a:latin typeface="Verdana" panose="020B0604030504040204" pitchFamily="34" charset="0"/>
                  <a:ea typeface="Verdana" panose="020B0604030504040204" pitchFamily="34" charset="0"/>
                </a:rPr>
                <a:t>Responsible:</a:t>
              </a:r>
            </a:p>
          </p:txBody>
        </p:sp>
        <p:sp>
          <p:nvSpPr>
            <p:cNvPr id="14" name="TextBox 13">
              <a:extLst>
                <a:ext uri="{FF2B5EF4-FFF2-40B4-BE49-F238E27FC236}">
                  <a16:creationId xmlns:a16="http://schemas.microsoft.com/office/drawing/2014/main" id="{B86E10C8-B5F5-0385-A7FA-A9F62C707B6B}"/>
                </a:ext>
              </a:extLst>
            </p:cNvPr>
            <p:cNvSpPr txBox="1"/>
            <p:nvPr/>
          </p:nvSpPr>
          <p:spPr>
            <a:xfrm>
              <a:off x="5337397" y="601015"/>
              <a:ext cx="2223936" cy="276999"/>
            </a:xfrm>
            <a:prstGeom prst="rect">
              <a:avLst/>
            </a:prstGeom>
            <a:noFill/>
          </p:spPr>
          <p:txBody>
            <a:bodyPr wrap="square" rtlCol="0">
              <a:spAutoFit/>
            </a:bodyPr>
            <a:lstStyle/>
            <a:p>
              <a:r>
                <a:rPr lang="en-IN" sz="1200" i="1">
                  <a:latin typeface="Verdana" panose="020B0604030504040204" pitchFamily="34" charset="0"/>
                  <a:ea typeface="Verdana" panose="020B0604030504040204" pitchFamily="34" charset="0"/>
                </a:rPr>
                <a:t>Accountable:</a:t>
              </a:r>
            </a:p>
          </p:txBody>
        </p:sp>
        <p:sp>
          <p:nvSpPr>
            <p:cNvPr id="35" name="TextBox 34">
              <a:extLst>
                <a:ext uri="{FF2B5EF4-FFF2-40B4-BE49-F238E27FC236}">
                  <a16:creationId xmlns:a16="http://schemas.microsoft.com/office/drawing/2014/main" id="{B045ED78-E1C3-D2D3-59E8-0088BAD60CB3}"/>
                </a:ext>
              </a:extLst>
            </p:cNvPr>
            <p:cNvSpPr txBox="1"/>
            <p:nvPr/>
          </p:nvSpPr>
          <p:spPr>
            <a:xfrm>
              <a:off x="9969862" y="601015"/>
              <a:ext cx="2223936" cy="276999"/>
            </a:xfrm>
            <a:prstGeom prst="rect">
              <a:avLst/>
            </a:prstGeom>
            <a:noFill/>
          </p:spPr>
          <p:txBody>
            <a:bodyPr wrap="square" rtlCol="0">
              <a:spAutoFit/>
            </a:bodyPr>
            <a:lstStyle/>
            <a:p>
              <a:r>
                <a:rPr lang="en-IN" sz="1200" i="1">
                  <a:latin typeface="Verdana" panose="020B0604030504040204" pitchFamily="34" charset="0"/>
                  <a:ea typeface="Verdana" panose="020B0604030504040204" pitchFamily="34" charset="0"/>
                </a:rPr>
                <a:t>Informed:</a:t>
              </a:r>
            </a:p>
          </p:txBody>
        </p:sp>
        <p:sp>
          <p:nvSpPr>
            <p:cNvPr id="36" name="TextBox 35">
              <a:extLst>
                <a:ext uri="{FF2B5EF4-FFF2-40B4-BE49-F238E27FC236}">
                  <a16:creationId xmlns:a16="http://schemas.microsoft.com/office/drawing/2014/main" id="{6B3BE2A3-C504-8073-CC6A-8269392AC672}"/>
                </a:ext>
              </a:extLst>
            </p:cNvPr>
            <p:cNvSpPr txBox="1"/>
            <p:nvPr/>
          </p:nvSpPr>
          <p:spPr>
            <a:xfrm>
              <a:off x="7653630" y="601015"/>
              <a:ext cx="2223936" cy="276999"/>
            </a:xfrm>
            <a:prstGeom prst="rect">
              <a:avLst/>
            </a:prstGeom>
            <a:noFill/>
          </p:spPr>
          <p:txBody>
            <a:bodyPr wrap="square" rtlCol="0">
              <a:spAutoFit/>
            </a:bodyPr>
            <a:lstStyle/>
            <a:p>
              <a:r>
                <a:rPr lang="en-IN" sz="1200" i="1">
                  <a:latin typeface="Verdana" panose="020B0604030504040204" pitchFamily="34" charset="0"/>
                  <a:ea typeface="Verdana" panose="020B0604030504040204" pitchFamily="34" charset="0"/>
                </a:rPr>
                <a:t>Consulted:</a:t>
              </a:r>
            </a:p>
          </p:txBody>
        </p:sp>
      </p:grpSp>
    </p:spTree>
    <p:extLst>
      <p:ext uri="{BB962C8B-B14F-4D97-AF65-F5344CB8AC3E}">
        <p14:creationId xmlns:p14="http://schemas.microsoft.com/office/powerpoint/2010/main" val="3372018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E4DAA-E00C-4324-FF2E-57DD78FA23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489CF0-7B7B-CCA1-89C8-86D3119C4478}"/>
              </a:ext>
            </a:extLst>
          </p:cNvPr>
          <p:cNvSpPr>
            <a:spLocks noGrp="1"/>
          </p:cNvSpPr>
          <p:nvPr>
            <p:ph type="title"/>
          </p:nvPr>
        </p:nvSpPr>
        <p:spPr>
          <a:xfrm>
            <a:off x="593461" y="264653"/>
            <a:ext cx="10668000" cy="438725"/>
          </a:xfrm>
        </p:spPr>
        <p:txBody>
          <a:bodyPr/>
          <a:lstStyle/>
          <a:p>
            <a:r>
              <a:rPr lang="en-IN" dirty="0"/>
              <a:t>4.4 Design</a:t>
            </a:r>
          </a:p>
        </p:txBody>
      </p:sp>
      <p:sp>
        <p:nvSpPr>
          <p:cNvPr id="3" name="Rectangle 2">
            <a:extLst>
              <a:ext uri="{FF2B5EF4-FFF2-40B4-BE49-F238E27FC236}">
                <a16:creationId xmlns:a16="http://schemas.microsoft.com/office/drawing/2014/main" id="{FFA5FC6C-9838-406F-8A4F-E3046BA896C0}"/>
              </a:ext>
            </a:extLst>
          </p:cNvPr>
          <p:cNvSpPr/>
          <p:nvPr/>
        </p:nvSpPr>
        <p:spPr>
          <a:xfrm>
            <a:off x="593461" y="5477113"/>
            <a:ext cx="11228615" cy="864831"/>
          </a:xfrm>
          <a:prstGeom prst="rect">
            <a:avLst/>
          </a:prstGeom>
          <a:solidFill>
            <a:sysClr val="window" lastClr="FFFFFF">
              <a:lumMod val="95000"/>
            </a:sysClr>
          </a:solidFill>
          <a:ln w="6350" cap="flat" cmpd="sng" algn="ctr">
            <a:noFill/>
            <a:prstDash val="solid"/>
            <a:miter lim="800000"/>
          </a:ln>
          <a:effectLst/>
        </p:spPr>
        <p:txBody>
          <a:bodyPr lIns="853440" rtlCol="0" anchor="ctr"/>
          <a:lstStyle/>
          <a:p>
            <a:pPr marL="0" marR="0" lvl="0" indent="0" algn="l" defTabSz="914013" rtl="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gradFill>
                <a:gsLst>
                  <a:gs pos="0">
                    <a:srgbClr val="00B140"/>
                  </a:gs>
                  <a:gs pos="100000">
                    <a:srgbClr val="0033B4">
                      <a:lumMod val="45000"/>
                      <a:lumOff val="55000"/>
                    </a:srgbClr>
                  </a:gs>
                </a:gsLst>
                <a:lin ang="13500000" scaled="1"/>
              </a:gradFill>
              <a:effectLst/>
              <a:uLnTx/>
              <a:uFillTx/>
              <a:latin typeface="HelveticaNeueLT Std" panose="020B0604020202020204" pitchFamily="34" charset="0"/>
              <a:ea typeface="MS PGothic" pitchFamily="34" charset="-128"/>
              <a:cs typeface="+mn-cs"/>
            </a:endParaRPr>
          </a:p>
        </p:txBody>
      </p:sp>
      <p:sp>
        <p:nvSpPr>
          <p:cNvPr id="4" name="Rectangle 3">
            <a:extLst>
              <a:ext uri="{FF2B5EF4-FFF2-40B4-BE49-F238E27FC236}">
                <a16:creationId xmlns:a16="http://schemas.microsoft.com/office/drawing/2014/main" id="{BEDB0A6B-27B6-20EA-E26B-3C87BD509D2A}"/>
              </a:ext>
            </a:extLst>
          </p:cNvPr>
          <p:cNvSpPr/>
          <p:nvPr/>
        </p:nvSpPr>
        <p:spPr>
          <a:xfrm>
            <a:off x="593461" y="3554953"/>
            <a:ext cx="11228615" cy="847789"/>
          </a:xfrm>
          <a:prstGeom prst="rect">
            <a:avLst/>
          </a:prstGeom>
          <a:solidFill>
            <a:sysClr val="window" lastClr="FFFFFF">
              <a:lumMod val="95000"/>
            </a:sysClr>
          </a:solidFill>
          <a:ln w="6350" cap="flat" cmpd="sng" algn="ctr">
            <a:noFill/>
            <a:prstDash val="solid"/>
            <a:miter lim="800000"/>
          </a:ln>
          <a:effectLst/>
        </p:spPr>
        <p:txBody>
          <a:bodyPr lIns="853440" rtlCol="0" anchor="ctr"/>
          <a:lstStyle/>
          <a:p>
            <a:pPr marL="0" marR="0" lvl="0" indent="0" algn="l" defTabSz="914013" rtl="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gradFill>
                <a:gsLst>
                  <a:gs pos="0">
                    <a:srgbClr val="00B140"/>
                  </a:gs>
                  <a:gs pos="100000">
                    <a:srgbClr val="0033B4">
                      <a:lumMod val="45000"/>
                      <a:lumOff val="55000"/>
                    </a:srgbClr>
                  </a:gs>
                </a:gsLst>
                <a:lin ang="13500000" scaled="1"/>
              </a:gradFill>
              <a:effectLst/>
              <a:uLnTx/>
              <a:uFillTx/>
              <a:latin typeface="HelveticaNeueLT Std" panose="020B0604020202020204" pitchFamily="34" charset="0"/>
              <a:ea typeface="MS PGothic" pitchFamily="34" charset="-128"/>
              <a:cs typeface="+mn-cs"/>
            </a:endParaRPr>
          </a:p>
        </p:txBody>
      </p:sp>
      <p:sp>
        <p:nvSpPr>
          <p:cNvPr id="5" name="Rectangle 4">
            <a:extLst>
              <a:ext uri="{FF2B5EF4-FFF2-40B4-BE49-F238E27FC236}">
                <a16:creationId xmlns:a16="http://schemas.microsoft.com/office/drawing/2014/main" id="{705A22B4-88AA-31C6-AF3C-02AEBBB7632A}"/>
              </a:ext>
            </a:extLst>
          </p:cNvPr>
          <p:cNvSpPr/>
          <p:nvPr/>
        </p:nvSpPr>
        <p:spPr>
          <a:xfrm>
            <a:off x="593461" y="4501604"/>
            <a:ext cx="11228615" cy="864831"/>
          </a:xfrm>
          <a:prstGeom prst="rect">
            <a:avLst/>
          </a:prstGeom>
          <a:solidFill>
            <a:sysClr val="window" lastClr="FFFFFF">
              <a:lumMod val="95000"/>
            </a:sysClr>
          </a:solidFill>
          <a:ln w="6350" cap="flat" cmpd="sng" algn="ctr">
            <a:noFill/>
            <a:prstDash val="solid"/>
            <a:miter lim="800000"/>
          </a:ln>
          <a:effectLst/>
        </p:spPr>
        <p:txBody>
          <a:bodyPr lIns="853440" rtlCol="0" anchor="ctr"/>
          <a:lstStyle/>
          <a:p>
            <a:pPr marL="0" marR="0" lvl="0" indent="0" algn="l" defTabSz="914013" rtl="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gradFill>
                <a:gsLst>
                  <a:gs pos="0">
                    <a:srgbClr val="00B140"/>
                  </a:gs>
                  <a:gs pos="100000">
                    <a:srgbClr val="0033B4">
                      <a:lumMod val="45000"/>
                      <a:lumOff val="55000"/>
                    </a:srgbClr>
                  </a:gs>
                </a:gsLst>
                <a:lin ang="13500000" scaled="1"/>
              </a:gradFill>
              <a:effectLst/>
              <a:uLnTx/>
              <a:uFillTx/>
              <a:latin typeface="HelveticaNeueLT Std" panose="020B0604020202020204" pitchFamily="34" charset="0"/>
              <a:ea typeface="MS PGothic" pitchFamily="34" charset="-128"/>
              <a:cs typeface="+mn-cs"/>
            </a:endParaRPr>
          </a:p>
        </p:txBody>
      </p:sp>
      <p:sp>
        <p:nvSpPr>
          <p:cNvPr id="6" name="Rectangle 5">
            <a:extLst>
              <a:ext uri="{FF2B5EF4-FFF2-40B4-BE49-F238E27FC236}">
                <a16:creationId xmlns:a16="http://schemas.microsoft.com/office/drawing/2014/main" id="{C0218CAE-198F-57D5-F8CF-9B45EDEFAC20}"/>
              </a:ext>
            </a:extLst>
          </p:cNvPr>
          <p:cNvSpPr/>
          <p:nvPr/>
        </p:nvSpPr>
        <p:spPr>
          <a:xfrm>
            <a:off x="593461" y="1647149"/>
            <a:ext cx="11228616" cy="847789"/>
          </a:xfrm>
          <a:prstGeom prst="rect">
            <a:avLst/>
          </a:prstGeom>
          <a:solidFill>
            <a:sysClr val="window" lastClr="FFFFFF">
              <a:lumMod val="95000"/>
            </a:sysClr>
          </a:solidFill>
          <a:ln w="6350" cap="flat" cmpd="sng" algn="ctr">
            <a:noFill/>
            <a:prstDash val="solid"/>
            <a:miter lim="800000"/>
          </a:ln>
          <a:effectLst/>
        </p:spPr>
        <p:txBody>
          <a:bodyPr lIns="853440" rtlCol="0" anchor="ctr"/>
          <a:lstStyle/>
          <a:p>
            <a:pPr marL="0" marR="0" lvl="0" indent="0" algn="l" defTabSz="914013" rtl="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gradFill>
                <a:gsLst>
                  <a:gs pos="0">
                    <a:srgbClr val="00B140"/>
                  </a:gs>
                  <a:gs pos="100000">
                    <a:srgbClr val="0033B4">
                      <a:lumMod val="45000"/>
                      <a:lumOff val="55000"/>
                    </a:srgbClr>
                  </a:gs>
                </a:gsLst>
                <a:lin ang="13500000" scaled="1"/>
              </a:gradFill>
              <a:effectLst/>
              <a:uLnTx/>
              <a:uFillTx/>
              <a:latin typeface="HelveticaNeueLT Std" panose="020B0604020202020204" pitchFamily="34" charset="0"/>
              <a:ea typeface="MS PGothic" pitchFamily="34" charset="-128"/>
              <a:cs typeface="+mn-cs"/>
            </a:endParaRPr>
          </a:p>
        </p:txBody>
      </p:sp>
      <p:sp>
        <p:nvSpPr>
          <p:cNvPr id="7" name="Rectangle 6">
            <a:extLst>
              <a:ext uri="{FF2B5EF4-FFF2-40B4-BE49-F238E27FC236}">
                <a16:creationId xmlns:a16="http://schemas.microsoft.com/office/drawing/2014/main" id="{FB1B2451-3CB4-89E0-BB49-7AF625080433}"/>
              </a:ext>
            </a:extLst>
          </p:cNvPr>
          <p:cNvSpPr/>
          <p:nvPr/>
        </p:nvSpPr>
        <p:spPr>
          <a:xfrm>
            <a:off x="593461" y="2593800"/>
            <a:ext cx="11228615" cy="864831"/>
          </a:xfrm>
          <a:prstGeom prst="rect">
            <a:avLst/>
          </a:prstGeom>
          <a:solidFill>
            <a:sysClr val="window" lastClr="FFFFFF">
              <a:lumMod val="95000"/>
            </a:sysClr>
          </a:solidFill>
          <a:ln w="6350" cap="flat" cmpd="sng" algn="ctr">
            <a:noFill/>
            <a:prstDash val="solid"/>
            <a:miter lim="800000"/>
          </a:ln>
          <a:effectLst/>
        </p:spPr>
        <p:txBody>
          <a:bodyPr lIns="853440" rtlCol="0" anchor="ctr"/>
          <a:lstStyle/>
          <a:p>
            <a:pPr marL="0" marR="0" lvl="0" indent="0" algn="l" defTabSz="914013" rtl="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gradFill>
                <a:gsLst>
                  <a:gs pos="0">
                    <a:srgbClr val="00B140"/>
                  </a:gs>
                  <a:gs pos="100000">
                    <a:srgbClr val="0033B4">
                      <a:lumMod val="45000"/>
                      <a:lumOff val="55000"/>
                    </a:srgbClr>
                  </a:gs>
                </a:gsLst>
                <a:lin ang="13500000" scaled="1"/>
              </a:gradFill>
              <a:effectLst/>
              <a:uLnTx/>
              <a:uFillTx/>
              <a:latin typeface="HelveticaNeueLT Std" panose="020B0604020202020204" pitchFamily="34" charset="0"/>
              <a:ea typeface="MS PGothic" pitchFamily="34" charset="-128"/>
              <a:cs typeface="+mn-cs"/>
            </a:endParaRPr>
          </a:p>
        </p:txBody>
      </p:sp>
      <p:sp>
        <p:nvSpPr>
          <p:cNvPr id="9" name="Rectangle 8">
            <a:extLst>
              <a:ext uri="{FF2B5EF4-FFF2-40B4-BE49-F238E27FC236}">
                <a16:creationId xmlns:a16="http://schemas.microsoft.com/office/drawing/2014/main" id="{03E7F5B3-57AF-8937-5F42-A1200B93571F}"/>
              </a:ext>
            </a:extLst>
          </p:cNvPr>
          <p:cNvSpPr/>
          <p:nvPr/>
        </p:nvSpPr>
        <p:spPr>
          <a:xfrm>
            <a:off x="2186580" y="2610497"/>
            <a:ext cx="3369319" cy="836407"/>
          </a:xfrm>
          <a:prstGeom prst="rect">
            <a:avLst/>
          </a:prstGeom>
          <a:solidFill>
            <a:sysClr val="window" lastClr="FFFFFF"/>
          </a:solidFill>
          <a:ln w="25400" cap="flat" cmpd="sng" algn="ctr">
            <a:solidFill>
              <a:srgbClr val="6363C8">
                <a:alpha val="4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srgbClr val="000000"/>
              </a:solidFill>
              <a:effectLst/>
              <a:uLnTx/>
              <a:uFillTx/>
              <a:latin typeface="HelveticaNeueLT Std" panose="020B0604020202020204" pitchFamily="34" charset="0"/>
              <a:ea typeface="+mn-ea"/>
              <a:cs typeface="Arial" panose="020B0604020202020204" pitchFamily="34" charset="0"/>
            </a:endParaRPr>
          </a:p>
        </p:txBody>
      </p:sp>
      <p:sp>
        <p:nvSpPr>
          <p:cNvPr id="10" name="Rectangle 9">
            <a:extLst>
              <a:ext uri="{FF2B5EF4-FFF2-40B4-BE49-F238E27FC236}">
                <a16:creationId xmlns:a16="http://schemas.microsoft.com/office/drawing/2014/main" id="{673C3343-F6B4-B79F-2948-50E77E1D4FE2}"/>
              </a:ext>
            </a:extLst>
          </p:cNvPr>
          <p:cNvSpPr/>
          <p:nvPr/>
        </p:nvSpPr>
        <p:spPr>
          <a:xfrm>
            <a:off x="2186580" y="1647952"/>
            <a:ext cx="3369319" cy="836407"/>
          </a:xfrm>
          <a:prstGeom prst="rect">
            <a:avLst/>
          </a:prstGeom>
          <a:solidFill>
            <a:sysClr val="window" lastClr="FFFFFF"/>
          </a:solidFill>
          <a:ln w="25400" cap="flat" cmpd="sng" algn="ctr">
            <a:solidFill>
              <a:srgbClr val="6363C8">
                <a:alpha val="40000"/>
              </a:srgbClr>
            </a:solidFill>
            <a:prstDash val="solid"/>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IN" sz="1400" b="0" i="0" u="none" strike="noStrike" kern="0" cap="none" spc="0" normalizeH="0" baseline="0" noProof="0">
              <a:ln>
                <a:noFill/>
              </a:ln>
              <a:solidFill>
                <a:srgbClr val="000000"/>
              </a:solidFill>
              <a:effectLst/>
              <a:uLnTx/>
              <a:uFillTx/>
              <a:latin typeface="HelveticaNeueLT Std" panose="020B0604020202020204" pitchFamily="34" charset="0"/>
              <a:ea typeface="+mn-ea"/>
              <a:cs typeface="Arial" panose="020B0604020202020204" pitchFamily="34" charset="0"/>
            </a:endParaRPr>
          </a:p>
        </p:txBody>
      </p:sp>
      <p:sp>
        <p:nvSpPr>
          <p:cNvPr id="11" name="Rectangle 10">
            <a:extLst>
              <a:ext uri="{FF2B5EF4-FFF2-40B4-BE49-F238E27FC236}">
                <a16:creationId xmlns:a16="http://schemas.microsoft.com/office/drawing/2014/main" id="{5932FC50-1C64-96FB-84A8-82DD5F3685C8}"/>
              </a:ext>
            </a:extLst>
          </p:cNvPr>
          <p:cNvSpPr/>
          <p:nvPr/>
        </p:nvSpPr>
        <p:spPr>
          <a:xfrm>
            <a:off x="2186580" y="3573044"/>
            <a:ext cx="3369319" cy="836407"/>
          </a:xfrm>
          <a:prstGeom prst="rect">
            <a:avLst/>
          </a:prstGeom>
          <a:solidFill>
            <a:sysClr val="window" lastClr="FFFFFF"/>
          </a:solidFill>
          <a:ln w="25400" cap="flat" cmpd="sng" algn="ctr">
            <a:solidFill>
              <a:srgbClr val="6363C8">
                <a:alpha val="4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srgbClr val="000000"/>
              </a:solidFill>
              <a:effectLst/>
              <a:uLnTx/>
              <a:uFillTx/>
              <a:latin typeface="HelveticaNeueLT Std" panose="020B0604020202020204" pitchFamily="34" charset="0"/>
              <a:ea typeface="+mn-ea"/>
              <a:cs typeface="Arial" panose="020B0604020202020204" pitchFamily="34" charset="0"/>
            </a:endParaRPr>
          </a:p>
        </p:txBody>
      </p:sp>
      <p:sp>
        <p:nvSpPr>
          <p:cNvPr id="12" name="Rectangle 11">
            <a:extLst>
              <a:ext uri="{FF2B5EF4-FFF2-40B4-BE49-F238E27FC236}">
                <a16:creationId xmlns:a16="http://schemas.microsoft.com/office/drawing/2014/main" id="{27FB972A-A9E9-DFC2-51F9-E622C453FF02}"/>
              </a:ext>
            </a:extLst>
          </p:cNvPr>
          <p:cNvSpPr/>
          <p:nvPr/>
        </p:nvSpPr>
        <p:spPr>
          <a:xfrm>
            <a:off x="2186580" y="4535589"/>
            <a:ext cx="3369319" cy="836407"/>
          </a:xfrm>
          <a:prstGeom prst="rect">
            <a:avLst/>
          </a:prstGeom>
          <a:solidFill>
            <a:sysClr val="window" lastClr="FFFFFF"/>
          </a:solidFill>
          <a:ln w="25400" cap="flat" cmpd="sng" algn="ctr">
            <a:solidFill>
              <a:srgbClr val="6363C8">
                <a:alpha val="4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srgbClr val="000000"/>
              </a:solidFill>
              <a:effectLst/>
              <a:uLnTx/>
              <a:uFillTx/>
              <a:latin typeface="HelveticaNeueLT Std" panose="020B0604020202020204" pitchFamily="34" charset="0"/>
              <a:ea typeface="+mn-ea"/>
              <a:cs typeface="Arial" panose="020B0604020202020204" pitchFamily="34" charset="0"/>
            </a:endParaRPr>
          </a:p>
        </p:txBody>
      </p:sp>
      <p:sp>
        <p:nvSpPr>
          <p:cNvPr id="13" name="Rectangle 12">
            <a:extLst>
              <a:ext uri="{FF2B5EF4-FFF2-40B4-BE49-F238E27FC236}">
                <a16:creationId xmlns:a16="http://schemas.microsoft.com/office/drawing/2014/main" id="{6DA3F41A-CD4E-C069-DBE4-E1C921A5FF54}"/>
              </a:ext>
            </a:extLst>
          </p:cNvPr>
          <p:cNvSpPr/>
          <p:nvPr/>
        </p:nvSpPr>
        <p:spPr>
          <a:xfrm>
            <a:off x="2186580" y="5498133"/>
            <a:ext cx="3369319" cy="836407"/>
          </a:xfrm>
          <a:prstGeom prst="rect">
            <a:avLst/>
          </a:prstGeom>
          <a:solidFill>
            <a:sysClr val="window" lastClr="FFFFFF"/>
          </a:solidFill>
          <a:ln w="25400" cap="flat" cmpd="sng" algn="ctr">
            <a:solidFill>
              <a:srgbClr val="6363C8">
                <a:alpha val="4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srgbClr val="000000"/>
              </a:solidFill>
              <a:effectLst/>
              <a:uLnTx/>
              <a:uFillTx/>
              <a:latin typeface="HelveticaNeueLT Std" panose="020B0604020202020204" pitchFamily="34" charset="0"/>
              <a:ea typeface="+mn-ea"/>
              <a:cs typeface="Arial" panose="020B0604020202020204" pitchFamily="34" charset="0"/>
            </a:endParaRPr>
          </a:p>
        </p:txBody>
      </p:sp>
      <p:cxnSp>
        <p:nvCxnSpPr>
          <p:cNvPr id="20" name="Straight Connector 19">
            <a:extLst>
              <a:ext uri="{FF2B5EF4-FFF2-40B4-BE49-F238E27FC236}">
                <a16:creationId xmlns:a16="http://schemas.microsoft.com/office/drawing/2014/main" id="{5FC569C6-C045-EE04-219E-94D6671C124F}"/>
              </a:ext>
            </a:extLst>
          </p:cNvPr>
          <p:cNvCxnSpPr>
            <a:cxnSpLocks/>
          </p:cNvCxnSpPr>
          <p:nvPr/>
        </p:nvCxnSpPr>
        <p:spPr>
          <a:xfrm>
            <a:off x="5555898" y="1647952"/>
            <a:ext cx="0" cy="836407"/>
          </a:xfrm>
          <a:prstGeom prst="line">
            <a:avLst/>
          </a:prstGeom>
          <a:noFill/>
          <a:ln w="38100" cap="flat" cmpd="sng" algn="ctr">
            <a:solidFill>
              <a:srgbClr val="6363C8"/>
            </a:solidFill>
            <a:prstDash val="solid"/>
          </a:ln>
          <a:effectLst/>
        </p:spPr>
      </p:cxnSp>
      <p:cxnSp>
        <p:nvCxnSpPr>
          <p:cNvPr id="21" name="Straight Connector 20">
            <a:extLst>
              <a:ext uri="{FF2B5EF4-FFF2-40B4-BE49-F238E27FC236}">
                <a16:creationId xmlns:a16="http://schemas.microsoft.com/office/drawing/2014/main" id="{0CB6E7F8-BF60-89DE-2665-23DBBBB8EF76}"/>
              </a:ext>
            </a:extLst>
          </p:cNvPr>
          <p:cNvCxnSpPr>
            <a:cxnSpLocks/>
          </p:cNvCxnSpPr>
          <p:nvPr/>
        </p:nvCxnSpPr>
        <p:spPr>
          <a:xfrm>
            <a:off x="5556722" y="2610497"/>
            <a:ext cx="0" cy="836407"/>
          </a:xfrm>
          <a:prstGeom prst="line">
            <a:avLst/>
          </a:prstGeom>
          <a:noFill/>
          <a:ln w="38100" cap="flat" cmpd="sng" algn="ctr">
            <a:solidFill>
              <a:srgbClr val="6363C8"/>
            </a:solidFill>
            <a:prstDash val="solid"/>
          </a:ln>
          <a:effectLst/>
        </p:spPr>
      </p:cxnSp>
      <p:cxnSp>
        <p:nvCxnSpPr>
          <p:cNvPr id="22" name="Straight Connector 21">
            <a:extLst>
              <a:ext uri="{FF2B5EF4-FFF2-40B4-BE49-F238E27FC236}">
                <a16:creationId xmlns:a16="http://schemas.microsoft.com/office/drawing/2014/main" id="{ACAA6959-2E20-57D4-C3B3-444E9F71ED9D}"/>
              </a:ext>
            </a:extLst>
          </p:cNvPr>
          <p:cNvCxnSpPr>
            <a:cxnSpLocks/>
          </p:cNvCxnSpPr>
          <p:nvPr/>
        </p:nvCxnSpPr>
        <p:spPr>
          <a:xfrm>
            <a:off x="5557544" y="3573044"/>
            <a:ext cx="0" cy="836407"/>
          </a:xfrm>
          <a:prstGeom prst="line">
            <a:avLst/>
          </a:prstGeom>
          <a:noFill/>
          <a:ln w="38100" cap="flat" cmpd="sng" algn="ctr">
            <a:solidFill>
              <a:srgbClr val="6363C8"/>
            </a:solidFill>
            <a:prstDash val="solid"/>
          </a:ln>
          <a:effectLst/>
        </p:spPr>
      </p:cxnSp>
      <p:cxnSp>
        <p:nvCxnSpPr>
          <p:cNvPr id="23" name="Straight Connector 22">
            <a:extLst>
              <a:ext uri="{FF2B5EF4-FFF2-40B4-BE49-F238E27FC236}">
                <a16:creationId xmlns:a16="http://schemas.microsoft.com/office/drawing/2014/main" id="{570BDD63-4CD8-07C2-925B-D41563BF54A9}"/>
              </a:ext>
            </a:extLst>
          </p:cNvPr>
          <p:cNvCxnSpPr>
            <a:cxnSpLocks/>
          </p:cNvCxnSpPr>
          <p:nvPr/>
        </p:nvCxnSpPr>
        <p:spPr>
          <a:xfrm>
            <a:off x="5558367" y="4535589"/>
            <a:ext cx="0" cy="836407"/>
          </a:xfrm>
          <a:prstGeom prst="line">
            <a:avLst/>
          </a:prstGeom>
          <a:noFill/>
          <a:ln w="38100" cap="flat" cmpd="sng" algn="ctr">
            <a:solidFill>
              <a:srgbClr val="6363C8"/>
            </a:solidFill>
            <a:prstDash val="solid"/>
          </a:ln>
          <a:effectLst/>
        </p:spPr>
      </p:cxnSp>
      <p:cxnSp>
        <p:nvCxnSpPr>
          <p:cNvPr id="24" name="Straight Connector 23">
            <a:extLst>
              <a:ext uri="{FF2B5EF4-FFF2-40B4-BE49-F238E27FC236}">
                <a16:creationId xmlns:a16="http://schemas.microsoft.com/office/drawing/2014/main" id="{566AC24A-8940-A415-266D-A76E59FE19EE}"/>
              </a:ext>
            </a:extLst>
          </p:cNvPr>
          <p:cNvCxnSpPr>
            <a:cxnSpLocks/>
          </p:cNvCxnSpPr>
          <p:nvPr/>
        </p:nvCxnSpPr>
        <p:spPr>
          <a:xfrm>
            <a:off x="5559190" y="5498136"/>
            <a:ext cx="0" cy="836407"/>
          </a:xfrm>
          <a:prstGeom prst="line">
            <a:avLst/>
          </a:prstGeom>
          <a:noFill/>
          <a:ln w="38100" cap="flat" cmpd="sng" algn="ctr">
            <a:solidFill>
              <a:srgbClr val="6363C8"/>
            </a:solidFill>
            <a:prstDash val="solid"/>
          </a:ln>
          <a:effectLst/>
        </p:spPr>
      </p:cxnSp>
      <p:grpSp>
        <p:nvGrpSpPr>
          <p:cNvPr id="40" name="Group 39">
            <a:extLst>
              <a:ext uri="{FF2B5EF4-FFF2-40B4-BE49-F238E27FC236}">
                <a16:creationId xmlns:a16="http://schemas.microsoft.com/office/drawing/2014/main" id="{07A98F08-5B3B-56DB-4017-675CFAC1F3A8}"/>
              </a:ext>
            </a:extLst>
          </p:cNvPr>
          <p:cNvGrpSpPr/>
          <p:nvPr/>
        </p:nvGrpSpPr>
        <p:grpSpPr>
          <a:xfrm>
            <a:off x="6520548" y="1647952"/>
            <a:ext cx="4886018" cy="4706808"/>
            <a:chOff x="5971036" y="1647952"/>
            <a:chExt cx="5435530" cy="4706808"/>
          </a:xfrm>
        </p:grpSpPr>
        <p:sp>
          <p:nvSpPr>
            <p:cNvPr id="15" name="Rectangle 14">
              <a:extLst>
                <a:ext uri="{FF2B5EF4-FFF2-40B4-BE49-F238E27FC236}">
                  <a16:creationId xmlns:a16="http://schemas.microsoft.com/office/drawing/2014/main" id="{58D98A2F-E006-2FCD-D2AE-1F77CA96B209}"/>
                </a:ext>
              </a:extLst>
            </p:cNvPr>
            <p:cNvSpPr/>
            <p:nvPr/>
          </p:nvSpPr>
          <p:spPr>
            <a:xfrm>
              <a:off x="5971037" y="2610497"/>
              <a:ext cx="5435529" cy="836407"/>
            </a:xfrm>
            <a:prstGeom prst="rect">
              <a:avLst/>
            </a:prstGeom>
            <a:solidFill>
              <a:sysClr val="window" lastClr="FFFFFF"/>
            </a:solidFill>
            <a:ln w="25400" cap="flat" cmpd="sng" algn="ctr">
              <a:solidFill>
                <a:srgbClr val="007F62">
                  <a:alpha val="4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lumMod val="50000"/>
                    <a:lumOff val="50000"/>
                  </a:srgbClr>
                </a:solidFill>
                <a:effectLst/>
                <a:uLnTx/>
                <a:uFillTx/>
                <a:latin typeface="HelveticaNeueLT Std" panose="020B0604020202020204" pitchFamily="34" charset="0"/>
                <a:ea typeface="+mn-ea"/>
                <a:cs typeface="Arial" panose="020B0604020202020204" pitchFamily="34" charset="0"/>
              </a:endParaRPr>
            </a:p>
          </p:txBody>
        </p:sp>
        <p:sp>
          <p:nvSpPr>
            <p:cNvPr id="16" name="Rectangle 15">
              <a:extLst>
                <a:ext uri="{FF2B5EF4-FFF2-40B4-BE49-F238E27FC236}">
                  <a16:creationId xmlns:a16="http://schemas.microsoft.com/office/drawing/2014/main" id="{93EBB66D-12B0-96ED-EA60-7466EBBBE433}"/>
                </a:ext>
              </a:extLst>
            </p:cNvPr>
            <p:cNvSpPr/>
            <p:nvPr/>
          </p:nvSpPr>
          <p:spPr>
            <a:xfrm>
              <a:off x="5971037" y="1647952"/>
              <a:ext cx="5435529" cy="836407"/>
            </a:xfrm>
            <a:prstGeom prst="rect">
              <a:avLst/>
            </a:prstGeom>
            <a:solidFill>
              <a:sysClr val="window" lastClr="FFFFFF"/>
            </a:solidFill>
            <a:ln w="25400" cap="flat" cmpd="sng" algn="ctr">
              <a:solidFill>
                <a:srgbClr val="007F62">
                  <a:alpha val="40000"/>
                </a:srgbClr>
              </a:solidFill>
              <a:prstDash val="solid"/>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400" b="0" i="0" u="none" strike="noStrike" kern="0" cap="none" spc="0" normalizeH="0" baseline="0" noProof="0">
                <a:ln>
                  <a:noFill/>
                </a:ln>
                <a:solidFill>
                  <a:srgbClr val="000000">
                    <a:lumMod val="50000"/>
                    <a:lumOff val="50000"/>
                  </a:srgbClr>
                </a:solidFill>
                <a:effectLst/>
                <a:uLnTx/>
                <a:uFillTx/>
                <a:latin typeface="HelveticaNeueLT Std" panose="020B0604020202020204" pitchFamily="34" charset="0"/>
                <a:ea typeface="+mn-ea"/>
                <a:cs typeface="Arial" panose="020B0604020202020204" pitchFamily="34" charset="0"/>
              </a:endParaRPr>
            </a:p>
          </p:txBody>
        </p:sp>
        <p:sp>
          <p:nvSpPr>
            <p:cNvPr id="17" name="Rectangle 16">
              <a:extLst>
                <a:ext uri="{FF2B5EF4-FFF2-40B4-BE49-F238E27FC236}">
                  <a16:creationId xmlns:a16="http://schemas.microsoft.com/office/drawing/2014/main" id="{2373F70A-007C-774F-676C-2EB479582893}"/>
                </a:ext>
              </a:extLst>
            </p:cNvPr>
            <p:cNvSpPr/>
            <p:nvPr/>
          </p:nvSpPr>
          <p:spPr>
            <a:xfrm>
              <a:off x="5971037" y="3573044"/>
              <a:ext cx="5435529" cy="836407"/>
            </a:xfrm>
            <a:prstGeom prst="rect">
              <a:avLst/>
            </a:prstGeom>
            <a:solidFill>
              <a:sysClr val="window" lastClr="FFFFFF"/>
            </a:solidFill>
            <a:ln w="25400" cap="flat" cmpd="sng" algn="ctr">
              <a:solidFill>
                <a:srgbClr val="007F62">
                  <a:alpha val="4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srgbClr val="000000">
                    <a:lumMod val="50000"/>
                    <a:lumOff val="50000"/>
                  </a:srgbClr>
                </a:solidFill>
                <a:effectLst/>
                <a:uLnTx/>
                <a:uFillTx/>
                <a:latin typeface="HelveticaNeueLT Std" panose="020B0604020202020204" pitchFamily="34" charset="0"/>
                <a:ea typeface="+mn-ea"/>
                <a:cs typeface="Arial" panose="020B0604020202020204" pitchFamily="34" charset="0"/>
              </a:endParaRPr>
            </a:p>
          </p:txBody>
        </p:sp>
        <p:sp>
          <p:nvSpPr>
            <p:cNvPr id="18" name="Rectangle 17">
              <a:extLst>
                <a:ext uri="{FF2B5EF4-FFF2-40B4-BE49-F238E27FC236}">
                  <a16:creationId xmlns:a16="http://schemas.microsoft.com/office/drawing/2014/main" id="{E24A3DFB-620A-7EBA-0548-C56003376CFA}"/>
                </a:ext>
              </a:extLst>
            </p:cNvPr>
            <p:cNvSpPr/>
            <p:nvPr/>
          </p:nvSpPr>
          <p:spPr>
            <a:xfrm>
              <a:off x="5971037" y="4535589"/>
              <a:ext cx="5435529" cy="836407"/>
            </a:xfrm>
            <a:prstGeom prst="rect">
              <a:avLst/>
            </a:prstGeom>
            <a:solidFill>
              <a:sysClr val="window" lastClr="FFFFFF"/>
            </a:solidFill>
            <a:ln w="25400" cap="flat" cmpd="sng" algn="ctr">
              <a:solidFill>
                <a:srgbClr val="007F62">
                  <a:alpha val="4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lumMod val="50000"/>
                    <a:lumOff val="50000"/>
                  </a:srgbClr>
                </a:solidFill>
                <a:effectLst/>
                <a:uLnTx/>
                <a:uFillTx/>
                <a:latin typeface="HelveticaNeueLT Std" panose="020B0604020202020204" pitchFamily="34" charset="0"/>
                <a:ea typeface="+mn-ea"/>
                <a:cs typeface="Arial" panose="020B0604020202020204" pitchFamily="34" charset="0"/>
              </a:endParaRPr>
            </a:p>
          </p:txBody>
        </p:sp>
        <p:sp>
          <p:nvSpPr>
            <p:cNvPr id="19" name="Rectangle 18">
              <a:extLst>
                <a:ext uri="{FF2B5EF4-FFF2-40B4-BE49-F238E27FC236}">
                  <a16:creationId xmlns:a16="http://schemas.microsoft.com/office/drawing/2014/main" id="{3F4FDFEA-7BF0-BA85-47ED-3918140BE5E6}"/>
                </a:ext>
              </a:extLst>
            </p:cNvPr>
            <p:cNvSpPr/>
            <p:nvPr/>
          </p:nvSpPr>
          <p:spPr>
            <a:xfrm>
              <a:off x="5971037" y="5498133"/>
              <a:ext cx="5435529" cy="836407"/>
            </a:xfrm>
            <a:prstGeom prst="rect">
              <a:avLst/>
            </a:prstGeom>
            <a:solidFill>
              <a:sysClr val="window" lastClr="FFFFFF"/>
            </a:solidFill>
            <a:ln w="25400" cap="flat" cmpd="sng" algn="ctr">
              <a:solidFill>
                <a:srgbClr val="007F62">
                  <a:alpha val="4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srgbClr val="000000">
                    <a:lumMod val="50000"/>
                    <a:lumOff val="50000"/>
                  </a:srgbClr>
                </a:solidFill>
                <a:effectLst/>
                <a:uLnTx/>
                <a:uFillTx/>
                <a:latin typeface="HelveticaNeueLT Std" panose="020B0604020202020204" pitchFamily="34" charset="0"/>
                <a:ea typeface="+mn-ea"/>
                <a:cs typeface="Arial" panose="020B0604020202020204" pitchFamily="34" charset="0"/>
              </a:endParaRPr>
            </a:p>
          </p:txBody>
        </p:sp>
        <p:cxnSp>
          <p:nvCxnSpPr>
            <p:cNvPr id="25" name="Straight Connector 24">
              <a:extLst>
                <a:ext uri="{FF2B5EF4-FFF2-40B4-BE49-F238E27FC236}">
                  <a16:creationId xmlns:a16="http://schemas.microsoft.com/office/drawing/2014/main" id="{8E5033EB-C851-CE21-D90C-00EA4E239258}"/>
                </a:ext>
              </a:extLst>
            </p:cNvPr>
            <p:cNvCxnSpPr/>
            <p:nvPr/>
          </p:nvCxnSpPr>
          <p:spPr>
            <a:xfrm>
              <a:off x="5971036" y="1668169"/>
              <a:ext cx="0" cy="836407"/>
            </a:xfrm>
            <a:prstGeom prst="line">
              <a:avLst/>
            </a:prstGeom>
            <a:noFill/>
            <a:ln w="38100" cap="flat" cmpd="sng" algn="ctr">
              <a:solidFill>
                <a:srgbClr val="007F62"/>
              </a:solidFill>
              <a:prstDash val="solid"/>
            </a:ln>
            <a:effectLst/>
          </p:spPr>
        </p:cxnSp>
        <p:cxnSp>
          <p:nvCxnSpPr>
            <p:cNvPr id="26" name="Straight Connector 25">
              <a:extLst>
                <a:ext uri="{FF2B5EF4-FFF2-40B4-BE49-F238E27FC236}">
                  <a16:creationId xmlns:a16="http://schemas.microsoft.com/office/drawing/2014/main" id="{CE395AE0-CEEA-6ABE-61A1-14F910AFABBA}"/>
                </a:ext>
              </a:extLst>
            </p:cNvPr>
            <p:cNvCxnSpPr/>
            <p:nvPr/>
          </p:nvCxnSpPr>
          <p:spPr>
            <a:xfrm>
              <a:off x="5971859" y="2630715"/>
              <a:ext cx="0" cy="836407"/>
            </a:xfrm>
            <a:prstGeom prst="line">
              <a:avLst/>
            </a:prstGeom>
            <a:noFill/>
            <a:ln w="38100" cap="flat" cmpd="sng" algn="ctr">
              <a:solidFill>
                <a:srgbClr val="007F62"/>
              </a:solidFill>
              <a:prstDash val="solid"/>
            </a:ln>
            <a:effectLst/>
          </p:spPr>
        </p:cxnSp>
        <p:cxnSp>
          <p:nvCxnSpPr>
            <p:cNvPr id="27" name="Straight Connector 26">
              <a:extLst>
                <a:ext uri="{FF2B5EF4-FFF2-40B4-BE49-F238E27FC236}">
                  <a16:creationId xmlns:a16="http://schemas.microsoft.com/office/drawing/2014/main" id="{C8350AEA-FA54-306B-E01A-BAB5A9D83773}"/>
                </a:ext>
              </a:extLst>
            </p:cNvPr>
            <p:cNvCxnSpPr/>
            <p:nvPr/>
          </p:nvCxnSpPr>
          <p:spPr>
            <a:xfrm>
              <a:off x="5972683" y="3593261"/>
              <a:ext cx="0" cy="836407"/>
            </a:xfrm>
            <a:prstGeom prst="line">
              <a:avLst/>
            </a:prstGeom>
            <a:noFill/>
            <a:ln w="38100" cap="flat" cmpd="sng" algn="ctr">
              <a:solidFill>
                <a:srgbClr val="007F62"/>
              </a:solidFill>
              <a:prstDash val="solid"/>
            </a:ln>
            <a:effectLst/>
          </p:spPr>
        </p:cxnSp>
        <p:cxnSp>
          <p:nvCxnSpPr>
            <p:cNvPr id="28" name="Straight Connector 27">
              <a:extLst>
                <a:ext uri="{FF2B5EF4-FFF2-40B4-BE49-F238E27FC236}">
                  <a16:creationId xmlns:a16="http://schemas.microsoft.com/office/drawing/2014/main" id="{C0FCA9B7-05CB-D476-C471-7F7C7570B024}"/>
                </a:ext>
              </a:extLst>
            </p:cNvPr>
            <p:cNvCxnSpPr/>
            <p:nvPr/>
          </p:nvCxnSpPr>
          <p:spPr>
            <a:xfrm>
              <a:off x="5973505" y="4555807"/>
              <a:ext cx="0" cy="836407"/>
            </a:xfrm>
            <a:prstGeom prst="line">
              <a:avLst/>
            </a:prstGeom>
            <a:noFill/>
            <a:ln w="38100" cap="flat" cmpd="sng" algn="ctr">
              <a:solidFill>
                <a:srgbClr val="007F62"/>
              </a:solidFill>
              <a:prstDash val="solid"/>
            </a:ln>
            <a:effectLst/>
          </p:spPr>
        </p:cxnSp>
        <p:cxnSp>
          <p:nvCxnSpPr>
            <p:cNvPr id="29" name="Straight Connector 28">
              <a:extLst>
                <a:ext uri="{FF2B5EF4-FFF2-40B4-BE49-F238E27FC236}">
                  <a16:creationId xmlns:a16="http://schemas.microsoft.com/office/drawing/2014/main" id="{B7FA042B-A3F8-A3C0-0F7F-E6CFEC9E09DF}"/>
                </a:ext>
              </a:extLst>
            </p:cNvPr>
            <p:cNvCxnSpPr/>
            <p:nvPr/>
          </p:nvCxnSpPr>
          <p:spPr>
            <a:xfrm>
              <a:off x="5974328" y="5518353"/>
              <a:ext cx="0" cy="836407"/>
            </a:xfrm>
            <a:prstGeom prst="line">
              <a:avLst/>
            </a:prstGeom>
            <a:noFill/>
            <a:ln w="38100" cap="flat" cmpd="sng" algn="ctr">
              <a:solidFill>
                <a:srgbClr val="007F62"/>
              </a:solidFill>
              <a:prstDash val="solid"/>
            </a:ln>
            <a:effectLst/>
          </p:spPr>
        </p:cxnSp>
      </p:grpSp>
      <p:cxnSp>
        <p:nvCxnSpPr>
          <p:cNvPr id="30" name="Straight Connector 29">
            <a:extLst>
              <a:ext uri="{FF2B5EF4-FFF2-40B4-BE49-F238E27FC236}">
                <a16:creationId xmlns:a16="http://schemas.microsoft.com/office/drawing/2014/main" id="{C6D8E665-808A-1BA1-D0F1-8BA172B36DB1}"/>
              </a:ext>
            </a:extLst>
          </p:cNvPr>
          <p:cNvCxnSpPr/>
          <p:nvPr/>
        </p:nvCxnSpPr>
        <p:spPr>
          <a:xfrm>
            <a:off x="5722988" y="2095000"/>
            <a:ext cx="456113" cy="0"/>
          </a:xfrm>
          <a:prstGeom prst="line">
            <a:avLst/>
          </a:prstGeom>
          <a:noFill/>
          <a:ln w="9525" cap="flat" cmpd="sng" algn="ctr">
            <a:solidFill>
              <a:srgbClr val="71758A"/>
            </a:solidFill>
            <a:prstDash val="solid"/>
            <a:headEnd type="oval" w="med" len="med"/>
            <a:tailEnd type="oval" w="med" len="med"/>
          </a:ln>
          <a:effectLst/>
        </p:spPr>
      </p:cxnSp>
      <p:cxnSp>
        <p:nvCxnSpPr>
          <p:cNvPr id="31" name="Straight Connector 30">
            <a:extLst>
              <a:ext uri="{FF2B5EF4-FFF2-40B4-BE49-F238E27FC236}">
                <a16:creationId xmlns:a16="http://schemas.microsoft.com/office/drawing/2014/main" id="{5809055C-7398-2929-B887-9CFAD4B590D3}"/>
              </a:ext>
            </a:extLst>
          </p:cNvPr>
          <p:cNvCxnSpPr/>
          <p:nvPr/>
        </p:nvCxnSpPr>
        <p:spPr>
          <a:xfrm>
            <a:off x="5722988" y="3041151"/>
            <a:ext cx="456113" cy="0"/>
          </a:xfrm>
          <a:prstGeom prst="line">
            <a:avLst/>
          </a:prstGeom>
          <a:noFill/>
          <a:ln w="9525" cap="flat" cmpd="sng" algn="ctr">
            <a:solidFill>
              <a:srgbClr val="71758A"/>
            </a:solidFill>
            <a:prstDash val="solid"/>
            <a:headEnd type="oval" w="med" len="med"/>
            <a:tailEnd type="oval" w="med" len="med"/>
          </a:ln>
          <a:effectLst/>
        </p:spPr>
      </p:cxnSp>
      <p:cxnSp>
        <p:nvCxnSpPr>
          <p:cNvPr id="32" name="Straight Connector 31">
            <a:extLst>
              <a:ext uri="{FF2B5EF4-FFF2-40B4-BE49-F238E27FC236}">
                <a16:creationId xmlns:a16="http://schemas.microsoft.com/office/drawing/2014/main" id="{41E121E4-7886-254A-89DA-268A4F5AA23E}"/>
              </a:ext>
            </a:extLst>
          </p:cNvPr>
          <p:cNvCxnSpPr/>
          <p:nvPr/>
        </p:nvCxnSpPr>
        <p:spPr>
          <a:xfrm>
            <a:off x="5722988" y="3987300"/>
            <a:ext cx="456113" cy="0"/>
          </a:xfrm>
          <a:prstGeom prst="line">
            <a:avLst/>
          </a:prstGeom>
          <a:noFill/>
          <a:ln w="9525" cap="flat" cmpd="sng" algn="ctr">
            <a:solidFill>
              <a:srgbClr val="71758A"/>
            </a:solidFill>
            <a:prstDash val="solid"/>
            <a:headEnd type="oval" w="med" len="med"/>
            <a:tailEnd type="oval" w="med" len="med"/>
          </a:ln>
          <a:effectLst/>
        </p:spPr>
      </p:cxnSp>
      <p:cxnSp>
        <p:nvCxnSpPr>
          <p:cNvPr id="33" name="Straight Connector 32">
            <a:extLst>
              <a:ext uri="{FF2B5EF4-FFF2-40B4-BE49-F238E27FC236}">
                <a16:creationId xmlns:a16="http://schemas.microsoft.com/office/drawing/2014/main" id="{A6B21661-A0E4-2AEA-B2EA-2FB53F7541BD}"/>
              </a:ext>
            </a:extLst>
          </p:cNvPr>
          <p:cNvCxnSpPr/>
          <p:nvPr/>
        </p:nvCxnSpPr>
        <p:spPr>
          <a:xfrm>
            <a:off x="5722988" y="4933451"/>
            <a:ext cx="456113" cy="0"/>
          </a:xfrm>
          <a:prstGeom prst="line">
            <a:avLst/>
          </a:prstGeom>
          <a:noFill/>
          <a:ln w="9525" cap="flat" cmpd="sng" algn="ctr">
            <a:solidFill>
              <a:srgbClr val="71758A"/>
            </a:solidFill>
            <a:prstDash val="solid"/>
            <a:headEnd type="oval" w="med" len="med"/>
            <a:tailEnd type="oval" w="med" len="med"/>
          </a:ln>
          <a:effectLst/>
        </p:spPr>
      </p:cxnSp>
      <p:cxnSp>
        <p:nvCxnSpPr>
          <p:cNvPr id="34" name="Straight Connector 33">
            <a:extLst>
              <a:ext uri="{FF2B5EF4-FFF2-40B4-BE49-F238E27FC236}">
                <a16:creationId xmlns:a16="http://schemas.microsoft.com/office/drawing/2014/main" id="{6884D915-E636-1D2C-08E2-6018B6CA2FA6}"/>
              </a:ext>
            </a:extLst>
          </p:cNvPr>
          <p:cNvCxnSpPr/>
          <p:nvPr/>
        </p:nvCxnSpPr>
        <p:spPr>
          <a:xfrm>
            <a:off x="5722988" y="5879600"/>
            <a:ext cx="456113" cy="0"/>
          </a:xfrm>
          <a:prstGeom prst="line">
            <a:avLst/>
          </a:prstGeom>
          <a:noFill/>
          <a:ln w="9525" cap="flat" cmpd="sng" algn="ctr">
            <a:solidFill>
              <a:srgbClr val="71758A"/>
            </a:solidFill>
            <a:prstDash val="solid"/>
            <a:headEnd type="oval" w="med" len="med"/>
            <a:tailEnd type="oval" w="med" len="med"/>
          </a:ln>
          <a:effectLst/>
        </p:spPr>
      </p:cxnSp>
      <p:sp>
        <p:nvSpPr>
          <p:cNvPr id="48" name="Rectangle 47">
            <a:extLst>
              <a:ext uri="{FF2B5EF4-FFF2-40B4-BE49-F238E27FC236}">
                <a16:creationId xmlns:a16="http://schemas.microsoft.com/office/drawing/2014/main" id="{425FC833-CAFF-494A-398E-BDF31B78A9D7}"/>
              </a:ext>
            </a:extLst>
          </p:cNvPr>
          <p:cNvSpPr/>
          <p:nvPr/>
        </p:nvSpPr>
        <p:spPr>
          <a:xfrm>
            <a:off x="2186580" y="1071271"/>
            <a:ext cx="3369318" cy="491932"/>
          </a:xfrm>
          <a:prstGeom prst="rect">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ptos"/>
              <a:ea typeface="+mn-ea"/>
              <a:cs typeface="+mn-cs"/>
            </a:endParaRPr>
          </a:p>
        </p:txBody>
      </p:sp>
      <p:sp>
        <p:nvSpPr>
          <p:cNvPr id="49" name="Rectangle 48">
            <a:extLst>
              <a:ext uri="{FF2B5EF4-FFF2-40B4-BE49-F238E27FC236}">
                <a16:creationId xmlns:a16="http://schemas.microsoft.com/office/drawing/2014/main" id="{48E08EA7-866D-3581-D872-4BB27D16F76E}"/>
              </a:ext>
            </a:extLst>
          </p:cNvPr>
          <p:cNvSpPr/>
          <p:nvPr/>
        </p:nvSpPr>
        <p:spPr>
          <a:xfrm>
            <a:off x="6520548" y="1044539"/>
            <a:ext cx="4886018" cy="491932"/>
          </a:xfrm>
          <a:prstGeom prst="rect">
            <a:avLst/>
          </a:prstGeom>
          <a:solidFill>
            <a:schemeClr val="accent1"/>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ptos"/>
              <a:ea typeface="+mn-ea"/>
              <a:cs typeface="+mn-cs"/>
            </a:endParaRPr>
          </a:p>
        </p:txBody>
      </p:sp>
      <p:sp>
        <p:nvSpPr>
          <p:cNvPr id="50" name="Rectangle 49">
            <a:extLst>
              <a:ext uri="{FF2B5EF4-FFF2-40B4-BE49-F238E27FC236}">
                <a16:creationId xmlns:a16="http://schemas.microsoft.com/office/drawing/2014/main" id="{E180F490-BF84-649C-56F3-24DC05D48431}"/>
              </a:ext>
            </a:extLst>
          </p:cNvPr>
          <p:cNvSpPr/>
          <p:nvPr/>
        </p:nvSpPr>
        <p:spPr>
          <a:xfrm>
            <a:off x="687874" y="1807824"/>
            <a:ext cx="1415161" cy="516661"/>
          </a:xfrm>
          <a:prstGeom prst="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ptos"/>
              <a:ea typeface="+mn-ea"/>
              <a:cs typeface="+mn-cs"/>
            </a:endParaRPr>
          </a:p>
        </p:txBody>
      </p:sp>
      <p:sp>
        <p:nvSpPr>
          <p:cNvPr id="51" name="Rectangle 50">
            <a:extLst>
              <a:ext uri="{FF2B5EF4-FFF2-40B4-BE49-F238E27FC236}">
                <a16:creationId xmlns:a16="http://schemas.microsoft.com/office/drawing/2014/main" id="{7BF80689-9C9D-B61A-89A6-E8AEE46F1A96}"/>
              </a:ext>
            </a:extLst>
          </p:cNvPr>
          <p:cNvSpPr/>
          <p:nvPr/>
        </p:nvSpPr>
        <p:spPr>
          <a:xfrm>
            <a:off x="687874" y="2790587"/>
            <a:ext cx="1415161" cy="516661"/>
          </a:xfrm>
          <a:prstGeom prst="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ptos"/>
              <a:ea typeface="+mn-ea"/>
              <a:cs typeface="+mn-cs"/>
            </a:endParaRPr>
          </a:p>
        </p:txBody>
      </p:sp>
      <p:sp>
        <p:nvSpPr>
          <p:cNvPr id="52" name="Rectangle 51">
            <a:extLst>
              <a:ext uri="{FF2B5EF4-FFF2-40B4-BE49-F238E27FC236}">
                <a16:creationId xmlns:a16="http://schemas.microsoft.com/office/drawing/2014/main" id="{22195EAC-C213-D377-4704-4B3FFB5314A1}"/>
              </a:ext>
            </a:extLst>
          </p:cNvPr>
          <p:cNvSpPr/>
          <p:nvPr/>
        </p:nvSpPr>
        <p:spPr>
          <a:xfrm>
            <a:off x="673007" y="3720516"/>
            <a:ext cx="1415161" cy="516661"/>
          </a:xfrm>
          <a:prstGeom prst="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ptos"/>
              <a:ea typeface="+mn-ea"/>
              <a:cs typeface="+mn-cs"/>
            </a:endParaRPr>
          </a:p>
        </p:txBody>
      </p:sp>
      <p:sp>
        <p:nvSpPr>
          <p:cNvPr id="53" name="Rectangle 52">
            <a:extLst>
              <a:ext uri="{FF2B5EF4-FFF2-40B4-BE49-F238E27FC236}">
                <a16:creationId xmlns:a16="http://schemas.microsoft.com/office/drawing/2014/main" id="{0BEC8831-4CB9-C485-1682-E22FF665C2C3}"/>
              </a:ext>
            </a:extLst>
          </p:cNvPr>
          <p:cNvSpPr/>
          <p:nvPr/>
        </p:nvSpPr>
        <p:spPr>
          <a:xfrm>
            <a:off x="687874" y="4715679"/>
            <a:ext cx="1415161" cy="516661"/>
          </a:xfrm>
          <a:prstGeom prst="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ptos"/>
              <a:ea typeface="+mn-ea"/>
              <a:cs typeface="+mn-cs"/>
            </a:endParaRPr>
          </a:p>
        </p:txBody>
      </p:sp>
      <p:sp>
        <p:nvSpPr>
          <p:cNvPr id="54" name="Rectangle 53">
            <a:extLst>
              <a:ext uri="{FF2B5EF4-FFF2-40B4-BE49-F238E27FC236}">
                <a16:creationId xmlns:a16="http://schemas.microsoft.com/office/drawing/2014/main" id="{68F3D7C9-D00D-3831-0F15-5E976037F328}"/>
              </a:ext>
            </a:extLst>
          </p:cNvPr>
          <p:cNvSpPr/>
          <p:nvPr/>
        </p:nvSpPr>
        <p:spPr>
          <a:xfrm>
            <a:off x="673007" y="5621269"/>
            <a:ext cx="1415161" cy="516661"/>
          </a:xfrm>
          <a:prstGeom prst="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ptos"/>
              <a:ea typeface="+mn-ea"/>
              <a:cs typeface="+mn-cs"/>
            </a:endParaRPr>
          </a:p>
        </p:txBody>
      </p:sp>
      <p:sp>
        <p:nvSpPr>
          <p:cNvPr id="55" name="TextBox 54">
            <a:extLst>
              <a:ext uri="{FF2B5EF4-FFF2-40B4-BE49-F238E27FC236}">
                <a16:creationId xmlns:a16="http://schemas.microsoft.com/office/drawing/2014/main" id="{FF1D3487-6F43-0B4B-A4AD-D0A14C0C742D}"/>
              </a:ext>
            </a:extLst>
          </p:cNvPr>
          <p:cNvSpPr txBox="1"/>
          <p:nvPr/>
        </p:nvSpPr>
        <p:spPr>
          <a:xfrm>
            <a:off x="720649" y="1917095"/>
            <a:ext cx="1349610"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rPr>
              <a:t>Software Solution Design</a:t>
            </a:r>
          </a:p>
        </p:txBody>
      </p:sp>
      <p:sp>
        <p:nvSpPr>
          <p:cNvPr id="56" name="TextBox 55">
            <a:extLst>
              <a:ext uri="{FF2B5EF4-FFF2-40B4-BE49-F238E27FC236}">
                <a16:creationId xmlns:a16="http://schemas.microsoft.com/office/drawing/2014/main" id="{B286C00C-0420-1F84-805B-D4E01EC46E58}"/>
              </a:ext>
            </a:extLst>
          </p:cNvPr>
          <p:cNvSpPr txBox="1"/>
          <p:nvPr/>
        </p:nvSpPr>
        <p:spPr>
          <a:xfrm>
            <a:off x="705782" y="2925806"/>
            <a:ext cx="1349610"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rPr>
              <a:t>UX and UI Design</a:t>
            </a:r>
          </a:p>
        </p:txBody>
      </p:sp>
      <p:sp>
        <p:nvSpPr>
          <p:cNvPr id="57" name="TextBox 56">
            <a:extLst>
              <a:ext uri="{FF2B5EF4-FFF2-40B4-BE49-F238E27FC236}">
                <a16:creationId xmlns:a16="http://schemas.microsoft.com/office/drawing/2014/main" id="{BB262661-4F39-B6CD-CD08-C1775FE536E1}"/>
              </a:ext>
            </a:extLst>
          </p:cNvPr>
          <p:cNvSpPr txBox="1"/>
          <p:nvPr/>
        </p:nvSpPr>
        <p:spPr>
          <a:xfrm>
            <a:off x="738558" y="3864189"/>
            <a:ext cx="1349610"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rPr>
              <a:t>Testing Design</a:t>
            </a:r>
          </a:p>
        </p:txBody>
      </p:sp>
      <p:sp>
        <p:nvSpPr>
          <p:cNvPr id="58" name="TextBox 57">
            <a:extLst>
              <a:ext uri="{FF2B5EF4-FFF2-40B4-BE49-F238E27FC236}">
                <a16:creationId xmlns:a16="http://schemas.microsoft.com/office/drawing/2014/main" id="{CF7D92DE-AF58-C545-8D93-A93D7F67891F}"/>
              </a:ext>
            </a:extLst>
          </p:cNvPr>
          <p:cNvSpPr txBox="1"/>
          <p:nvPr/>
        </p:nvSpPr>
        <p:spPr>
          <a:xfrm>
            <a:off x="733920" y="4850898"/>
            <a:ext cx="1349610"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rPr>
              <a:t>Design Review</a:t>
            </a:r>
          </a:p>
        </p:txBody>
      </p:sp>
      <p:sp>
        <p:nvSpPr>
          <p:cNvPr id="59" name="TextBox 58">
            <a:extLst>
              <a:ext uri="{FF2B5EF4-FFF2-40B4-BE49-F238E27FC236}">
                <a16:creationId xmlns:a16="http://schemas.microsoft.com/office/drawing/2014/main" id="{62DDE0B2-4B9F-7EF0-0CFA-7F306D8C0D4F}"/>
              </a:ext>
            </a:extLst>
          </p:cNvPr>
          <p:cNvSpPr txBox="1"/>
          <p:nvPr/>
        </p:nvSpPr>
        <p:spPr>
          <a:xfrm>
            <a:off x="733920" y="5756488"/>
            <a:ext cx="1349610"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rPr>
              <a:t>Test &amp; Usability Strategy</a:t>
            </a:r>
          </a:p>
        </p:txBody>
      </p:sp>
      <p:sp>
        <p:nvSpPr>
          <p:cNvPr id="60" name="TextBox 59">
            <a:extLst>
              <a:ext uri="{FF2B5EF4-FFF2-40B4-BE49-F238E27FC236}">
                <a16:creationId xmlns:a16="http://schemas.microsoft.com/office/drawing/2014/main" id="{8000E161-0DE5-784A-F899-45D8AE3E1116}"/>
              </a:ext>
            </a:extLst>
          </p:cNvPr>
          <p:cNvSpPr txBox="1"/>
          <p:nvPr/>
        </p:nvSpPr>
        <p:spPr>
          <a:xfrm>
            <a:off x="2186580" y="1136361"/>
            <a:ext cx="3369317" cy="400110"/>
          </a:xfrm>
          <a:prstGeom prst="rect">
            <a:avLst/>
          </a:prstGeom>
          <a:no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rPr>
              <a:t>Task</a:t>
            </a:r>
          </a:p>
        </p:txBody>
      </p:sp>
      <p:sp>
        <p:nvSpPr>
          <p:cNvPr id="61" name="TextBox 60">
            <a:extLst>
              <a:ext uri="{FF2B5EF4-FFF2-40B4-BE49-F238E27FC236}">
                <a16:creationId xmlns:a16="http://schemas.microsoft.com/office/drawing/2014/main" id="{D563CA8A-BD5A-6083-C270-0062D1C438BE}"/>
              </a:ext>
            </a:extLst>
          </p:cNvPr>
          <p:cNvSpPr txBox="1"/>
          <p:nvPr/>
        </p:nvSpPr>
        <p:spPr>
          <a:xfrm>
            <a:off x="7278898" y="1090450"/>
            <a:ext cx="3369317" cy="400110"/>
          </a:xfrm>
          <a:prstGeom prst="rect">
            <a:avLst/>
          </a:prstGeom>
          <a:no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rPr>
              <a:t>Agentic AI Task</a:t>
            </a:r>
          </a:p>
        </p:txBody>
      </p:sp>
      <p:sp>
        <p:nvSpPr>
          <p:cNvPr id="63" name="TextBox 62">
            <a:extLst>
              <a:ext uri="{FF2B5EF4-FFF2-40B4-BE49-F238E27FC236}">
                <a16:creationId xmlns:a16="http://schemas.microsoft.com/office/drawing/2014/main" id="{CE1A2F6C-CA9E-1D5A-2AB3-CDC13363515A}"/>
              </a:ext>
            </a:extLst>
          </p:cNvPr>
          <p:cNvSpPr txBox="1"/>
          <p:nvPr/>
        </p:nvSpPr>
        <p:spPr>
          <a:xfrm>
            <a:off x="6520548" y="1668169"/>
            <a:ext cx="4886012" cy="73866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ptos"/>
                <a:ea typeface="+mn-ea"/>
                <a:cs typeface="+mn-cs"/>
              </a:rPr>
              <a:t>Design end-to-end AI solutions covering use cases, model architecture, data pipelines, integrations, and performance/security requirements</a:t>
            </a:r>
            <a:endParaRPr kumimoji="0" lang="en-US" sz="14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endParaRPr>
          </a:p>
        </p:txBody>
      </p:sp>
      <p:sp>
        <p:nvSpPr>
          <p:cNvPr id="65" name="TextBox 64">
            <a:extLst>
              <a:ext uri="{FF2B5EF4-FFF2-40B4-BE49-F238E27FC236}">
                <a16:creationId xmlns:a16="http://schemas.microsoft.com/office/drawing/2014/main" id="{D485F04E-7B1B-8F0F-CC18-1650E18422BA}"/>
              </a:ext>
            </a:extLst>
          </p:cNvPr>
          <p:cNvSpPr txBox="1"/>
          <p:nvPr/>
        </p:nvSpPr>
        <p:spPr>
          <a:xfrm>
            <a:off x="6519725" y="2593006"/>
            <a:ext cx="4886012" cy="73866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t>Create adaptive, context-aware user interfaces that respond in real time to AI decisions and user behavior, ensuring accessibility, clarity, and impactful AI insights</a:t>
            </a:r>
            <a:endParaRPr kumimoji="0" lang="en-US" sz="14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endParaRPr>
          </a:p>
        </p:txBody>
      </p:sp>
      <p:sp>
        <p:nvSpPr>
          <p:cNvPr id="66" name="TextBox 65">
            <a:extLst>
              <a:ext uri="{FF2B5EF4-FFF2-40B4-BE49-F238E27FC236}">
                <a16:creationId xmlns:a16="http://schemas.microsoft.com/office/drawing/2014/main" id="{7B887282-566F-A211-33E1-2903E2A45D08}"/>
              </a:ext>
            </a:extLst>
          </p:cNvPr>
          <p:cNvSpPr txBox="1"/>
          <p:nvPr/>
        </p:nvSpPr>
        <p:spPr>
          <a:xfrm>
            <a:off x="6567430" y="3699418"/>
            <a:ext cx="4886012"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ptos"/>
                <a:ea typeface="+mn-ea"/>
                <a:cs typeface="+mn-cs"/>
              </a:rPr>
              <a:t>Design test data and strategies for validating AI models, including adversarial and bias testing</a:t>
            </a:r>
          </a:p>
        </p:txBody>
      </p:sp>
      <p:sp>
        <p:nvSpPr>
          <p:cNvPr id="67" name="TextBox 66">
            <a:extLst>
              <a:ext uri="{FF2B5EF4-FFF2-40B4-BE49-F238E27FC236}">
                <a16:creationId xmlns:a16="http://schemas.microsoft.com/office/drawing/2014/main" id="{104C387E-7CB8-8896-A427-424FADE8193F}"/>
              </a:ext>
            </a:extLst>
          </p:cNvPr>
          <p:cNvSpPr txBox="1"/>
          <p:nvPr/>
        </p:nvSpPr>
        <p:spPr>
          <a:xfrm>
            <a:off x="6567430" y="4715679"/>
            <a:ext cx="4886012"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ptos"/>
                <a:ea typeface="+mn-ea"/>
                <a:cs typeface="+mn-cs"/>
              </a:rPr>
              <a:t>Review AI designs for traceability, feasibility, and NFR compliance</a:t>
            </a:r>
            <a:endParaRPr kumimoji="0" lang="en-US" sz="14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endParaRPr>
          </a:p>
        </p:txBody>
      </p:sp>
      <p:sp>
        <p:nvSpPr>
          <p:cNvPr id="68" name="TextBox 67">
            <a:extLst>
              <a:ext uri="{FF2B5EF4-FFF2-40B4-BE49-F238E27FC236}">
                <a16:creationId xmlns:a16="http://schemas.microsoft.com/office/drawing/2014/main" id="{DED12C23-3094-7FD7-D04E-9875C5BAF2C9}"/>
              </a:ext>
            </a:extLst>
          </p:cNvPr>
          <p:cNvSpPr txBox="1"/>
          <p:nvPr/>
        </p:nvSpPr>
        <p:spPr>
          <a:xfrm>
            <a:off x="6517257" y="5621273"/>
            <a:ext cx="4886012" cy="73866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ptos"/>
                <a:ea typeface="+mn-ea"/>
                <a:cs typeface="+mn-cs"/>
              </a:rPr>
              <a:t>Develop and execute end-to-end testing and usability evaluation strategies with adaptive, autonomous decision-making to optimize system performance and user experience</a:t>
            </a:r>
          </a:p>
        </p:txBody>
      </p:sp>
      <p:sp>
        <p:nvSpPr>
          <p:cNvPr id="69" name="TextBox 68">
            <a:extLst>
              <a:ext uri="{FF2B5EF4-FFF2-40B4-BE49-F238E27FC236}">
                <a16:creationId xmlns:a16="http://schemas.microsoft.com/office/drawing/2014/main" id="{ED79359F-703C-51C2-78A6-54D928C48C01}"/>
              </a:ext>
            </a:extLst>
          </p:cNvPr>
          <p:cNvSpPr txBox="1"/>
          <p:nvPr/>
        </p:nvSpPr>
        <p:spPr>
          <a:xfrm>
            <a:off x="2263006" y="3614406"/>
            <a:ext cx="3247662"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ptos"/>
                <a:ea typeface="+mn-ea"/>
                <a:cs typeface="+mn-cs"/>
              </a:rPr>
              <a:t>Implement a unified automated testing strategy encompassing data generation, security and performance planning, scenario creation, and test automation</a:t>
            </a:r>
          </a:p>
        </p:txBody>
      </p:sp>
      <p:sp>
        <p:nvSpPr>
          <p:cNvPr id="70" name="TextBox 69">
            <a:extLst>
              <a:ext uri="{FF2B5EF4-FFF2-40B4-BE49-F238E27FC236}">
                <a16:creationId xmlns:a16="http://schemas.microsoft.com/office/drawing/2014/main" id="{C2D1C779-2AD8-1B41-B1B2-3A3BB3084C24}"/>
              </a:ext>
            </a:extLst>
          </p:cNvPr>
          <p:cNvSpPr txBox="1"/>
          <p:nvPr/>
        </p:nvSpPr>
        <p:spPr>
          <a:xfrm>
            <a:off x="2263006" y="4610285"/>
            <a:ext cx="3247662"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ptos"/>
                <a:ea typeface="+mn-ea"/>
                <a:cs typeface="+mn-cs"/>
              </a:rPr>
              <a:t>Ensure requirement traceability, functional feasibility, and coverage of non-functional requirements (NFRs)</a:t>
            </a:r>
          </a:p>
        </p:txBody>
      </p:sp>
      <p:sp>
        <p:nvSpPr>
          <p:cNvPr id="71" name="TextBox 70">
            <a:extLst>
              <a:ext uri="{FF2B5EF4-FFF2-40B4-BE49-F238E27FC236}">
                <a16:creationId xmlns:a16="http://schemas.microsoft.com/office/drawing/2014/main" id="{00CEAB5C-3867-F28C-B200-7350FAAA2DBA}"/>
              </a:ext>
            </a:extLst>
          </p:cNvPr>
          <p:cNvSpPr txBox="1"/>
          <p:nvPr/>
        </p:nvSpPr>
        <p:spPr>
          <a:xfrm>
            <a:off x="2263006" y="5559717"/>
            <a:ext cx="3247662"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ptos"/>
                <a:ea typeface="+mn-ea"/>
                <a:cs typeface="+mn-cs"/>
              </a:rPr>
              <a:t>Conduct comprehensive functional and non-functional testing (including UAT) and define, review, and refine usability and A/B testing strategies</a:t>
            </a:r>
          </a:p>
        </p:txBody>
      </p:sp>
      <p:sp>
        <p:nvSpPr>
          <p:cNvPr id="72" name="TextBox 71">
            <a:extLst>
              <a:ext uri="{FF2B5EF4-FFF2-40B4-BE49-F238E27FC236}">
                <a16:creationId xmlns:a16="http://schemas.microsoft.com/office/drawing/2014/main" id="{8FCD2854-41FF-C6C8-122F-7DAD412DC031}"/>
              </a:ext>
            </a:extLst>
          </p:cNvPr>
          <p:cNvSpPr txBox="1"/>
          <p:nvPr/>
        </p:nvSpPr>
        <p:spPr>
          <a:xfrm>
            <a:off x="2238337" y="1679943"/>
            <a:ext cx="3272328"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Develop comprehensive solution design encompassing use cases, high-level architecture, data models, integration, performance, and security</a:t>
            </a:r>
            <a:endParaRPr kumimoji="0" lang="en-US" sz="12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endParaRPr>
          </a:p>
        </p:txBody>
      </p:sp>
      <p:sp>
        <p:nvSpPr>
          <p:cNvPr id="73" name="TextBox 72">
            <a:extLst>
              <a:ext uri="{FF2B5EF4-FFF2-40B4-BE49-F238E27FC236}">
                <a16:creationId xmlns:a16="http://schemas.microsoft.com/office/drawing/2014/main" id="{97F0B1CC-E6C8-23E1-C570-EC2D4C57C4AD}"/>
              </a:ext>
            </a:extLst>
          </p:cNvPr>
          <p:cNvSpPr txBox="1"/>
          <p:nvPr/>
        </p:nvSpPr>
        <p:spPr>
          <a:xfrm>
            <a:off x="2185751" y="2745942"/>
            <a:ext cx="3324914"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ptos"/>
                <a:ea typeface="+mn-ea"/>
                <a:cs typeface="+mn-cs"/>
              </a:rPr>
              <a:t>Create static interface designs including layout, visual hierarchy, and components aligned with brand guidelines and accessibility compliance</a:t>
            </a:r>
            <a:endParaRPr kumimoji="0" lang="en-US" sz="12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endParaRPr>
          </a:p>
        </p:txBody>
      </p:sp>
      <p:grpSp>
        <p:nvGrpSpPr>
          <p:cNvPr id="37" name="Group 36">
            <a:extLst>
              <a:ext uri="{FF2B5EF4-FFF2-40B4-BE49-F238E27FC236}">
                <a16:creationId xmlns:a16="http://schemas.microsoft.com/office/drawing/2014/main" id="{9B51E52A-7965-BEBD-CFC4-FE5221E78C5B}"/>
              </a:ext>
            </a:extLst>
          </p:cNvPr>
          <p:cNvGrpSpPr/>
          <p:nvPr/>
        </p:nvGrpSpPr>
        <p:grpSpPr>
          <a:xfrm>
            <a:off x="3021164" y="601015"/>
            <a:ext cx="9172634" cy="276999"/>
            <a:chOff x="3021164" y="601015"/>
            <a:chExt cx="9172634" cy="276999"/>
          </a:xfrm>
        </p:grpSpPr>
        <p:sp>
          <p:nvSpPr>
            <p:cNvPr id="8" name="TextBox 7">
              <a:extLst>
                <a:ext uri="{FF2B5EF4-FFF2-40B4-BE49-F238E27FC236}">
                  <a16:creationId xmlns:a16="http://schemas.microsoft.com/office/drawing/2014/main" id="{2D8D064E-0F3E-38C2-5CD3-A9148CEB0882}"/>
                </a:ext>
              </a:extLst>
            </p:cNvPr>
            <p:cNvSpPr txBox="1"/>
            <p:nvPr/>
          </p:nvSpPr>
          <p:spPr>
            <a:xfrm>
              <a:off x="3021164" y="601015"/>
              <a:ext cx="2223936" cy="276999"/>
            </a:xfrm>
            <a:prstGeom prst="rect">
              <a:avLst/>
            </a:prstGeom>
            <a:noFill/>
          </p:spPr>
          <p:txBody>
            <a:bodyPr wrap="square" rtlCol="0">
              <a:spAutoFit/>
            </a:bodyPr>
            <a:lstStyle/>
            <a:p>
              <a:r>
                <a:rPr lang="en-IN" sz="1200" i="1">
                  <a:latin typeface="Verdana" panose="020B0604030504040204" pitchFamily="34" charset="0"/>
                  <a:ea typeface="Verdana" panose="020B0604030504040204" pitchFamily="34" charset="0"/>
                </a:rPr>
                <a:t>Responsible:</a:t>
              </a:r>
            </a:p>
          </p:txBody>
        </p:sp>
        <p:sp>
          <p:nvSpPr>
            <p:cNvPr id="14" name="TextBox 13">
              <a:extLst>
                <a:ext uri="{FF2B5EF4-FFF2-40B4-BE49-F238E27FC236}">
                  <a16:creationId xmlns:a16="http://schemas.microsoft.com/office/drawing/2014/main" id="{22B4E847-A864-0880-85C4-D1DE335B339C}"/>
                </a:ext>
              </a:extLst>
            </p:cNvPr>
            <p:cNvSpPr txBox="1"/>
            <p:nvPr/>
          </p:nvSpPr>
          <p:spPr>
            <a:xfrm>
              <a:off x="5337397" y="601015"/>
              <a:ext cx="2223936" cy="276999"/>
            </a:xfrm>
            <a:prstGeom prst="rect">
              <a:avLst/>
            </a:prstGeom>
            <a:noFill/>
          </p:spPr>
          <p:txBody>
            <a:bodyPr wrap="square" rtlCol="0">
              <a:spAutoFit/>
            </a:bodyPr>
            <a:lstStyle/>
            <a:p>
              <a:r>
                <a:rPr lang="en-IN" sz="1200" i="1">
                  <a:latin typeface="Verdana" panose="020B0604030504040204" pitchFamily="34" charset="0"/>
                  <a:ea typeface="Verdana" panose="020B0604030504040204" pitchFamily="34" charset="0"/>
                </a:rPr>
                <a:t>Accountable:</a:t>
              </a:r>
            </a:p>
          </p:txBody>
        </p:sp>
        <p:sp>
          <p:nvSpPr>
            <p:cNvPr id="35" name="TextBox 34">
              <a:extLst>
                <a:ext uri="{FF2B5EF4-FFF2-40B4-BE49-F238E27FC236}">
                  <a16:creationId xmlns:a16="http://schemas.microsoft.com/office/drawing/2014/main" id="{9B6C1F0B-81E5-F211-9302-A34AC4C5135E}"/>
                </a:ext>
              </a:extLst>
            </p:cNvPr>
            <p:cNvSpPr txBox="1"/>
            <p:nvPr/>
          </p:nvSpPr>
          <p:spPr>
            <a:xfrm>
              <a:off x="9969862" y="601015"/>
              <a:ext cx="2223936" cy="276999"/>
            </a:xfrm>
            <a:prstGeom prst="rect">
              <a:avLst/>
            </a:prstGeom>
            <a:noFill/>
          </p:spPr>
          <p:txBody>
            <a:bodyPr wrap="square" rtlCol="0">
              <a:spAutoFit/>
            </a:bodyPr>
            <a:lstStyle/>
            <a:p>
              <a:r>
                <a:rPr lang="en-IN" sz="1200" i="1">
                  <a:latin typeface="Verdana" panose="020B0604030504040204" pitchFamily="34" charset="0"/>
                  <a:ea typeface="Verdana" panose="020B0604030504040204" pitchFamily="34" charset="0"/>
                </a:rPr>
                <a:t>Informed:</a:t>
              </a:r>
            </a:p>
          </p:txBody>
        </p:sp>
        <p:sp>
          <p:nvSpPr>
            <p:cNvPr id="36" name="TextBox 35">
              <a:extLst>
                <a:ext uri="{FF2B5EF4-FFF2-40B4-BE49-F238E27FC236}">
                  <a16:creationId xmlns:a16="http://schemas.microsoft.com/office/drawing/2014/main" id="{CADA3501-6506-2000-C52B-DD449F25774C}"/>
                </a:ext>
              </a:extLst>
            </p:cNvPr>
            <p:cNvSpPr txBox="1"/>
            <p:nvPr/>
          </p:nvSpPr>
          <p:spPr>
            <a:xfrm>
              <a:off x="7653630" y="601015"/>
              <a:ext cx="2223936" cy="276999"/>
            </a:xfrm>
            <a:prstGeom prst="rect">
              <a:avLst/>
            </a:prstGeom>
            <a:noFill/>
          </p:spPr>
          <p:txBody>
            <a:bodyPr wrap="square" rtlCol="0">
              <a:spAutoFit/>
            </a:bodyPr>
            <a:lstStyle/>
            <a:p>
              <a:r>
                <a:rPr lang="en-IN" sz="1200" i="1">
                  <a:latin typeface="Verdana" panose="020B0604030504040204" pitchFamily="34" charset="0"/>
                  <a:ea typeface="Verdana" panose="020B0604030504040204" pitchFamily="34" charset="0"/>
                </a:rPr>
                <a:t>Consulted:</a:t>
              </a:r>
            </a:p>
          </p:txBody>
        </p:sp>
      </p:grpSp>
    </p:spTree>
    <p:extLst>
      <p:ext uri="{BB962C8B-B14F-4D97-AF65-F5344CB8AC3E}">
        <p14:creationId xmlns:p14="http://schemas.microsoft.com/office/powerpoint/2010/main" val="40259767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BB3BD6-8342-D898-2B61-B8292CA673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8C5F21-E832-DF98-8F2E-48232EB329B2}"/>
              </a:ext>
            </a:extLst>
          </p:cNvPr>
          <p:cNvSpPr>
            <a:spLocks noGrp="1"/>
          </p:cNvSpPr>
          <p:nvPr>
            <p:ph type="title"/>
          </p:nvPr>
        </p:nvSpPr>
        <p:spPr>
          <a:xfrm>
            <a:off x="593461" y="264653"/>
            <a:ext cx="10668000" cy="438725"/>
          </a:xfrm>
        </p:spPr>
        <p:txBody>
          <a:bodyPr/>
          <a:lstStyle/>
          <a:p>
            <a:r>
              <a:rPr lang="en-IN" dirty="0"/>
              <a:t>4.5 Development</a:t>
            </a:r>
          </a:p>
        </p:txBody>
      </p:sp>
      <p:sp>
        <p:nvSpPr>
          <p:cNvPr id="3" name="Rectangle 2">
            <a:extLst>
              <a:ext uri="{FF2B5EF4-FFF2-40B4-BE49-F238E27FC236}">
                <a16:creationId xmlns:a16="http://schemas.microsoft.com/office/drawing/2014/main" id="{68250C67-BB67-7ED3-B3DA-C23191E35849}"/>
              </a:ext>
            </a:extLst>
          </p:cNvPr>
          <p:cNvSpPr/>
          <p:nvPr/>
        </p:nvSpPr>
        <p:spPr>
          <a:xfrm>
            <a:off x="593461" y="5477113"/>
            <a:ext cx="11228615" cy="864831"/>
          </a:xfrm>
          <a:prstGeom prst="rect">
            <a:avLst/>
          </a:prstGeom>
          <a:solidFill>
            <a:sysClr val="window" lastClr="FFFFFF">
              <a:lumMod val="95000"/>
            </a:sysClr>
          </a:solidFill>
          <a:ln w="6350" cap="flat" cmpd="sng" algn="ctr">
            <a:noFill/>
            <a:prstDash val="solid"/>
            <a:miter lim="800000"/>
          </a:ln>
          <a:effectLst/>
        </p:spPr>
        <p:txBody>
          <a:bodyPr lIns="853440" rtlCol="0" anchor="ctr"/>
          <a:lstStyle/>
          <a:p>
            <a:pPr marL="0" marR="0" lvl="0" indent="0" algn="l" defTabSz="914013" rtl="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gradFill>
                <a:gsLst>
                  <a:gs pos="0">
                    <a:srgbClr val="00B140"/>
                  </a:gs>
                  <a:gs pos="100000">
                    <a:srgbClr val="0033B4">
                      <a:lumMod val="45000"/>
                      <a:lumOff val="55000"/>
                    </a:srgbClr>
                  </a:gs>
                </a:gsLst>
                <a:lin ang="13500000" scaled="1"/>
              </a:gradFill>
              <a:effectLst/>
              <a:uLnTx/>
              <a:uFillTx/>
              <a:latin typeface="HelveticaNeueLT Std" panose="020B0604020202020204" pitchFamily="34" charset="0"/>
              <a:ea typeface="MS PGothic" pitchFamily="34" charset="-128"/>
              <a:cs typeface="+mn-cs"/>
            </a:endParaRPr>
          </a:p>
        </p:txBody>
      </p:sp>
      <p:sp>
        <p:nvSpPr>
          <p:cNvPr id="4" name="Rectangle 3">
            <a:extLst>
              <a:ext uri="{FF2B5EF4-FFF2-40B4-BE49-F238E27FC236}">
                <a16:creationId xmlns:a16="http://schemas.microsoft.com/office/drawing/2014/main" id="{7C476660-B9A1-5366-2099-6BC662A55910}"/>
              </a:ext>
            </a:extLst>
          </p:cNvPr>
          <p:cNvSpPr/>
          <p:nvPr/>
        </p:nvSpPr>
        <p:spPr>
          <a:xfrm>
            <a:off x="593461" y="3554953"/>
            <a:ext cx="11228615" cy="847789"/>
          </a:xfrm>
          <a:prstGeom prst="rect">
            <a:avLst/>
          </a:prstGeom>
          <a:solidFill>
            <a:sysClr val="window" lastClr="FFFFFF">
              <a:lumMod val="95000"/>
            </a:sysClr>
          </a:solidFill>
          <a:ln w="6350" cap="flat" cmpd="sng" algn="ctr">
            <a:noFill/>
            <a:prstDash val="solid"/>
            <a:miter lim="800000"/>
          </a:ln>
          <a:effectLst/>
        </p:spPr>
        <p:txBody>
          <a:bodyPr lIns="853440" rtlCol="0" anchor="ctr"/>
          <a:lstStyle/>
          <a:p>
            <a:pPr marL="0" marR="0" lvl="0" indent="0" algn="l" defTabSz="914013" rtl="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gradFill>
                <a:gsLst>
                  <a:gs pos="0">
                    <a:srgbClr val="00B140"/>
                  </a:gs>
                  <a:gs pos="100000">
                    <a:srgbClr val="0033B4">
                      <a:lumMod val="45000"/>
                      <a:lumOff val="55000"/>
                    </a:srgbClr>
                  </a:gs>
                </a:gsLst>
                <a:lin ang="13500000" scaled="1"/>
              </a:gradFill>
              <a:effectLst/>
              <a:uLnTx/>
              <a:uFillTx/>
              <a:latin typeface="HelveticaNeueLT Std" panose="020B0604020202020204" pitchFamily="34" charset="0"/>
              <a:ea typeface="MS PGothic" pitchFamily="34" charset="-128"/>
              <a:cs typeface="+mn-cs"/>
            </a:endParaRPr>
          </a:p>
        </p:txBody>
      </p:sp>
      <p:sp>
        <p:nvSpPr>
          <p:cNvPr id="5" name="Rectangle 4">
            <a:extLst>
              <a:ext uri="{FF2B5EF4-FFF2-40B4-BE49-F238E27FC236}">
                <a16:creationId xmlns:a16="http://schemas.microsoft.com/office/drawing/2014/main" id="{9995F123-A2D4-2699-7BFB-1525C5CEF5AA}"/>
              </a:ext>
            </a:extLst>
          </p:cNvPr>
          <p:cNvSpPr/>
          <p:nvPr/>
        </p:nvSpPr>
        <p:spPr>
          <a:xfrm>
            <a:off x="593461" y="4501604"/>
            <a:ext cx="11228615" cy="864831"/>
          </a:xfrm>
          <a:prstGeom prst="rect">
            <a:avLst/>
          </a:prstGeom>
          <a:solidFill>
            <a:sysClr val="window" lastClr="FFFFFF">
              <a:lumMod val="95000"/>
            </a:sysClr>
          </a:solidFill>
          <a:ln w="6350" cap="flat" cmpd="sng" algn="ctr">
            <a:noFill/>
            <a:prstDash val="solid"/>
            <a:miter lim="800000"/>
          </a:ln>
          <a:effectLst/>
        </p:spPr>
        <p:txBody>
          <a:bodyPr lIns="853440" rtlCol="0" anchor="ctr"/>
          <a:lstStyle/>
          <a:p>
            <a:pPr marL="0" marR="0" lvl="0" indent="0" algn="l" defTabSz="914013" rtl="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gradFill>
                <a:gsLst>
                  <a:gs pos="0">
                    <a:srgbClr val="00B140"/>
                  </a:gs>
                  <a:gs pos="100000">
                    <a:srgbClr val="0033B4">
                      <a:lumMod val="45000"/>
                      <a:lumOff val="55000"/>
                    </a:srgbClr>
                  </a:gs>
                </a:gsLst>
                <a:lin ang="13500000" scaled="1"/>
              </a:gradFill>
              <a:effectLst/>
              <a:uLnTx/>
              <a:uFillTx/>
              <a:latin typeface="HelveticaNeueLT Std" panose="020B0604020202020204" pitchFamily="34" charset="0"/>
              <a:ea typeface="MS PGothic" pitchFamily="34" charset="-128"/>
              <a:cs typeface="+mn-cs"/>
            </a:endParaRPr>
          </a:p>
        </p:txBody>
      </p:sp>
      <p:sp>
        <p:nvSpPr>
          <p:cNvPr id="6" name="Rectangle 5">
            <a:extLst>
              <a:ext uri="{FF2B5EF4-FFF2-40B4-BE49-F238E27FC236}">
                <a16:creationId xmlns:a16="http://schemas.microsoft.com/office/drawing/2014/main" id="{138B8631-9D15-3038-6B4B-451349E5BC04}"/>
              </a:ext>
            </a:extLst>
          </p:cNvPr>
          <p:cNvSpPr/>
          <p:nvPr/>
        </p:nvSpPr>
        <p:spPr>
          <a:xfrm>
            <a:off x="593461" y="1647149"/>
            <a:ext cx="11228616" cy="847789"/>
          </a:xfrm>
          <a:prstGeom prst="rect">
            <a:avLst/>
          </a:prstGeom>
          <a:solidFill>
            <a:sysClr val="window" lastClr="FFFFFF">
              <a:lumMod val="95000"/>
            </a:sysClr>
          </a:solidFill>
          <a:ln w="6350" cap="flat" cmpd="sng" algn="ctr">
            <a:noFill/>
            <a:prstDash val="solid"/>
            <a:miter lim="800000"/>
          </a:ln>
          <a:effectLst/>
        </p:spPr>
        <p:txBody>
          <a:bodyPr lIns="853440" rtlCol="0" anchor="ctr"/>
          <a:lstStyle/>
          <a:p>
            <a:pPr marL="0" marR="0" lvl="0" indent="0" algn="l" defTabSz="914013" rtl="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gradFill>
                <a:gsLst>
                  <a:gs pos="0">
                    <a:srgbClr val="00B140"/>
                  </a:gs>
                  <a:gs pos="100000">
                    <a:srgbClr val="0033B4">
                      <a:lumMod val="45000"/>
                      <a:lumOff val="55000"/>
                    </a:srgbClr>
                  </a:gs>
                </a:gsLst>
                <a:lin ang="13500000" scaled="1"/>
              </a:gradFill>
              <a:effectLst/>
              <a:uLnTx/>
              <a:uFillTx/>
              <a:latin typeface="HelveticaNeueLT Std" panose="020B0604020202020204" pitchFamily="34" charset="0"/>
              <a:ea typeface="MS PGothic" pitchFamily="34" charset="-128"/>
              <a:cs typeface="+mn-cs"/>
            </a:endParaRPr>
          </a:p>
        </p:txBody>
      </p:sp>
      <p:sp>
        <p:nvSpPr>
          <p:cNvPr id="7" name="Rectangle 6">
            <a:extLst>
              <a:ext uri="{FF2B5EF4-FFF2-40B4-BE49-F238E27FC236}">
                <a16:creationId xmlns:a16="http://schemas.microsoft.com/office/drawing/2014/main" id="{7F34E74E-61DA-D29B-10DE-8FC4EEF53542}"/>
              </a:ext>
            </a:extLst>
          </p:cNvPr>
          <p:cNvSpPr/>
          <p:nvPr/>
        </p:nvSpPr>
        <p:spPr>
          <a:xfrm>
            <a:off x="593461" y="2593800"/>
            <a:ext cx="11228615" cy="864831"/>
          </a:xfrm>
          <a:prstGeom prst="rect">
            <a:avLst/>
          </a:prstGeom>
          <a:solidFill>
            <a:sysClr val="window" lastClr="FFFFFF">
              <a:lumMod val="95000"/>
            </a:sysClr>
          </a:solidFill>
          <a:ln w="6350" cap="flat" cmpd="sng" algn="ctr">
            <a:noFill/>
            <a:prstDash val="solid"/>
            <a:miter lim="800000"/>
          </a:ln>
          <a:effectLst/>
        </p:spPr>
        <p:txBody>
          <a:bodyPr lIns="853440" rtlCol="0" anchor="ctr"/>
          <a:lstStyle/>
          <a:p>
            <a:pPr marL="0" marR="0" lvl="0" indent="0" algn="l" defTabSz="914013" rtl="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gradFill>
                <a:gsLst>
                  <a:gs pos="0">
                    <a:srgbClr val="00B140"/>
                  </a:gs>
                  <a:gs pos="100000">
                    <a:srgbClr val="0033B4">
                      <a:lumMod val="45000"/>
                      <a:lumOff val="55000"/>
                    </a:srgbClr>
                  </a:gs>
                </a:gsLst>
                <a:lin ang="13500000" scaled="1"/>
              </a:gradFill>
              <a:effectLst/>
              <a:uLnTx/>
              <a:uFillTx/>
              <a:latin typeface="HelveticaNeueLT Std" panose="020B0604020202020204" pitchFamily="34" charset="0"/>
              <a:ea typeface="MS PGothic" pitchFamily="34" charset="-128"/>
              <a:cs typeface="+mn-cs"/>
            </a:endParaRPr>
          </a:p>
        </p:txBody>
      </p:sp>
      <p:sp>
        <p:nvSpPr>
          <p:cNvPr id="9" name="Rectangle 8">
            <a:extLst>
              <a:ext uri="{FF2B5EF4-FFF2-40B4-BE49-F238E27FC236}">
                <a16:creationId xmlns:a16="http://schemas.microsoft.com/office/drawing/2014/main" id="{16D46CF2-B9C1-837E-8A75-C06EFB8EAA10}"/>
              </a:ext>
            </a:extLst>
          </p:cNvPr>
          <p:cNvSpPr/>
          <p:nvPr/>
        </p:nvSpPr>
        <p:spPr>
          <a:xfrm>
            <a:off x="2186580" y="2610497"/>
            <a:ext cx="3369319" cy="836407"/>
          </a:xfrm>
          <a:prstGeom prst="rect">
            <a:avLst/>
          </a:prstGeom>
          <a:solidFill>
            <a:sysClr val="window" lastClr="FFFFFF"/>
          </a:solidFill>
          <a:ln w="25400" cap="flat" cmpd="sng" algn="ctr">
            <a:solidFill>
              <a:srgbClr val="6363C8">
                <a:alpha val="4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srgbClr val="000000"/>
              </a:solidFill>
              <a:effectLst/>
              <a:uLnTx/>
              <a:uFillTx/>
              <a:latin typeface="HelveticaNeueLT Std" panose="020B0604020202020204" pitchFamily="34" charset="0"/>
              <a:ea typeface="+mn-ea"/>
              <a:cs typeface="Arial" panose="020B0604020202020204" pitchFamily="34" charset="0"/>
            </a:endParaRPr>
          </a:p>
        </p:txBody>
      </p:sp>
      <p:sp>
        <p:nvSpPr>
          <p:cNvPr id="10" name="Rectangle 9">
            <a:extLst>
              <a:ext uri="{FF2B5EF4-FFF2-40B4-BE49-F238E27FC236}">
                <a16:creationId xmlns:a16="http://schemas.microsoft.com/office/drawing/2014/main" id="{E2EEF93B-6474-AE0A-C781-73DC82227D13}"/>
              </a:ext>
            </a:extLst>
          </p:cNvPr>
          <p:cNvSpPr/>
          <p:nvPr/>
        </p:nvSpPr>
        <p:spPr>
          <a:xfrm>
            <a:off x="2186580" y="1647952"/>
            <a:ext cx="3369319" cy="836407"/>
          </a:xfrm>
          <a:prstGeom prst="rect">
            <a:avLst/>
          </a:prstGeom>
          <a:solidFill>
            <a:sysClr val="window" lastClr="FFFFFF"/>
          </a:solidFill>
          <a:ln w="25400" cap="flat" cmpd="sng" algn="ctr">
            <a:solidFill>
              <a:srgbClr val="6363C8">
                <a:alpha val="40000"/>
              </a:srgbClr>
            </a:solidFill>
            <a:prstDash val="solid"/>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IN" sz="1400" b="0" i="0" u="none" strike="noStrike" kern="0" cap="none" spc="0" normalizeH="0" baseline="0" noProof="0">
              <a:ln>
                <a:noFill/>
              </a:ln>
              <a:solidFill>
                <a:srgbClr val="000000"/>
              </a:solidFill>
              <a:effectLst/>
              <a:uLnTx/>
              <a:uFillTx/>
              <a:latin typeface="HelveticaNeueLT Std" panose="020B0604020202020204" pitchFamily="34" charset="0"/>
              <a:ea typeface="+mn-ea"/>
              <a:cs typeface="Arial" panose="020B0604020202020204" pitchFamily="34" charset="0"/>
            </a:endParaRPr>
          </a:p>
        </p:txBody>
      </p:sp>
      <p:sp>
        <p:nvSpPr>
          <p:cNvPr id="11" name="Rectangle 10">
            <a:extLst>
              <a:ext uri="{FF2B5EF4-FFF2-40B4-BE49-F238E27FC236}">
                <a16:creationId xmlns:a16="http://schemas.microsoft.com/office/drawing/2014/main" id="{90929480-E931-7B01-D7CD-AA887832A24B}"/>
              </a:ext>
            </a:extLst>
          </p:cNvPr>
          <p:cNvSpPr/>
          <p:nvPr/>
        </p:nvSpPr>
        <p:spPr>
          <a:xfrm>
            <a:off x="2186580" y="3573044"/>
            <a:ext cx="3369319" cy="836407"/>
          </a:xfrm>
          <a:prstGeom prst="rect">
            <a:avLst/>
          </a:prstGeom>
          <a:solidFill>
            <a:sysClr val="window" lastClr="FFFFFF"/>
          </a:solidFill>
          <a:ln w="25400" cap="flat" cmpd="sng" algn="ctr">
            <a:solidFill>
              <a:srgbClr val="6363C8">
                <a:alpha val="4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srgbClr val="000000"/>
              </a:solidFill>
              <a:effectLst/>
              <a:uLnTx/>
              <a:uFillTx/>
              <a:latin typeface="HelveticaNeueLT Std" panose="020B0604020202020204" pitchFamily="34" charset="0"/>
              <a:ea typeface="+mn-ea"/>
              <a:cs typeface="Arial" panose="020B0604020202020204" pitchFamily="34" charset="0"/>
            </a:endParaRPr>
          </a:p>
        </p:txBody>
      </p:sp>
      <p:sp>
        <p:nvSpPr>
          <p:cNvPr id="12" name="Rectangle 11">
            <a:extLst>
              <a:ext uri="{FF2B5EF4-FFF2-40B4-BE49-F238E27FC236}">
                <a16:creationId xmlns:a16="http://schemas.microsoft.com/office/drawing/2014/main" id="{6CB80E43-510A-5725-DB0B-21EFEADA2B8A}"/>
              </a:ext>
            </a:extLst>
          </p:cNvPr>
          <p:cNvSpPr/>
          <p:nvPr/>
        </p:nvSpPr>
        <p:spPr>
          <a:xfrm>
            <a:off x="2186580" y="4535589"/>
            <a:ext cx="3369319" cy="836407"/>
          </a:xfrm>
          <a:prstGeom prst="rect">
            <a:avLst/>
          </a:prstGeom>
          <a:solidFill>
            <a:sysClr val="window" lastClr="FFFFFF"/>
          </a:solidFill>
          <a:ln w="25400" cap="flat" cmpd="sng" algn="ctr">
            <a:solidFill>
              <a:srgbClr val="6363C8">
                <a:alpha val="4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srgbClr val="000000"/>
              </a:solidFill>
              <a:effectLst/>
              <a:uLnTx/>
              <a:uFillTx/>
              <a:latin typeface="HelveticaNeueLT Std" panose="020B0604020202020204" pitchFamily="34" charset="0"/>
              <a:ea typeface="+mn-ea"/>
              <a:cs typeface="Arial" panose="020B0604020202020204" pitchFamily="34" charset="0"/>
            </a:endParaRPr>
          </a:p>
        </p:txBody>
      </p:sp>
      <p:sp>
        <p:nvSpPr>
          <p:cNvPr id="13" name="Rectangle 12">
            <a:extLst>
              <a:ext uri="{FF2B5EF4-FFF2-40B4-BE49-F238E27FC236}">
                <a16:creationId xmlns:a16="http://schemas.microsoft.com/office/drawing/2014/main" id="{B48AE6BF-8697-1709-86B1-D63F982A6E6D}"/>
              </a:ext>
            </a:extLst>
          </p:cNvPr>
          <p:cNvSpPr/>
          <p:nvPr/>
        </p:nvSpPr>
        <p:spPr>
          <a:xfrm>
            <a:off x="2186580" y="5498133"/>
            <a:ext cx="3369319" cy="836407"/>
          </a:xfrm>
          <a:prstGeom prst="rect">
            <a:avLst/>
          </a:prstGeom>
          <a:solidFill>
            <a:sysClr val="window" lastClr="FFFFFF"/>
          </a:solidFill>
          <a:ln w="25400" cap="flat" cmpd="sng" algn="ctr">
            <a:solidFill>
              <a:srgbClr val="6363C8">
                <a:alpha val="4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srgbClr val="000000"/>
              </a:solidFill>
              <a:effectLst/>
              <a:uLnTx/>
              <a:uFillTx/>
              <a:latin typeface="HelveticaNeueLT Std" panose="020B0604020202020204" pitchFamily="34" charset="0"/>
              <a:ea typeface="+mn-ea"/>
              <a:cs typeface="Arial" panose="020B0604020202020204" pitchFamily="34" charset="0"/>
            </a:endParaRPr>
          </a:p>
        </p:txBody>
      </p:sp>
      <p:cxnSp>
        <p:nvCxnSpPr>
          <p:cNvPr id="20" name="Straight Connector 19">
            <a:extLst>
              <a:ext uri="{FF2B5EF4-FFF2-40B4-BE49-F238E27FC236}">
                <a16:creationId xmlns:a16="http://schemas.microsoft.com/office/drawing/2014/main" id="{4B89294B-47F4-2680-44A8-3AA91096B746}"/>
              </a:ext>
            </a:extLst>
          </p:cNvPr>
          <p:cNvCxnSpPr>
            <a:cxnSpLocks/>
          </p:cNvCxnSpPr>
          <p:nvPr/>
        </p:nvCxnSpPr>
        <p:spPr>
          <a:xfrm>
            <a:off x="5555898" y="1647952"/>
            <a:ext cx="0" cy="836407"/>
          </a:xfrm>
          <a:prstGeom prst="line">
            <a:avLst/>
          </a:prstGeom>
          <a:noFill/>
          <a:ln w="38100" cap="flat" cmpd="sng" algn="ctr">
            <a:solidFill>
              <a:srgbClr val="6363C8"/>
            </a:solidFill>
            <a:prstDash val="solid"/>
          </a:ln>
          <a:effectLst/>
        </p:spPr>
      </p:cxnSp>
      <p:cxnSp>
        <p:nvCxnSpPr>
          <p:cNvPr id="21" name="Straight Connector 20">
            <a:extLst>
              <a:ext uri="{FF2B5EF4-FFF2-40B4-BE49-F238E27FC236}">
                <a16:creationId xmlns:a16="http://schemas.microsoft.com/office/drawing/2014/main" id="{D064471A-B9E3-D5DE-E356-BE3A6F61179B}"/>
              </a:ext>
            </a:extLst>
          </p:cNvPr>
          <p:cNvCxnSpPr>
            <a:cxnSpLocks/>
          </p:cNvCxnSpPr>
          <p:nvPr/>
        </p:nvCxnSpPr>
        <p:spPr>
          <a:xfrm>
            <a:off x="5556722" y="2610497"/>
            <a:ext cx="0" cy="836407"/>
          </a:xfrm>
          <a:prstGeom prst="line">
            <a:avLst/>
          </a:prstGeom>
          <a:noFill/>
          <a:ln w="38100" cap="flat" cmpd="sng" algn="ctr">
            <a:solidFill>
              <a:srgbClr val="6363C8"/>
            </a:solidFill>
            <a:prstDash val="solid"/>
          </a:ln>
          <a:effectLst/>
        </p:spPr>
      </p:cxnSp>
      <p:cxnSp>
        <p:nvCxnSpPr>
          <p:cNvPr id="22" name="Straight Connector 21">
            <a:extLst>
              <a:ext uri="{FF2B5EF4-FFF2-40B4-BE49-F238E27FC236}">
                <a16:creationId xmlns:a16="http://schemas.microsoft.com/office/drawing/2014/main" id="{7D322169-6614-C14B-E35D-236F4893106C}"/>
              </a:ext>
            </a:extLst>
          </p:cNvPr>
          <p:cNvCxnSpPr>
            <a:cxnSpLocks/>
          </p:cNvCxnSpPr>
          <p:nvPr/>
        </p:nvCxnSpPr>
        <p:spPr>
          <a:xfrm>
            <a:off x="5557544" y="3573044"/>
            <a:ext cx="0" cy="836407"/>
          </a:xfrm>
          <a:prstGeom prst="line">
            <a:avLst/>
          </a:prstGeom>
          <a:noFill/>
          <a:ln w="38100" cap="flat" cmpd="sng" algn="ctr">
            <a:solidFill>
              <a:srgbClr val="6363C8"/>
            </a:solidFill>
            <a:prstDash val="solid"/>
          </a:ln>
          <a:effectLst/>
        </p:spPr>
      </p:cxnSp>
      <p:cxnSp>
        <p:nvCxnSpPr>
          <p:cNvPr id="23" name="Straight Connector 22">
            <a:extLst>
              <a:ext uri="{FF2B5EF4-FFF2-40B4-BE49-F238E27FC236}">
                <a16:creationId xmlns:a16="http://schemas.microsoft.com/office/drawing/2014/main" id="{061503A4-C0A5-3CDB-73BF-1FC040B382BA}"/>
              </a:ext>
            </a:extLst>
          </p:cNvPr>
          <p:cNvCxnSpPr>
            <a:cxnSpLocks/>
          </p:cNvCxnSpPr>
          <p:nvPr/>
        </p:nvCxnSpPr>
        <p:spPr>
          <a:xfrm>
            <a:off x="5558367" y="4535589"/>
            <a:ext cx="0" cy="836407"/>
          </a:xfrm>
          <a:prstGeom prst="line">
            <a:avLst/>
          </a:prstGeom>
          <a:noFill/>
          <a:ln w="38100" cap="flat" cmpd="sng" algn="ctr">
            <a:solidFill>
              <a:srgbClr val="6363C8"/>
            </a:solidFill>
            <a:prstDash val="solid"/>
          </a:ln>
          <a:effectLst/>
        </p:spPr>
      </p:cxnSp>
      <p:cxnSp>
        <p:nvCxnSpPr>
          <p:cNvPr id="24" name="Straight Connector 23">
            <a:extLst>
              <a:ext uri="{FF2B5EF4-FFF2-40B4-BE49-F238E27FC236}">
                <a16:creationId xmlns:a16="http://schemas.microsoft.com/office/drawing/2014/main" id="{E035A619-9AE1-EFD7-A174-0847B32CF303}"/>
              </a:ext>
            </a:extLst>
          </p:cNvPr>
          <p:cNvCxnSpPr>
            <a:cxnSpLocks/>
          </p:cNvCxnSpPr>
          <p:nvPr/>
        </p:nvCxnSpPr>
        <p:spPr>
          <a:xfrm>
            <a:off x="5559190" y="5498136"/>
            <a:ext cx="0" cy="836407"/>
          </a:xfrm>
          <a:prstGeom prst="line">
            <a:avLst/>
          </a:prstGeom>
          <a:noFill/>
          <a:ln w="38100" cap="flat" cmpd="sng" algn="ctr">
            <a:solidFill>
              <a:srgbClr val="6363C8"/>
            </a:solidFill>
            <a:prstDash val="solid"/>
          </a:ln>
          <a:effectLst/>
        </p:spPr>
      </p:cxnSp>
      <p:grpSp>
        <p:nvGrpSpPr>
          <p:cNvPr id="40" name="Group 39">
            <a:extLst>
              <a:ext uri="{FF2B5EF4-FFF2-40B4-BE49-F238E27FC236}">
                <a16:creationId xmlns:a16="http://schemas.microsoft.com/office/drawing/2014/main" id="{4590DB4B-3FDF-55B5-30F5-FBA99990E684}"/>
              </a:ext>
            </a:extLst>
          </p:cNvPr>
          <p:cNvGrpSpPr/>
          <p:nvPr/>
        </p:nvGrpSpPr>
        <p:grpSpPr>
          <a:xfrm>
            <a:off x="6520548" y="1647952"/>
            <a:ext cx="4886018" cy="4706808"/>
            <a:chOff x="5971036" y="1647952"/>
            <a:chExt cx="5435530" cy="4706808"/>
          </a:xfrm>
        </p:grpSpPr>
        <p:sp>
          <p:nvSpPr>
            <p:cNvPr id="15" name="Rectangle 14">
              <a:extLst>
                <a:ext uri="{FF2B5EF4-FFF2-40B4-BE49-F238E27FC236}">
                  <a16:creationId xmlns:a16="http://schemas.microsoft.com/office/drawing/2014/main" id="{7014FCE4-5868-25F8-36A5-59123E02391D}"/>
                </a:ext>
              </a:extLst>
            </p:cNvPr>
            <p:cNvSpPr/>
            <p:nvPr/>
          </p:nvSpPr>
          <p:spPr>
            <a:xfrm>
              <a:off x="5971037" y="2610497"/>
              <a:ext cx="5435529" cy="836407"/>
            </a:xfrm>
            <a:prstGeom prst="rect">
              <a:avLst/>
            </a:prstGeom>
            <a:solidFill>
              <a:sysClr val="window" lastClr="FFFFFF"/>
            </a:solidFill>
            <a:ln w="25400" cap="flat" cmpd="sng" algn="ctr">
              <a:solidFill>
                <a:srgbClr val="007F62">
                  <a:alpha val="4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lumMod val="50000"/>
                    <a:lumOff val="50000"/>
                  </a:srgbClr>
                </a:solidFill>
                <a:effectLst/>
                <a:uLnTx/>
                <a:uFillTx/>
                <a:latin typeface="HelveticaNeueLT Std" panose="020B0604020202020204" pitchFamily="34" charset="0"/>
                <a:ea typeface="+mn-ea"/>
                <a:cs typeface="Arial" panose="020B0604020202020204" pitchFamily="34" charset="0"/>
              </a:endParaRPr>
            </a:p>
          </p:txBody>
        </p:sp>
        <p:sp>
          <p:nvSpPr>
            <p:cNvPr id="16" name="Rectangle 15">
              <a:extLst>
                <a:ext uri="{FF2B5EF4-FFF2-40B4-BE49-F238E27FC236}">
                  <a16:creationId xmlns:a16="http://schemas.microsoft.com/office/drawing/2014/main" id="{1A8B2B86-E50A-85D7-C934-F67D1C6351CD}"/>
                </a:ext>
              </a:extLst>
            </p:cNvPr>
            <p:cNvSpPr/>
            <p:nvPr/>
          </p:nvSpPr>
          <p:spPr>
            <a:xfrm>
              <a:off x="5971037" y="1647952"/>
              <a:ext cx="5435529" cy="836407"/>
            </a:xfrm>
            <a:prstGeom prst="rect">
              <a:avLst/>
            </a:prstGeom>
            <a:solidFill>
              <a:sysClr val="window" lastClr="FFFFFF"/>
            </a:solidFill>
            <a:ln w="25400" cap="flat" cmpd="sng" algn="ctr">
              <a:solidFill>
                <a:srgbClr val="007F62">
                  <a:alpha val="40000"/>
                </a:srgbClr>
              </a:solidFill>
              <a:prstDash val="solid"/>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400" b="0" i="0" u="none" strike="noStrike" kern="0" cap="none" spc="0" normalizeH="0" baseline="0" noProof="0" dirty="0">
                <a:ln>
                  <a:noFill/>
                </a:ln>
                <a:solidFill>
                  <a:srgbClr val="000000">
                    <a:lumMod val="50000"/>
                    <a:lumOff val="50000"/>
                  </a:srgbClr>
                </a:solidFill>
                <a:effectLst/>
                <a:uLnTx/>
                <a:uFillTx/>
                <a:latin typeface="HelveticaNeueLT Std" panose="020B0604020202020204" pitchFamily="34" charset="0"/>
                <a:ea typeface="+mn-ea"/>
                <a:cs typeface="Arial" panose="020B0604020202020204" pitchFamily="34" charset="0"/>
              </a:endParaRPr>
            </a:p>
          </p:txBody>
        </p:sp>
        <p:sp>
          <p:nvSpPr>
            <p:cNvPr id="17" name="Rectangle 16">
              <a:extLst>
                <a:ext uri="{FF2B5EF4-FFF2-40B4-BE49-F238E27FC236}">
                  <a16:creationId xmlns:a16="http://schemas.microsoft.com/office/drawing/2014/main" id="{1E113545-3DEB-8A40-DEE2-33177A203BA6}"/>
                </a:ext>
              </a:extLst>
            </p:cNvPr>
            <p:cNvSpPr/>
            <p:nvPr/>
          </p:nvSpPr>
          <p:spPr>
            <a:xfrm>
              <a:off x="5971037" y="3573044"/>
              <a:ext cx="5435529" cy="836407"/>
            </a:xfrm>
            <a:prstGeom prst="rect">
              <a:avLst/>
            </a:prstGeom>
            <a:solidFill>
              <a:sysClr val="window" lastClr="FFFFFF"/>
            </a:solidFill>
            <a:ln w="25400" cap="flat" cmpd="sng" algn="ctr">
              <a:solidFill>
                <a:srgbClr val="007F62">
                  <a:alpha val="4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srgbClr val="000000">
                    <a:lumMod val="50000"/>
                    <a:lumOff val="50000"/>
                  </a:srgbClr>
                </a:solidFill>
                <a:effectLst/>
                <a:uLnTx/>
                <a:uFillTx/>
                <a:latin typeface="HelveticaNeueLT Std" panose="020B0604020202020204" pitchFamily="34" charset="0"/>
                <a:ea typeface="+mn-ea"/>
                <a:cs typeface="Arial" panose="020B0604020202020204" pitchFamily="34" charset="0"/>
              </a:endParaRPr>
            </a:p>
          </p:txBody>
        </p:sp>
        <p:sp>
          <p:nvSpPr>
            <p:cNvPr id="18" name="Rectangle 17">
              <a:extLst>
                <a:ext uri="{FF2B5EF4-FFF2-40B4-BE49-F238E27FC236}">
                  <a16:creationId xmlns:a16="http://schemas.microsoft.com/office/drawing/2014/main" id="{4CC58C02-1CC6-DC38-C478-09FCA6FCF7D1}"/>
                </a:ext>
              </a:extLst>
            </p:cNvPr>
            <p:cNvSpPr/>
            <p:nvPr/>
          </p:nvSpPr>
          <p:spPr>
            <a:xfrm>
              <a:off x="5971037" y="4535589"/>
              <a:ext cx="5435529" cy="836407"/>
            </a:xfrm>
            <a:prstGeom prst="rect">
              <a:avLst/>
            </a:prstGeom>
            <a:solidFill>
              <a:sysClr val="window" lastClr="FFFFFF"/>
            </a:solidFill>
            <a:ln w="25400" cap="flat" cmpd="sng" algn="ctr">
              <a:solidFill>
                <a:srgbClr val="007F62">
                  <a:alpha val="4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lumMod val="50000"/>
                    <a:lumOff val="50000"/>
                  </a:srgbClr>
                </a:solidFill>
                <a:effectLst/>
                <a:uLnTx/>
                <a:uFillTx/>
                <a:latin typeface="HelveticaNeueLT Std" panose="020B0604020202020204" pitchFamily="34" charset="0"/>
                <a:ea typeface="+mn-ea"/>
                <a:cs typeface="Arial" panose="020B0604020202020204" pitchFamily="34" charset="0"/>
              </a:endParaRPr>
            </a:p>
          </p:txBody>
        </p:sp>
        <p:sp>
          <p:nvSpPr>
            <p:cNvPr id="19" name="Rectangle 18">
              <a:extLst>
                <a:ext uri="{FF2B5EF4-FFF2-40B4-BE49-F238E27FC236}">
                  <a16:creationId xmlns:a16="http://schemas.microsoft.com/office/drawing/2014/main" id="{81F48051-B2DA-37F3-A648-C9D59C6A31F4}"/>
                </a:ext>
              </a:extLst>
            </p:cNvPr>
            <p:cNvSpPr/>
            <p:nvPr/>
          </p:nvSpPr>
          <p:spPr>
            <a:xfrm>
              <a:off x="5971037" y="5498133"/>
              <a:ext cx="5435529" cy="836407"/>
            </a:xfrm>
            <a:prstGeom prst="rect">
              <a:avLst/>
            </a:prstGeom>
            <a:solidFill>
              <a:sysClr val="window" lastClr="FFFFFF"/>
            </a:solidFill>
            <a:ln w="25400" cap="flat" cmpd="sng" algn="ctr">
              <a:solidFill>
                <a:srgbClr val="007F62">
                  <a:alpha val="4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srgbClr val="000000">
                    <a:lumMod val="50000"/>
                    <a:lumOff val="50000"/>
                  </a:srgbClr>
                </a:solidFill>
                <a:effectLst/>
                <a:uLnTx/>
                <a:uFillTx/>
                <a:latin typeface="HelveticaNeueLT Std" panose="020B0604020202020204" pitchFamily="34" charset="0"/>
                <a:ea typeface="+mn-ea"/>
                <a:cs typeface="Arial" panose="020B0604020202020204" pitchFamily="34" charset="0"/>
              </a:endParaRPr>
            </a:p>
          </p:txBody>
        </p:sp>
        <p:cxnSp>
          <p:nvCxnSpPr>
            <p:cNvPr id="25" name="Straight Connector 24">
              <a:extLst>
                <a:ext uri="{FF2B5EF4-FFF2-40B4-BE49-F238E27FC236}">
                  <a16:creationId xmlns:a16="http://schemas.microsoft.com/office/drawing/2014/main" id="{7E055033-06CD-D36E-6446-B60D1CDF1266}"/>
                </a:ext>
              </a:extLst>
            </p:cNvPr>
            <p:cNvCxnSpPr/>
            <p:nvPr/>
          </p:nvCxnSpPr>
          <p:spPr>
            <a:xfrm>
              <a:off x="5971036" y="1668169"/>
              <a:ext cx="0" cy="836407"/>
            </a:xfrm>
            <a:prstGeom prst="line">
              <a:avLst/>
            </a:prstGeom>
            <a:noFill/>
            <a:ln w="38100" cap="flat" cmpd="sng" algn="ctr">
              <a:solidFill>
                <a:srgbClr val="007F62"/>
              </a:solidFill>
              <a:prstDash val="solid"/>
            </a:ln>
            <a:effectLst/>
          </p:spPr>
        </p:cxnSp>
        <p:cxnSp>
          <p:nvCxnSpPr>
            <p:cNvPr id="26" name="Straight Connector 25">
              <a:extLst>
                <a:ext uri="{FF2B5EF4-FFF2-40B4-BE49-F238E27FC236}">
                  <a16:creationId xmlns:a16="http://schemas.microsoft.com/office/drawing/2014/main" id="{CAC88F60-0598-885F-EF20-34AC7ABD2B31}"/>
                </a:ext>
              </a:extLst>
            </p:cNvPr>
            <p:cNvCxnSpPr/>
            <p:nvPr/>
          </p:nvCxnSpPr>
          <p:spPr>
            <a:xfrm>
              <a:off x="5971859" y="2630715"/>
              <a:ext cx="0" cy="836407"/>
            </a:xfrm>
            <a:prstGeom prst="line">
              <a:avLst/>
            </a:prstGeom>
            <a:noFill/>
            <a:ln w="38100" cap="flat" cmpd="sng" algn="ctr">
              <a:solidFill>
                <a:srgbClr val="007F62"/>
              </a:solidFill>
              <a:prstDash val="solid"/>
            </a:ln>
            <a:effectLst/>
          </p:spPr>
        </p:cxnSp>
        <p:cxnSp>
          <p:nvCxnSpPr>
            <p:cNvPr id="27" name="Straight Connector 26">
              <a:extLst>
                <a:ext uri="{FF2B5EF4-FFF2-40B4-BE49-F238E27FC236}">
                  <a16:creationId xmlns:a16="http://schemas.microsoft.com/office/drawing/2014/main" id="{F768E8EE-EEA8-2FAC-3275-29F03B24D754}"/>
                </a:ext>
              </a:extLst>
            </p:cNvPr>
            <p:cNvCxnSpPr/>
            <p:nvPr/>
          </p:nvCxnSpPr>
          <p:spPr>
            <a:xfrm>
              <a:off x="5972683" y="3593261"/>
              <a:ext cx="0" cy="836407"/>
            </a:xfrm>
            <a:prstGeom prst="line">
              <a:avLst/>
            </a:prstGeom>
            <a:noFill/>
            <a:ln w="38100" cap="flat" cmpd="sng" algn="ctr">
              <a:solidFill>
                <a:srgbClr val="007F62"/>
              </a:solidFill>
              <a:prstDash val="solid"/>
            </a:ln>
            <a:effectLst/>
          </p:spPr>
        </p:cxnSp>
        <p:cxnSp>
          <p:nvCxnSpPr>
            <p:cNvPr id="28" name="Straight Connector 27">
              <a:extLst>
                <a:ext uri="{FF2B5EF4-FFF2-40B4-BE49-F238E27FC236}">
                  <a16:creationId xmlns:a16="http://schemas.microsoft.com/office/drawing/2014/main" id="{A1F7020B-13C4-BB20-E838-12EF6814A7CF}"/>
                </a:ext>
              </a:extLst>
            </p:cNvPr>
            <p:cNvCxnSpPr/>
            <p:nvPr/>
          </p:nvCxnSpPr>
          <p:spPr>
            <a:xfrm>
              <a:off x="5973505" y="4555807"/>
              <a:ext cx="0" cy="836407"/>
            </a:xfrm>
            <a:prstGeom prst="line">
              <a:avLst/>
            </a:prstGeom>
            <a:noFill/>
            <a:ln w="38100" cap="flat" cmpd="sng" algn="ctr">
              <a:solidFill>
                <a:srgbClr val="007F62"/>
              </a:solidFill>
              <a:prstDash val="solid"/>
            </a:ln>
            <a:effectLst/>
          </p:spPr>
        </p:cxnSp>
        <p:cxnSp>
          <p:nvCxnSpPr>
            <p:cNvPr id="29" name="Straight Connector 28">
              <a:extLst>
                <a:ext uri="{FF2B5EF4-FFF2-40B4-BE49-F238E27FC236}">
                  <a16:creationId xmlns:a16="http://schemas.microsoft.com/office/drawing/2014/main" id="{8B1E79AA-DFF5-2781-541B-4D6771B8DED5}"/>
                </a:ext>
              </a:extLst>
            </p:cNvPr>
            <p:cNvCxnSpPr/>
            <p:nvPr/>
          </p:nvCxnSpPr>
          <p:spPr>
            <a:xfrm>
              <a:off x="5974328" y="5518353"/>
              <a:ext cx="0" cy="836407"/>
            </a:xfrm>
            <a:prstGeom prst="line">
              <a:avLst/>
            </a:prstGeom>
            <a:noFill/>
            <a:ln w="38100" cap="flat" cmpd="sng" algn="ctr">
              <a:solidFill>
                <a:srgbClr val="007F62"/>
              </a:solidFill>
              <a:prstDash val="solid"/>
            </a:ln>
            <a:effectLst/>
          </p:spPr>
        </p:cxnSp>
      </p:grpSp>
      <p:cxnSp>
        <p:nvCxnSpPr>
          <p:cNvPr id="30" name="Straight Connector 29">
            <a:extLst>
              <a:ext uri="{FF2B5EF4-FFF2-40B4-BE49-F238E27FC236}">
                <a16:creationId xmlns:a16="http://schemas.microsoft.com/office/drawing/2014/main" id="{D13433FB-29EC-1A5B-30C2-B6AC2C7C7D25}"/>
              </a:ext>
            </a:extLst>
          </p:cNvPr>
          <p:cNvCxnSpPr/>
          <p:nvPr/>
        </p:nvCxnSpPr>
        <p:spPr>
          <a:xfrm>
            <a:off x="5722988" y="2095000"/>
            <a:ext cx="456113" cy="0"/>
          </a:xfrm>
          <a:prstGeom prst="line">
            <a:avLst/>
          </a:prstGeom>
          <a:noFill/>
          <a:ln w="9525" cap="flat" cmpd="sng" algn="ctr">
            <a:solidFill>
              <a:srgbClr val="71758A"/>
            </a:solidFill>
            <a:prstDash val="solid"/>
            <a:headEnd type="oval" w="med" len="med"/>
            <a:tailEnd type="oval" w="med" len="med"/>
          </a:ln>
          <a:effectLst/>
        </p:spPr>
      </p:cxnSp>
      <p:cxnSp>
        <p:nvCxnSpPr>
          <p:cNvPr id="31" name="Straight Connector 30">
            <a:extLst>
              <a:ext uri="{FF2B5EF4-FFF2-40B4-BE49-F238E27FC236}">
                <a16:creationId xmlns:a16="http://schemas.microsoft.com/office/drawing/2014/main" id="{3E610490-EFCF-7B7B-338B-1AE10CD48469}"/>
              </a:ext>
            </a:extLst>
          </p:cNvPr>
          <p:cNvCxnSpPr/>
          <p:nvPr/>
        </p:nvCxnSpPr>
        <p:spPr>
          <a:xfrm>
            <a:off x="5722988" y="3041151"/>
            <a:ext cx="456113" cy="0"/>
          </a:xfrm>
          <a:prstGeom prst="line">
            <a:avLst/>
          </a:prstGeom>
          <a:noFill/>
          <a:ln w="9525" cap="flat" cmpd="sng" algn="ctr">
            <a:solidFill>
              <a:srgbClr val="71758A"/>
            </a:solidFill>
            <a:prstDash val="solid"/>
            <a:headEnd type="oval" w="med" len="med"/>
            <a:tailEnd type="oval" w="med" len="med"/>
          </a:ln>
          <a:effectLst/>
        </p:spPr>
      </p:cxnSp>
      <p:cxnSp>
        <p:nvCxnSpPr>
          <p:cNvPr id="32" name="Straight Connector 31">
            <a:extLst>
              <a:ext uri="{FF2B5EF4-FFF2-40B4-BE49-F238E27FC236}">
                <a16:creationId xmlns:a16="http://schemas.microsoft.com/office/drawing/2014/main" id="{E21E2866-F3A5-47BA-D165-8730AF4E3990}"/>
              </a:ext>
            </a:extLst>
          </p:cNvPr>
          <p:cNvCxnSpPr/>
          <p:nvPr/>
        </p:nvCxnSpPr>
        <p:spPr>
          <a:xfrm>
            <a:off x="5722988" y="3987300"/>
            <a:ext cx="456113" cy="0"/>
          </a:xfrm>
          <a:prstGeom prst="line">
            <a:avLst/>
          </a:prstGeom>
          <a:noFill/>
          <a:ln w="9525" cap="flat" cmpd="sng" algn="ctr">
            <a:solidFill>
              <a:srgbClr val="71758A"/>
            </a:solidFill>
            <a:prstDash val="solid"/>
            <a:headEnd type="oval" w="med" len="med"/>
            <a:tailEnd type="oval" w="med" len="med"/>
          </a:ln>
          <a:effectLst/>
        </p:spPr>
      </p:cxnSp>
      <p:cxnSp>
        <p:nvCxnSpPr>
          <p:cNvPr id="33" name="Straight Connector 32">
            <a:extLst>
              <a:ext uri="{FF2B5EF4-FFF2-40B4-BE49-F238E27FC236}">
                <a16:creationId xmlns:a16="http://schemas.microsoft.com/office/drawing/2014/main" id="{091CF139-BA4D-7B17-23D0-1FAFF5410B21}"/>
              </a:ext>
            </a:extLst>
          </p:cNvPr>
          <p:cNvCxnSpPr/>
          <p:nvPr/>
        </p:nvCxnSpPr>
        <p:spPr>
          <a:xfrm>
            <a:off x="5722988" y="4933451"/>
            <a:ext cx="456113" cy="0"/>
          </a:xfrm>
          <a:prstGeom prst="line">
            <a:avLst/>
          </a:prstGeom>
          <a:noFill/>
          <a:ln w="9525" cap="flat" cmpd="sng" algn="ctr">
            <a:solidFill>
              <a:srgbClr val="71758A"/>
            </a:solidFill>
            <a:prstDash val="solid"/>
            <a:headEnd type="oval" w="med" len="med"/>
            <a:tailEnd type="oval" w="med" len="med"/>
          </a:ln>
          <a:effectLst/>
        </p:spPr>
      </p:cxnSp>
      <p:cxnSp>
        <p:nvCxnSpPr>
          <p:cNvPr id="34" name="Straight Connector 33">
            <a:extLst>
              <a:ext uri="{FF2B5EF4-FFF2-40B4-BE49-F238E27FC236}">
                <a16:creationId xmlns:a16="http://schemas.microsoft.com/office/drawing/2014/main" id="{E87DE271-0EA8-350F-63EB-CC6D615D6B35}"/>
              </a:ext>
            </a:extLst>
          </p:cNvPr>
          <p:cNvCxnSpPr/>
          <p:nvPr/>
        </p:nvCxnSpPr>
        <p:spPr>
          <a:xfrm>
            <a:off x="5722988" y="5879600"/>
            <a:ext cx="456113" cy="0"/>
          </a:xfrm>
          <a:prstGeom prst="line">
            <a:avLst/>
          </a:prstGeom>
          <a:noFill/>
          <a:ln w="9525" cap="flat" cmpd="sng" algn="ctr">
            <a:solidFill>
              <a:srgbClr val="71758A"/>
            </a:solidFill>
            <a:prstDash val="solid"/>
            <a:headEnd type="oval" w="med" len="med"/>
            <a:tailEnd type="oval" w="med" len="med"/>
          </a:ln>
          <a:effectLst/>
        </p:spPr>
      </p:cxnSp>
      <p:sp>
        <p:nvSpPr>
          <p:cNvPr id="48" name="Rectangle 47">
            <a:extLst>
              <a:ext uri="{FF2B5EF4-FFF2-40B4-BE49-F238E27FC236}">
                <a16:creationId xmlns:a16="http://schemas.microsoft.com/office/drawing/2014/main" id="{D9DE2EEF-0D6B-CAC4-EE25-E820E2BB6F2E}"/>
              </a:ext>
            </a:extLst>
          </p:cNvPr>
          <p:cNvSpPr/>
          <p:nvPr/>
        </p:nvSpPr>
        <p:spPr>
          <a:xfrm>
            <a:off x="2186580" y="1071271"/>
            <a:ext cx="3369318" cy="491932"/>
          </a:xfrm>
          <a:prstGeom prst="rect">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ptos"/>
              <a:ea typeface="+mn-ea"/>
              <a:cs typeface="+mn-cs"/>
            </a:endParaRPr>
          </a:p>
        </p:txBody>
      </p:sp>
      <p:sp>
        <p:nvSpPr>
          <p:cNvPr id="49" name="Rectangle 48">
            <a:extLst>
              <a:ext uri="{FF2B5EF4-FFF2-40B4-BE49-F238E27FC236}">
                <a16:creationId xmlns:a16="http://schemas.microsoft.com/office/drawing/2014/main" id="{D4E6DFB8-4D61-61D1-128B-2C3A718049D9}"/>
              </a:ext>
            </a:extLst>
          </p:cNvPr>
          <p:cNvSpPr/>
          <p:nvPr/>
        </p:nvSpPr>
        <p:spPr>
          <a:xfrm>
            <a:off x="6520548" y="1044539"/>
            <a:ext cx="4886018" cy="491932"/>
          </a:xfrm>
          <a:prstGeom prst="rect">
            <a:avLst/>
          </a:prstGeom>
          <a:solidFill>
            <a:schemeClr val="accent1"/>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ptos"/>
              <a:ea typeface="+mn-ea"/>
              <a:cs typeface="+mn-cs"/>
            </a:endParaRPr>
          </a:p>
        </p:txBody>
      </p:sp>
      <p:sp>
        <p:nvSpPr>
          <p:cNvPr id="50" name="Rectangle 49">
            <a:extLst>
              <a:ext uri="{FF2B5EF4-FFF2-40B4-BE49-F238E27FC236}">
                <a16:creationId xmlns:a16="http://schemas.microsoft.com/office/drawing/2014/main" id="{2AD250D9-8A4A-F3D4-80D6-871E0C9C5349}"/>
              </a:ext>
            </a:extLst>
          </p:cNvPr>
          <p:cNvSpPr/>
          <p:nvPr/>
        </p:nvSpPr>
        <p:spPr>
          <a:xfrm>
            <a:off x="687874" y="1807824"/>
            <a:ext cx="1415161" cy="516661"/>
          </a:xfrm>
          <a:prstGeom prst="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ptos"/>
              <a:ea typeface="+mn-ea"/>
              <a:cs typeface="+mn-cs"/>
            </a:endParaRPr>
          </a:p>
        </p:txBody>
      </p:sp>
      <p:sp>
        <p:nvSpPr>
          <p:cNvPr id="51" name="Rectangle 50">
            <a:extLst>
              <a:ext uri="{FF2B5EF4-FFF2-40B4-BE49-F238E27FC236}">
                <a16:creationId xmlns:a16="http://schemas.microsoft.com/office/drawing/2014/main" id="{82D4B25F-967E-E28E-5BBB-63DD21453D2C}"/>
              </a:ext>
            </a:extLst>
          </p:cNvPr>
          <p:cNvSpPr/>
          <p:nvPr/>
        </p:nvSpPr>
        <p:spPr>
          <a:xfrm>
            <a:off x="687874" y="2790587"/>
            <a:ext cx="1415161" cy="516661"/>
          </a:xfrm>
          <a:prstGeom prst="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ptos"/>
              <a:ea typeface="+mn-ea"/>
              <a:cs typeface="+mn-cs"/>
            </a:endParaRPr>
          </a:p>
        </p:txBody>
      </p:sp>
      <p:sp>
        <p:nvSpPr>
          <p:cNvPr id="52" name="Rectangle 51">
            <a:extLst>
              <a:ext uri="{FF2B5EF4-FFF2-40B4-BE49-F238E27FC236}">
                <a16:creationId xmlns:a16="http://schemas.microsoft.com/office/drawing/2014/main" id="{FEC7AA1E-58B4-4188-5AD1-67410BF08958}"/>
              </a:ext>
            </a:extLst>
          </p:cNvPr>
          <p:cNvSpPr/>
          <p:nvPr/>
        </p:nvSpPr>
        <p:spPr>
          <a:xfrm>
            <a:off x="673007" y="3720516"/>
            <a:ext cx="1415161" cy="516661"/>
          </a:xfrm>
          <a:prstGeom prst="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ptos"/>
              <a:ea typeface="+mn-ea"/>
              <a:cs typeface="+mn-cs"/>
            </a:endParaRPr>
          </a:p>
        </p:txBody>
      </p:sp>
      <p:sp>
        <p:nvSpPr>
          <p:cNvPr id="53" name="Rectangle 52">
            <a:extLst>
              <a:ext uri="{FF2B5EF4-FFF2-40B4-BE49-F238E27FC236}">
                <a16:creationId xmlns:a16="http://schemas.microsoft.com/office/drawing/2014/main" id="{2A61C4F6-3233-CDD3-913B-D2686075D32C}"/>
              </a:ext>
            </a:extLst>
          </p:cNvPr>
          <p:cNvSpPr/>
          <p:nvPr/>
        </p:nvSpPr>
        <p:spPr>
          <a:xfrm>
            <a:off x="687874" y="4715679"/>
            <a:ext cx="1415161" cy="516661"/>
          </a:xfrm>
          <a:prstGeom prst="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ptos"/>
              <a:ea typeface="+mn-ea"/>
              <a:cs typeface="+mn-cs"/>
            </a:endParaRPr>
          </a:p>
        </p:txBody>
      </p:sp>
      <p:sp>
        <p:nvSpPr>
          <p:cNvPr id="54" name="Rectangle 53">
            <a:extLst>
              <a:ext uri="{FF2B5EF4-FFF2-40B4-BE49-F238E27FC236}">
                <a16:creationId xmlns:a16="http://schemas.microsoft.com/office/drawing/2014/main" id="{9F5B0076-DEEA-5C26-96D7-BC6FED66F254}"/>
              </a:ext>
            </a:extLst>
          </p:cNvPr>
          <p:cNvSpPr/>
          <p:nvPr/>
        </p:nvSpPr>
        <p:spPr>
          <a:xfrm>
            <a:off x="673007" y="5621269"/>
            <a:ext cx="1415161" cy="516661"/>
          </a:xfrm>
          <a:prstGeom prst="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ptos"/>
              <a:ea typeface="+mn-ea"/>
              <a:cs typeface="+mn-cs"/>
            </a:endParaRPr>
          </a:p>
        </p:txBody>
      </p:sp>
      <p:sp>
        <p:nvSpPr>
          <p:cNvPr id="55" name="TextBox 54">
            <a:extLst>
              <a:ext uri="{FF2B5EF4-FFF2-40B4-BE49-F238E27FC236}">
                <a16:creationId xmlns:a16="http://schemas.microsoft.com/office/drawing/2014/main" id="{8A1942F8-4A31-4CCA-8942-5128BB01A86B}"/>
              </a:ext>
            </a:extLst>
          </p:cNvPr>
          <p:cNvSpPr txBox="1"/>
          <p:nvPr/>
        </p:nvSpPr>
        <p:spPr>
          <a:xfrm>
            <a:off x="720648" y="1827887"/>
            <a:ext cx="1434143" cy="55399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mn-cs"/>
              </a:rPr>
              <a:t>Knowledge Acquisition/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mn-cs"/>
              </a:rPr>
              <a:t>Transition</a:t>
            </a:r>
          </a:p>
        </p:txBody>
      </p:sp>
      <p:sp>
        <p:nvSpPr>
          <p:cNvPr id="56" name="TextBox 55">
            <a:extLst>
              <a:ext uri="{FF2B5EF4-FFF2-40B4-BE49-F238E27FC236}">
                <a16:creationId xmlns:a16="http://schemas.microsoft.com/office/drawing/2014/main" id="{DCD35F66-5EFC-6852-F9A9-21565276BABE}"/>
              </a:ext>
            </a:extLst>
          </p:cNvPr>
          <p:cNvSpPr txBox="1"/>
          <p:nvPr/>
        </p:nvSpPr>
        <p:spPr>
          <a:xfrm>
            <a:off x="705782" y="2925806"/>
            <a:ext cx="1349610" cy="246221"/>
          </a:xfrm>
          <a:prstGeom prst="rect">
            <a:avLst/>
          </a:prstGeom>
          <a:noFill/>
        </p:spPr>
        <p:txBody>
          <a:bodyPr wrap="square">
            <a:spAutoFit/>
          </a:bodyPr>
          <a:lstStyle/>
          <a:p>
            <a:pPr lvl="0">
              <a:defRPr/>
            </a:pPr>
            <a:r>
              <a:rPr lang="en-IN" sz="1000" dirty="0">
                <a:solidFill>
                  <a:schemeClr val="bg1"/>
                </a:solidFill>
                <a:latin typeface="Verdana" panose="020B0604030504040204" pitchFamily="34" charset="0"/>
                <a:ea typeface="Verdana" panose="020B0604030504040204" pitchFamily="34" charset="0"/>
              </a:rPr>
              <a:t>Story Grooming</a:t>
            </a:r>
            <a:endParaRPr kumimoji="0" lang="en-IN" sz="1000" b="0" i="0" u="none" strike="noStrike" kern="120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endParaRPr>
          </a:p>
        </p:txBody>
      </p:sp>
      <p:sp>
        <p:nvSpPr>
          <p:cNvPr id="57" name="TextBox 56">
            <a:extLst>
              <a:ext uri="{FF2B5EF4-FFF2-40B4-BE49-F238E27FC236}">
                <a16:creationId xmlns:a16="http://schemas.microsoft.com/office/drawing/2014/main" id="{136A457B-7E8D-2339-BB13-4F6458199C96}"/>
              </a:ext>
            </a:extLst>
          </p:cNvPr>
          <p:cNvSpPr txBox="1"/>
          <p:nvPr/>
        </p:nvSpPr>
        <p:spPr>
          <a:xfrm>
            <a:off x="658655" y="3778791"/>
            <a:ext cx="1500140" cy="400110"/>
          </a:xfrm>
          <a:prstGeom prst="rect">
            <a:avLst/>
          </a:prstGeom>
          <a:noFill/>
        </p:spPr>
        <p:txBody>
          <a:bodyPr wrap="square">
            <a:spAutoFit/>
          </a:bodyPr>
          <a:lstStyle/>
          <a:p>
            <a:pPr lvl="0">
              <a:defRPr/>
            </a:pPr>
            <a:r>
              <a:rPr lang="en-IN" sz="1000" dirty="0">
                <a:solidFill>
                  <a:schemeClr val="bg1"/>
                </a:solidFill>
                <a:latin typeface="Verdana" panose="020B0604030504040204" pitchFamily="34" charset="0"/>
                <a:ea typeface="Verdana" panose="020B0604030504040204" pitchFamily="34" charset="0"/>
              </a:rPr>
              <a:t>Development Environment Setup</a:t>
            </a:r>
            <a:endParaRPr kumimoji="0" lang="en-IN" sz="1000" b="0" i="0" u="none" strike="noStrike" kern="120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endParaRPr>
          </a:p>
        </p:txBody>
      </p:sp>
      <p:sp>
        <p:nvSpPr>
          <p:cNvPr id="58" name="TextBox 57">
            <a:extLst>
              <a:ext uri="{FF2B5EF4-FFF2-40B4-BE49-F238E27FC236}">
                <a16:creationId xmlns:a16="http://schemas.microsoft.com/office/drawing/2014/main" id="{3B7BAA6A-DA8A-AE5C-18D2-022DEF36B875}"/>
              </a:ext>
            </a:extLst>
          </p:cNvPr>
          <p:cNvSpPr txBox="1"/>
          <p:nvPr/>
        </p:nvSpPr>
        <p:spPr>
          <a:xfrm>
            <a:off x="720649" y="4794475"/>
            <a:ext cx="1349610" cy="246221"/>
          </a:xfrm>
          <a:prstGeom prst="rect">
            <a:avLst/>
          </a:prstGeom>
          <a:noFill/>
        </p:spPr>
        <p:txBody>
          <a:bodyPr wrap="square">
            <a:spAutoFit/>
          </a:bodyPr>
          <a:lstStyle/>
          <a:p>
            <a:pPr lvl="0">
              <a:defRPr/>
            </a:pPr>
            <a:r>
              <a:rPr lang="en-IN" sz="1000" dirty="0">
                <a:solidFill>
                  <a:schemeClr val="bg1"/>
                </a:solidFill>
                <a:latin typeface="Verdana" panose="020B0604030504040204" pitchFamily="34" charset="0"/>
                <a:ea typeface="Verdana" panose="020B0604030504040204" pitchFamily="34" charset="0"/>
              </a:rPr>
              <a:t>Unit Testing</a:t>
            </a:r>
            <a:endParaRPr kumimoji="0" lang="en-IN" sz="1000" b="0" i="0" u="none" strike="noStrike" kern="120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endParaRPr>
          </a:p>
        </p:txBody>
      </p:sp>
      <p:sp>
        <p:nvSpPr>
          <p:cNvPr id="59" name="TextBox 58">
            <a:extLst>
              <a:ext uri="{FF2B5EF4-FFF2-40B4-BE49-F238E27FC236}">
                <a16:creationId xmlns:a16="http://schemas.microsoft.com/office/drawing/2014/main" id="{80119AB5-2DE4-D251-A337-7FDA2E2B6BD2}"/>
              </a:ext>
            </a:extLst>
          </p:cNvPr>
          <p:cNvSpPr txBox="1"/>
          <p:nvPr/>
        </p:nvSpPr>
        <p:spPr>
          <a:xfrm>
            <a:off x="733920" y="5756488"/>
            <a:ext cx="1349610" cy="400110"/>
          </a:xfrm>
          <a:prstGeom prst="rect">
            <a:avLst/>
          </a:prstGeom>
          <a:noFill/>
        </p:spPr>
        <p:txBody>
          <a:bodyPr wrap="square">
            <a:spAutoFit/>
          </a:bodyPr>
          <a:lstStyle/>
          <a:p>
            <a:pPr lvl="0">
              <a:defRPr/>
            </a:pPr>
            <a:r>
              <a:rPr lang="en-IN" sz="1000" dirty="0">
                <a:solidFill>
                  <a:schemeClr val="bg1"/>
                </a:solidFill>
                <a:latin typeface="Verdana" panose="020B0604030504040204" pitchFamily="34" charset="0"/>
                <a:ea typeface="Verdana" panose="020B0604030504040204" pitchFamily="34" charset="0"/>
              </a:rPr>
              <a:t>Create Database, Tables</a:t>
            </a:r>
            <a:endParaRPr kumimoji="0" lang="en-IN" sz="1000" b="0" i="0" u="none" strike="noStrike" kern="120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endParaRPr>
          </a:p>
        </p:txBody>
      </p:sp>
      <p:sp>
        <p:nvSpPr>
          <p:cNvPr id="60" name="TextBox 59">
            <a:extLst>
              <a:ext uri="{FF2B5EF4-FFF2-40B4-BE49-F238E27FC236}">
                <a16:creationId xmlns:a16="http://schemas.microsoft.com/office/drawing/2014/main" id="{73BA586D-5DC9-DE75-97B8-92B6EFA4405B}"/>
              </a:ext>
            </a:extLst>
          </p:cNvPr>
          <p:cNvSpPr txBox="1"/>
          <p:nvPr/>
        </p:nvSpPr>
        <p:spPr>
          <a:xfrm>
            <a:off x="2186580" y="1136361"/>
            <a:ext cx="3369317" cy="400110"/>
          </a:xfrm>
          <a:prstGeom prst="rect">
            <a:avLst/>
          </a:prstGeom>
          <a:no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rPr>
              <a:t>Task</a:t>
            </a:r>
          </a:p>
        </p:txBody>
      </p:sp>
      <p:sp>
        <p:nvSpPr>
          <p:cNvPr id="61" name="TextBox 60">
            <a:extLst>
              <a:ext uri="{FF2B5EF4-FFF2-40B4-BE49-F238E27FC236}">
                <a16:creationId xmlns:a16="http://schemas.microsoft.com/office/drawing/2014/main" id="{EE04849D-343C-0224-25C7-92BF9631CBC0}"/>
              </a:ext>
            </a:extLst>
          </p:cNvPr>
          <p:cNvSpPr txBox="1"/>
          <p:nvPr/>
        </p:nvSpPr>
        <p:spPr>
          <a:xfrm>
            <a:off x="7278898" y="1090450"/>
            <a:ext cx="3369317" cy="400110"/>
          </a:xfrm>
          <a:prstGeom prst="rect">
            <a:avLst/>
          </a:prstGeom>
          <a:no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rPr>
              <a:t>Agentic AI Task</a:t>
            </a:r>
          </a:p>
        </p:txBody>
      </p:sp>
      <p:sp>
        <p:nvSpPr>
          <p:cNvPr id="65" name="TextBox 64">
            <a:extLst>
              <a:ext uri="{FF2B5EF4-FFF2-40B4-BE49-F238E27FC236}">
                <a16:creationId xmlns:a16="http://schemas.microsoft.com/office/drawing/2014/main" id="{39C366BB-8B80-48F3-A4E3-6523D864FBAE}"/>
              </a:ext>
            </a:extLst>
          </p:cNvPr>
          <p:cNvSpPr txBox="1"/>
          <p:nvPr/>
        </p:nvSpPr>
        <p:spPr>
          <a:xfrm>
            <a:off x="6567430" y="1719550"/>
            <a:ext cx="4886012" cy="553998"/>
          </a:xfrm>
          <a:prstGeom prst="rect">
            <a:avLst/>
          </a:prstGeom>
          <a:noFill/>
        </p:spPr>
        <p:txBody>
          <a:bodyPr wrap="square">
            <a:spAutoFit/>
          </a:bodyPr>
          <a:lstStyle/>
          <a:p>
            <a:pPr lvl="0">
              <a:defRPr/>
            </a:pPr>
            <a:r>
              <a:rPr lang="en-IN" sz="1000" dirty="0">
                <a:latin typeface="Verdana" panose="020B0604030504040204" pitchFamily="34" charset="0"/>
                <a:ea typeface="Verdana" panose="020B0604030504040204" pitchFamily="34" charset="0"/>
              </a:rPr>
              <a:t>Use AI agents to summarize documentation and prior project artifacts</a:t>
            </a:r>
            <a:br>
              <a:rPr lang="en-IN" sz="1000" dirty="0">
                <a:latin typeface="Verdana" panose="020B0604030504040204" pitchFamily="34" charset="0"/>
                <a:ea typeface="Verdana" panose="020B0604030504040204" pitchFamily="34" charset="0"/>
              </a:rPr>
            </a:br>
            <a:r>
              <a:rPr lang="en-IN" sz="1000" dirty="0">
                <a:latin typeface="Verdana" panose="020B0604030504040204" pitchFamily="34" charset="0"/>
                <a:ea typeface="Verdana" panose="020B0604030504040204" pitchFamily="34" charset="0"/>
              </a:rPr>
              <a:t>Extract key patterns and anomalies from logs or code</a:t>
            </a:r>
          </a:p>
          <a:p>
            <a:pPr lvl="0">
              <a:defRPr/>
            </a:pPr>
            <a:r>
              <a:rPr lang="en-IN" sz="1000" dirty="0">
                <a:latin typeface="Verdana" panose="020B0604030504040204" pitchFamily="34" charset="0"/>
                <a:ea typeface="Verdana" panose="020B0604030504040204" pitchFamily="34" charset="0"/>
              </a:rPr>
              <a:t>Create interactive Q&amp;A bots for onboarding new team members</a:t>
            </a:r>
            <a:endParaRPr kumimoji="0" lang="en-US" sz="10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endParaRPr>
          </a:p>
        </p:txBody>
      </p:sp>
      <p:sp>
        <p:nvSpPr>
          <p:cNvPr id="66" name="TextBox 65">
            <a:extLst>
              <a:ext uri="{FF2B5EF4-FFF2-40B4-BE49-F238E27FC236}">
                <a16:creationId xmlns:a16="http://schemas.microsoft.com/office/drawing/2014/main" id="{6AAB711E-AD08-B692-51E9-8EFC080B0B25}"/>
              </a:ext>
            </a:extLst>
          </p:cNvPr>
          <p:cNvSpPr txBox="1"/>
          <p:nvPr/>
        </p:nvSpPr>
        <p:spPr>
          <a:xfrm>
            <a:off x="6567430" y="3699418"/>
            <a:ext cx="4886012" cy="553998"/>
          </a:xfrm>
          <a:prstGeom prst="rect">
            <a:avLst/>
          </a:prstGeom>
          <a:noFill/>
        </p:spPr>
        <p:txBody>
          <a:bodyPr wrap="square">
            <a:spAutoFit/>
          </a:bodyPr>
          <a:lstStyle/>
          <a:p>
            <a:pPr lvl="0">
              <a:defRPr/>
            </a:pPr>
            <a:r>
              <a:rPr lang="en-IN" sz="1000" dirty="0">
                <a:latin typeface="Verdana" panose="020B0604030504040204" pitchFamily="34" charset="0"/>
                <a:ea typeface="Verdana" panose="020B0604030504040204" pitchFamily="34" charset="0"/>
              </a:rPr>
              <a:t>Provision preconfigured notebooks with ML libraries (</a:t>
            </a:r>
            <a:r>
              <a:rPr lang="en-IN" sz="1000" dirty="0" err="1">
                <a:latin typeface="Verdana" panose="020B0604030504040204" pitchFamily="34" charset="0"/>
                <a:ea typeface="Verdana" panose="020B0604030504040204" pitchFamily="34" charset="0"/>
              </a:rPr>
              <a:t>Jupyter</a:t>
            </a:r>
            <a:r>
              <a:rPr lang="en-IN" sz="1000" dirty="0">
                <a:latin typeface="Verdana" panose="020B0604030504040204" pitchFamily="34" charset="0"/>
                <a:ea typeface="Verdana" panose="020B0604030504040204" pitchFamily="34" charset="0"/>
              </a:rPr>
              <a:t>, VS Code)</a:t>
            </a:r>
            <a:br>
              <a:rPr lang="en-IN" sz="1000" dirty="0">
                <a:latin typeface="Verdana" panose="020B0604030504040204" pitchFamily="34" charset="0"/>
                <a:ea typeface="Verdana" panose="020B0604030504040204" pitchFamily="34" charset="0"/>
              </a:rPr>
            </a:br>
            <a:r>
              <a:rPr lang="en-IN" sz="1000" dirty="0">
                <a:latin typeface="Verdana" panose="020B0604030504040204" pitchFamily="34" charset="0"/>
                <a:ea typeface="Verdana" panose="020B0604030504040204" pitchFamily="34" charset="0"/>
              </a:rPr>
              <a:t>Auto-install SDKs, dependencies using AI agents</a:t>
            </a:r>
            <a:br>
              <a:rPr lang="en-IN" sz="1000" dirty="0">
                <a:latin typeface="Verdana" panose="020B0604030504040204" pitchFamily="34" charset="0"/>
                <a:ea typeface="Verdana" panose="020B0604030504040204" pitchFamily="34" charset="0"/>
              </a:rPr>
            </a:br>
            <a:r>
              <a:rPr lang="en-IN" sz="1000" dirty="0">
                <a:latin typeface="Verdana" panose="020B0604030504040204" pitchFamily="34" charset="0"/>
                <a:ea typeface="Verdana" panose="020B0604030504040204" pitchFamily="34" charset="0"/>
              </a:rPr>
              <a:t>Setup experiment tracking via </a:t>
            </a:r>
            <a:r>
              <a:rPr lang="en-IN" sz="1000" dirty="0" err="1">
                <a:latin typeface="Verdana" panose="020B0604030504040204" pitchFamily="34" charset="0"/>
                <a:ea typeface="Verdana" panose="020B0604030504040204" pitchFamily="34" charset="0"/>
              </a:rPr>
              <a:t>MLOps</a:t>
            </a:r>
            <a:r>
              <a:rPr lang="en-IN" sz="1000" dirty="0">
                <a:latin typeface="Verdana" panose="020B0604030504040204" pitchFamily="34" charset="0"/>
                <a:ea typeface="Verdana" panose="020B0604030504040204" pitchFamily="34" charset="0"/>
              </a:rPr>
              <a:t> tools</a:t>
            </a:r>
            <a:endParaRPr kumimoji="0" lang="en-US" sz="10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endParaRPr>
          </a:p>
        </p:txBody>
      </p:sp>
      <p:sp>
        <p:nvSpPr>
          <p:cNvPr id="67" name="TextBox 66">
            <a:extLst>
              <a:ext uri="{FF2B5EF4-FFF2-40B4-BE49-F238E27FC236}">
                <a16:creationId xmlns:a16="http://schemas.microsoft.com/office/drawing/2014/main" id="{DD09B72E-2699-8BE4-7A06-B39071BF4E0A}"/>
              </a:ext>
            </a:extLst>
          </p:cNvPr>
          <p:cNvSpPr txBox="1"/>
          <p:nvPr/>
        </p:nvSpPr>
        <p:spPr>
          <a:xfrm>
            <a:off x="6567430" y="4715679"/>
            <a:ext cx="4886012" cy="553998"/>
          </a:xfrm>
          <a:prstGeom prst="rect">
            <a:avLst/>
          </a:prstGeom>
          <a:noFill/>
        </p:spPr>
        <p:txBody>
          <a:bodyPr wrap="square">
            <a:spAutoFit/>
          </a:bodyPr>
          <a:lstStyle/>
          <a:p>
            <a:pPr lvl="0">
              <a:defRPr/>
            </a:pPr>
            <a:r>
              <a:rPr lang="en-IN" sz="1000" dirty="0">
                <a:latin typeface="Verdana" panose="020B0604030504040204" pitchFamily="34" charset="0"/>
                <a:ea typeface="Verdana" panose="020B0604030504040204" pitchFamily="34" charset="0"/>
              </a:rPr>
              <a:t>Auto-generate test cases using LLM-based tools</a:t>
            </a:r>
            <a:br>
              <a:rPr lang="en-IN" sz="1000" dirty="0">
                <a:latin typeface="Verdana" panose="020B0604030504040204" pitchFamily="34" charset="0"/>
                <a:ea typeface="Verdana" panose="020B0604030504040204" pitchFamily="34" charset="0"/>
              </a:rPr>
            </a:br>
            <a:r>
              <a:rPr lang="en-IN" sz="1000" dirty="0">
                <a:latin typeface="Verdana" panose="020B0604030504040204" pitchFamily="34" charset="0"/>
                <a:ea typeface="Verdana" panose="020B0604030504040204" pitchFamily="34" charset="0"/>
              </a:rPr>
              <a:t>Perform mutation testing to validate robustness</a:t>
            </a:r>
            <a:br>
              <a:rPr lang="en-IN" sz="1000" dirty="0">
                <a:latin typeface="Verdana" panose="020B0604030504040204" pitchFamily="34" charset="0"/>
                <a:ea typeface="Verdana" panose="020B0604030504040204" pitchFamily="34" charset="0"/>
              </a:rPr>
            </a:br>
            <a:r>
              <a:rPr lang="en-IN" sz="1000" dirty="0">
                <a:latin typeface="Verdana" panose="020B0604030504040204" pitchFamily="34" charset="0"/>
                <a:ea typeface="Verdana" panose="020B0604030504040204" pitchFamily="34" charset="0"/>
              </a:rPr>
              <a:t>Use model explainability agents to test edge cases</a:t>
            </a:r>
            <a:endParaRPr kumimoji="0" lang="en-US" sz="10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endParaRPr>
          </a:p>
        </p:txBody>
      </p:sp>
      <p:sp>
        <p:nvSpPr>
          <p:cNvPr id="68" name="TextBox 67">
            <a:extLst>
              <a:ext uri="{FF2B5EF4-FFF2-40B4-BE49-F238E27FC236}">
                <a16:creationId xmlns:a16="http://schemas.microsoft.com/office/drawing/2014/main" id="{89CFA9B1-F9BA-ED0F-9BDA-89E1D7D611C6}"/>
              </a:ext>
            </a:extLst>
          </p:cNvPr>
          <p:cNvSpPr txBox="1"/>
          <p:nvPr/>
        </p:nvSpPr>
        <p:spPr>
          <a:xfrm>
            <a:off x="6517257" y="5654726"/>
            <a:ext cx="4886012" cy="553998"/>
          </a:xfrm>
          <a:prstGeom prst="rect">
            <a:avLst/>
          </a:prstGeom>
          <a:noFill/>
        </p:spPr>
        <p:txBody>
          <a:bodyPr wrap="square">
            <a:spAutoFit/>
          </a:bodyPr>
          <a:lstStyle/>
          <a:p>
            <a:pPr lvl="0">
              <a:defRPr/>
            </a:pPr>
            <a:r>
              <a:rPr lang="en-IN" sz="1000" dirty="0">
                <a:latin typeface="Verdana" panose="020B0604030504040204" pitchFamily="34" charset="0"/>
                <a:ea typeface="Verdana" panose="020B0604030504040204" pitchFamily="34" charset="0"/>
              </a:rPr>
              <a:t>Use AI agents to optimize schema based on access patterns</a:t>
            </a:r>
            <a:br>
              <a:rPr lang="en-IN" sz="1000" dirty="0">
                <a:latin typeface="Verdana" panose="020B0604030504040204" pitchFamily="34" charset="0"/>
                <a:ea typeface="Verdana" panose="020B0604030504040204" pitchFamily="34" charset="0"/>
              </a:rPr>
            </a:br>
            <a:r>
              <a:rPr lang="en-IN" sz="1000" dirty="0">
                <a:latin typeface="Verdana" panose="020B0604030504040204" pitchFamily="34" charset="0"/>
                <a:ea typeface="Verdana" panose="020B0604030504040204" pitchFamily="34" charset="0"/>
              </a:rPr>
              <a:t>- Auto-detect data type inconsistencies or missing values</a:t>
            </a:r>
            <a:br>
              <a:rPr lang="en-IN" sz="1000" dirty="0">
                <a:latin typeface="Verdana" panose="020B0604030504040204" pitchFamily="34" charset="0"/>
                <a:ea typeface="Verdana" panose="020B0604030504040204" pitchFamily="34" charset="0"/>
              </a:rPr>
            </a:br>
            <a:r>
              <a:rPr lang="en-IN" sz="1000" dirty="0">
                <a:latin typeface="Verdana" panose="020B0604030504040204" pitchFamily="34" charset="0"/>
                <a:ea typeface="Verdana" panose="020B0604030504040204" pitchFamily="34" charset="0"/>
              </a:rPr>
              <a:t>- Generate synthetic data for sparsely populated columns</a:t>
            </a:r>
            <a:endParaRPr kumimoji="0" lang="en-US" sz="10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endParaRPr>
          </a:p>
        </p:txBody>
      </p:sp>
      <p:sp>
        <p:nvSpPr>
          <p:cNvPr id="69" name="TextBox 68">
            <a:extLst>
              <a:ext uri="{FF2B5EF4-FFF2-40B4-BE49-F238E27FC236}">
                <a16:creationId xmlns:a16="http://schemas.microsoft.com/office/drawing/2014/main" id="{7BBCEFD2-04B7-9DF6-43C9-90B55E28F8F9}"/>
              </a:ext>
            </a:extLst>
          </p:cNvPr>
          <p:cNvSpPr txBox="1"/>
          <p:nvPr/>
        </p:nvSpPr>
        <p:spPr>
          <a:xfrm>
            <a:off x="2263006" y="3614406"/>
            <a:ext cx="3247662" cy="707886"/>
          </a:xfrm>
          <a:prstGeom prst="rect">
            <a:avLst/>
          </a:prstGeom>
          <a:noFill/>
        </p:spPr>
        <p:txBody>
          <a:bodyPr wrap="square">
            <a:spAutoFit/>
          </a:bodyPr>
          <a:lstStyle/>
          <a:p>
            <a:pPr lvl="0">
              <a:defRPr/>
            </a:pPr>
            <a:r>
              <a:rPr lang="en-IN" sz="1000" dirty="0">
                <a:latin typeface="Verdana" panose="020B0604030504040204" pitchFamily="34" charset="0"/>
                <a:ea typeface="Verdana" panose="020B0604030504040204" pitchFamily="34" charset="0"/>
              </a:rPr>
              <a:t>Set up code repositories and versioning</a:t>
            </a:r>
            <a:br>
              <a:rPr lang="en-IN" sz="1000" dirty="0">
                <a:latin typeface="Verdana" panose="020B0604030504040204" pitchFamily="34" charset="0"/>
                <a:ea typeface="Verdana" panose="020B0604030504040204" pitchFamily="34" charset="0"/>
              </a:rPr>
            </a:br>
            <a:r>
              <a:rPr lang="en-IN" sz="1000" dirty="0">
                <a:latin typeface="Verdana" panose="020B0604030504040204" pitchFamily="34" charset="0"/>
                <a:ea typeface="Verdana" panose="020B0604030504040204" pitchFamily="34" charset="0"/>
              </a:rPr>
              <a:t>Configure IDEs, plugins, and local dev tools</a:t>
            </a:r>
            <a:br>
              <a:rPr lang="en-IN" sz="1000" dirty="0">
                <a:latin typeface="Verdana" panose="020B0604030504040204" pitchFamily="34" charset="0"/>
                <a:ea typeface="Verdana" panose="020B0604030504040204" pitchFamily="34" charset="0"/>
              </a:rPr>
            </a:br>
            <a:r>
              <a:rPr lang="en-IN" sz="1000" dirty="0">
                <a:latin typeface="Verdana" panose="020B0604030504040204" pitchFamily="34" charset="0"/>
                <a:ea typeface="Verdana" panose="020B0604030504040204" pitchFamily="34" charset="0"/>
              </a:rPr>
              <a:t>Provision AI dev environments (cloud or on-prem)</a:t>
            </a:r>
            <a:endParaRPr kumimoji="0" lang="en-US" sz="10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endParaRPr>
          </a:p>
        </p:txBody>
      </p:sp>
      <p:sp>
        <p:nvSpPr>
          <p:cNvPr id="70" name="TextBox 69">
            <a:extLst>
              <a:ext uri="{FF2B5EF4-FFF2-40B4-BE49-F238E27FC236}">
                <a16:creationId xmlns:a16="http://schemas.microsoft.com/office/drawing/2014/main" id="{D8F8BFA7-688E-4F06-F455-5CFFFA7D0DE2}"/>
              </a:ext>
            </a:extLst>
          </p:cNvPr>
          <p:cNvSpPr txBox="1"/>
          <p:nvPr/>
        </p:nvSpPr>
        <p:spPr>
          <a:xfrm>
            <a:off x="2263006" y="4610285"/>
            <a:ext cx="3247662" cy="553998"/>
          </a:xfrm>
          <a:prstGeom prst="rect">
            <a:avLst/>
          </a:prstGeom>
          <a:noFill/>
        </p:spPr>
        <p:txBody>
          <a:bodyPr wrap="square">
            <a:spAutoFit/>
          </a:bodyPr>
          <a:lstStyle/>
          <a:p>
            <a:pPr lvl="0">
              <a:defRPr/>
            </a:pPr>
            <a:r>
              <a:rPr lang="en-IN" sz="1000" dirty="0">
                <a:latin typeface="Verdana" panose="020B0604030504040204" pitchFamily="34" charset="0"/>
                <a:ea typeface="Verdana" panose="020B0604030504040204" pitchFamily="34" charset="0"/>
              </a:rPr>
              <a:t>Write test cases for model components</a:t>
            </a:r>
            <a:br>
              <a:rPr lang="en-IN" sz="1000" dirty="0">
                <a:latin typeface="Verdana" panose="020B0604030504040204" pitchFamily="34" charset="0"/>
                <a:ea typeface="Verdana" panose="020B0604030504040204" pitchFamily="34" charset="0"/>
              </a:rPr>
            </a:br>
            <a:r>
              <a:rPr lang="en-IN" sz="1000" dirty="0">
                <a:latin typeface="Verdana" panose="020B0604030504040204" pitchFamily="34" charset="0"/>
                <a:ea typeface="Verdana" panose="020B0604030504040204" pitchFamily="34" charset="0"/>
              </a:rPr>
              <a:t>Validate preprocessing logic</a:t>
            </a:r>
            <a:br>
              <a:rPr lang="en-IN" sz="1000" dirty="0">
                <a:latin typeface="Verdana" panose="020B0604030504040204" pitchFamily="34" charset="0"/>
                <a:ea typeface="Verdana" panose="020B0604030504040204" pitchFamily="34" charset="0"/>
              </a:rPr>
            </a:br>
            <a:r>
              <a:rPr lang="en-IN" sz="1000" dirty="0">
                <a:latin typeface="Verdana" panose="020B0604030504040204" pitchFamily="34" charset="0"/>
                <a:ea typeface="Verdana" panose="020B0604030504040204" pitchFamily="34" charset="0"/>
              </a:rPr>
              <a:t>Test inference APIs</a:t>
            </a:r>
            <a:endParaRPr kumimoji="0" lang="en-US" sz="10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endParaRPr>
          </a:p>
        </p:txBody>
      </p:sp>
      <p:sp>
        <p:nvSpPr>
          <p:cNvPr id="71" name="TextBox 70">
            <a:extLst>
              <a:ext uri="{FF2B5EF4-FFF2-40B4-BE49-F238E27FC236}">
                <a16:creationId xmlns:a16="http://schemas.microsoft.com/office/drawing/2014/main" id="{8A0AEFA5-63B3-9ABC-688A-35BDCA400657}"/>
              </a:ext>
            </a:extLst>
          </p:cNvPr>
          <p:cNvSpPr txBox="1"/>
          <p:nvPr/>
        </p:nvSpPr>
        <p:spPr>
          <a:xfrm>
            <a:off x="2263006" y="5593170"/>
            <a:ext cx="3247662" cy="707886"/>
          </a:xfrm>
          <a:prstGeom prst="rect">
            <a:avLst/>
          </a:prstGeom>
          <a:noFill/>
        </p:spPr>
        <p:txBody>
          <a:bodyPr wrap="square">
            <a:spAutoFit/>
          </a:bodyPr>
          <a:lstStyle/>
          <a:p>
            <a:pPr lvl="0">
              <a:defRPr/>
            </a:pPr>
            <a:r>
              <a:rPr lang="en-IN" sz="1000" dirty="0">
                <a:latin typeface="Verdana" panose="020B0604030504040204" pitchFamily="34" charset="0"/>
                <a:ea typeface="Verdana" panose="020B0604030504040204" pitchFamily="34" charset="0"/>
              </a:rPr>
              <a:t>Design logical and physical schemas</a:t>
            </a:r>
            <a:br>
              <a:rPr lang="en-IN" sz="1000" dirty="0">
                <a:latin typeface="Verdana" panose="020B0604030504040204" pitchFamily="34" charset="0"/>
                <a:ea typeface="Verdana" panose="020B0604030504040204" pitchFamily="34" charset="0"/>
              </a:rPr>
            </a:br>
            <a:r>
              <a:rPr lang="en-IN" sz="1000" dirty="0">
                <a:latin typeface="Verdana" panose="020B0604030504040204" pitchFamily="34" charset="0"/>
                <a:ea typeface="Verdana" panose="020B0604030504040204" pitchFamily="34" charset="0"/>
              </a:rPr>
              <a:t>- Implement feature stores or versioned datasets</a:t>
            </a:r>
            <a:br>
              <a:rPr lang="en-IN" sz="1000" dirty="0">
                <a:latin typeface="Verdana" panose="020B0604030504040204" pitchFamily="34" charset="0"/>
                <a:ea typeface="Verdana" panose="020B0604030504040204" pitchFamily="34" charset="0"/>
              </a:rPr>
            </a:br>
            <a:r>
              <a:rPr lang="en-IN" sz="1000" dirty="0">
                <a:latin typeface="Verdana" panose="020B0604030504040204" pitchFamily="34" charset="0"/>
                <a:ea typeface="Verdana" panose="020B0604030504040204" pitchFamily="34" charset="0"/>
              </a:rPr>
              <a:t>- Define access controls and backup plans</a:t>
            </a:r>
            <a:endParaRPr kumimoji="0" lang="en-US" sz="10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endParaRPr>
          </a:p>
        </p:txBody>
      </p:sp>
      <p:sp>
        <p:nvSpPr>
          <p:cNvPr id="72" name="TextBox 71">
            <a:extLst>
              <a:ext uri="{FF2B5EF4-FFF2-40B4-BE49-F238E27FC236}">
                <a16:creationId xmlns:a16="http://schemas.microsoft.com/office/drawing/2014/main" id="{8A3EE51C-0F86-6E84-FAE6-80A6C9F4A420}"/>
              </a:ext>
            </a:extLst>
          </p:cNvPr>
          <p:cNvSpPr txBox="1"/>
          <p:nvPr/>
        </p:nvSpPr>
        <p:spPr>
          <a:xfrm>
            <a:off x="2200026" y="1635945"/>
            <a:ext cx="3272328" cy="861774"/>
          </a:xfrm>
          <a:prstGeom prst="rect">
            <a:avLst/>
          </a:prstGeom>
          <a:noFill/>
        </p:spPr>
        <p:txBody>
          <a:bodyPr wrap="square">
            <a:spAutoFit/>
          </a:bodyPr>
          <a:lstStyle/>
          <a:p>
            <a:pPr lvl="0">
              <a:defRPr/>
            </a:pPr>
            <a:r>
              <a:rPr lang="en-IN" sz="1000" dirty="0">
                <a:latin typeface="Verdana" panose="020B0604030504040204" pitchFamily="34" charset="0"/>
                <a:ea typeface="Verdana" panose="020B0604030504040204" pitchFamily="34" charset="0"/>
              </a:rPr>
              <a:t>Transfer functional and technical knowledge from previous team/stakeholders</a:t>
            </a:r>
            <a:br>
              <a:rPr lang="en-IN" sz="1000" dirty="0">
                <a:latin typeface="Verdana" panose="020B0604030504040204" pitchFamily="34" charset="0"/>
                <a:ea typeface="Verdana" panose="020B0604030504040204" pitchFamily="34" charset="0"/>
              </a:rPr>
            </a:br>
            <a:r>
              <a:rPr lang="en-IN" sz="1000" dirty="0">
                <a:latin typeface="Verdana" panose="020B0604030504040204" pitchFamily="34" charset="0"/>
                <a:ea typeface="Verdana" panose="020B0604030504040204" pitchFamily="34" charset="0"/>
              </a:rPr>
              <a:t>Understand AI-specific tools, data sources, frameworks</a:t>
            </a:r>
            <a:br>
              <a:rPr lang="en-IN" sz="1000" dirty="0">
                <a:latin typeface="Verdana" panose="020B0604030504040204" pitchFamily="34" charset="0"/>
                <a:ea typeface="Verdana" panose="020B0604030504040204" pitchFamily="34" charset="0"/>
              </a:rPr>
            </a:br>
            <a:r>
              <a:rPr lang="en-IN" sz="1000" dirty="0">
                <a:latin typeface="Verdana" panose="020B0604030504040204" pitchFamily="34" charset="0"/>
                <a:ea typeface="Verdana" panose="020B0604030504040204" pitchFamily="34" charset="0"/>
              </a:rPr>
              <a:t>Document architectural and design decisions</a:t>
            </a:r>
            <a:endParaRPr kumimoji="0" lang="en-US" sz="10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endParaRPr>
          </a:p>
        </p:txBody>
      </p:sp>
      <p:sp>
        <p:nvSpPr>
          <p:cNvPr id="73" name="TextBox 72">
            <a:extLst>
              <a:ext uri="{FF2B5EF4-FFF2-40B4-BE49-F238E27FC236}">
                <a16:creationId xmlns:a16="http://schemas.microsoft.com/office/drawing/2014/main" id="{0BAC90A8-D2BC-3987-BC67-E46D7A644E4B}"/>
              </a:ext>
            </a:extLst>
          </p:cNvPr>
          <p:cNvSpPr txBox="1"/>
          <p:nvPr/>
        </p:nvSpPr>
        <p:spPr>
          <a:xfrm>
            <a:off x="2215356" y="2605476"/>
            <a:ext cx="3324914" cy="861774"/>
          </a:xfrm>
          <a:prstGeom prst="rect">
            <a:avLst/>
          </a:prstGeom>
          <a:noFill/>
        </p:spPr>
        <p:txBody>
          <a:bodyPr wrap="square">
            <a:spAutoFit/>
          </a:bodyPr>
          <a:lstStyle/>
          <a:p>
            <a:pPr lvl="0">
              <a:defRPr/>
            </a:pPr>
            <a:r>
              <a:rPr lang="en-IN" sz="1000" dirty="0">
                <a:latin typeface="Verdana" panose="020B0604030504040204" pitchFamily="34" charset="0"/>
                <a:ea typeface="Verdana" panose="020B0604030504040204" pitchFamily="34" charset="0"/>
              </a:rPr>
              <a:t>Break down epics into granular stories</a:t>
            </a:r>
            <a:br>
              <a:rPr lang="en-IN" sz="1000" dirty="0">
                <a:latin typeface="Verdana" panose="020B0604030504040204" pitchFamily="34" charset="0"/>
                <a:ea typeface="Verdana" panose="020B0604030504040204" pitchFamily="34" charset="0"/>
              </a:rPr>
            </a:br>
            <a:r>
              <a:rPr lang="en-IN" sz="1000" dirty="0">
                <a:latin typeface="Verdana" panose="020B0604030504040204" pitchFamily="34" charset="0"/>
                <a:ea typeface="Verdana" panose="020B0604030504040204" pitchFamily="34" charset="0"/>
              </a:rPr>
              <a:t>Define story-level acceptance criteria</a:t>
            </a:r>
            <a:br>
              <a:rPr lang="en-IN" sz="1000" dirty="0">
                <a:latin typeface="Verdana" panose="020B0604030504040204" pitchFamily="34" charset="0"/>
                <a:ea typeface="Verdana" panose="020B0604030504040204" pitchFamily="34" charset="0"/>
              </a:rPr>
            </a:br>
            <a:r>
              <a:rPr lang="en-IN" sz="1000" dirty="0">
                <a:latin typeface="Verdana" panose="020B0604030504040204" pitchFamily="34" charset="0"/>
                <a:ea typeface="Verdana" panose="020B0604030504040204" pitchFamily="34" charset="0"/>
              </a:rPr>
              <a:t>Align stories to AI lifecycle stages (e.g., data prep, </a:t>
            </a:r>
            <a:r>
              <a:rPr lang="en-IN" sz="1000" dirty="0" err="1">
                <a:latin typeface="Verdana" panose="020B0604030504040204" pitchFamily="34" charset="0"/>
                <a:ea typeface="Verdana" panose="020B0604030504040204" pitchFamily="34" charset="0"/>
              </a:rPr>
              <a:t>modeling</a:t>
            </a:r>
            <a:r>
              <a:rPr lang="en-IN" sz="1000" dirty="0">
                <a:latin typeface="Verdana" panose="020B0604030504040204" pitchFamily="34" charset="0"/>
                <a:ea typeface="Verdana" panose="020B0604030504040204" pitchFamily="34" charset="0"/>
              </a:rPr>
              <a:t>)</a:t>
            </a:r>
            <a:br>
              <a:rPr lang="en-IN" sz="1000" dirty="0">
                <a:latin typeface="Verdana" panose="020B0604030504040204" pitchFamily="34" charset="0"/>
                <a:ea typeface="Verdana" panose="020B0604030504040204" pitchFamily="34" charset="0"/>
              </a:rPr>
            </a:br>
            <a:r>
              <a:rPr lang="en-IN" sz="1000" dirty="0">
                <a:latin typeface="Verdana" panose="020B0604030504040204" pitchFamily="34" charset="0"/>
                <a:ea typeface="Verdana" panose="020B0604030504040204" pitchFamily="34" charset="0"/>
              </a:rPr>
              <a:t>Identify dependencies and efforts</a:t>
            </a:r>
            <a:endParaRPr kumimoji="0" lang="en-US" sz="10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endParaRPr>
          </a:p>
        </p:txBody>
      </p:sp>
      <p:grpSp>
        <p:nvGrpSpPr>
          <p:cNvPr id="37" name="Group 36">
            <a:extLst>
              <a:ext uri="{FF2B5EF4-FFF2-40B4-BE49-F238E27FC236}">
                <a16:creationId xmlns:a16="http://schemas.microsoft.com/office/drawing/2014/main" id="{B790F9BA-29AA-34B3-A18B-CFB206A9E7A6}"/>
              </a:ext>
            </a:extLst>
          </p:cNvPr>
          <p:cNvGrpSpPr/>
          <p:nvPr/>
        </p:nvGrpSpPr>
        <p:grpSpPr>
          <a:xfrm>
            <a:off x="3021164" y="601015"/>
            <a:ext cx="9172634" cy="276999"/>
            <a:chOff x="3021164" y="601015"/>
            <a:chExt cx="9172634" cy="276999"/>
          </a:xfrm>
        </p:grpSpPr>
        <p:sp>
          <p:nvSpPr>
            <p:cNvPr id="8" name="TextBox 7">
              <a:extLst>
                <a:ext uri="{FF2B5EF4-FFF2-40B4-BE49-F238E27FC236}">
                  <a16:creationId xmlns:a16="http://schemas.microsoft.com/office/drawing/2014/main" id="{E52568CE-2B64-7053-0D2C-B4657834E894}"/>
                </a:ext>
              </a:extLst>
            </p:cNvPr>
            <p:cNvSpPr txBox="1"/>
            <p:nvPr/>
          </p:nvSpPr>
          <p:spPr>
            <a:xfrm>
              <a:off x="3021164" y="601015"/>
              <a:ext cx="2223936" cy="276999"/>
            </a:xfrm>
            <a:prstGeom prst="rect">
              <a:avLst/>
            </a:prstGeom>
            <a:noFill/>
          </p:spPr>
          <p:txBody>
            <a:bodyPr wrap="square" rtlCol="0">
              <a:spAutoFit/>
            </a:bodyPr>
            <a:lstStyle/>
            <a:p>
              <a:r>
                <a:rPr lang="en-IN" sz="1200" i="1">
                  <a:latin typeface="Verdana" panose="020B0604030504040204" pitchFamily="34" charset="0"/>
                  <a:ea typeface="Verdana" panose="020B0604030504040204" pitchFamily="34" charset="0"/>
                </a:rPr>
                <a:t>Responsible:</a:t>
              </a:r>
            </a:p>
          </p:txBody>
        </p:sp>
        <p:sp>
          <p:nvSpPr>
            <p:cNvPr id="14" name="TextBox 13">
              <a:extLst>
                <a:ext uri="{FF2B5EF4-FFF2-40B4-BE49-F238E27FC236}">
                  <a16:creationId xmlns:a16="http://schemas.microsoft.com/office/drawing/2014/main" id="{3FFD7693-763A-9EDB-4AF0-69314A9E02FE}"/>
                </a:ext>
              </a:extLst>
            </p:cNvPr>
            <p:cNvSpPr txBox="1"/>
            <p:nvPr/>
          </p:nvSpPr>
          <p:spPr>
            <a:xfrm>
              <a:off x="5337397" y="601015"/>
              <a:ext cx="2223936" cy="276999"/>
            </a:xfrm>
            <a:prstGeom prst="rect">
              <a:avLst/>
            </a:prstGeom>
            <a:noFill/>
          </p:spPr>
          <p:txBody>
            <a:bodyPr wrap="square" rtlCol="0">
              <a:spAutoFit/>
            </a:bodyPr>
            <a:lstStyle/>
            <a:p>
              <a:r>
                <a:rPr lang="en-IN" sz="1200" i="1">
                  <a:latin typeface="Verdana" panose="020B0604030504040204" pitchFamily="34" charset="0"/>
                  <a:ea typeface="Verdana" panose="020B0604030504040204" pitchFamily="34" charset="0"/>
                </a:rPr>
                <a:t>Accountable:</a:t>
              </a:r>
            </a:p>
          </p:txBody>
        </p:sp>
        <p:sp>
          <p:nvSpPr>
            <p:cNvPr id="35" name="TextBox 34">
              <a:extLst>
                <a:ext uri="{FF2B5EF4-FFF2-40B4-BE49-F238E27FC236}">
                  <a16:creationId xmlns:a16="http://schemas.microsoft.com/office/drawing/2014/main" id="{7A294D54-2C77-F8A5-C85C-2DABEC3446C6}"/>
                </a:ext>
              </a:extLst>
            </p:cNvPr>
            <p:cNvSpPr txBox="1"/>
            <p:nvPr/>
          </p:nvSpPr>
          <p:spPr>
            <a:xfrm>
              <a:off x="9969862" y="601015"/>
              <a:ext cx="2223936" cy="276999"/>
            </a:xfrm>
            <a:prstGeom prst="rect">
              <a:avLst/>
            </a:prstGeom>
            <a:noFill/>
          </p:spPr>
          <p:txBody>
            <a:bodyPr wrap="square" rtlCol="0">
              <a:spAutoFit/>
            </a:bodyPr>
            <a:lstStyle/>
            <a:p>
              <a:r>
                <a:rPr lang="en-IN" sz="1200" i="1">
                  <a:latin typeface="Verdana" panose="020B0604030504040204" pitchFamily="34" charset="0"/>
                  <a:ea typeface="Verdana" panose="020B0604030504040204" pitchFamily="34" charset="0"/>
                </a:rPr>
                <a:t>Informed:</a:t>
              </a:r>
            </a:p>
          </p:txBody>
        </p:sp>
        <p:sp>
          <p:nvSpPr>
            <p:cNvPr id="36" name="TextBox 35">
              <a:extLst>
                <a:ext uri="{FF2B5EF4-FFF2-40B4-BE49-F238E27FC236}">
                  <a16:creationId xmlns:a16="http://schemas.microsoft.com/office/drawing/2014/main" id="{84431418-C5B0-BCC9-0399-9BFE1B8AACF1}"/>
                </a:ext>
              </a:extLst>
            </p:cNvPr>
            <p:cNvSpPr txBox="1"/>
            <p:nvPr/>
          </p:nvSpPr>
          <p:spPr>
            <a:xfrm>
              <a:off x="7653630" y="601015"/>
              <a:ext cx="2223936" cy="276999"/>
            </a:xfrm>
            <a:prstGeom prst="rect">
              <a:avLst/>
            </a:prstGeom>
            <a:noFill/>
          </p:spPr>
          <p:txBody>
            <a:bodyPr wrap="square" rtlCol="0">
              <a:spAutoFit/>
            </a:bodyPr>
            <a:lstStyle/>
            <a:p>
              <a:r>
                <a:rPr lang="en-IN" sz="1200" i="1">
                  <a:latin typeface="Verdana" panose="020B0604030504040204" pitchFamily="34" charset="0"/>
                  <a:ea typeface="Verdana" panose="020B0604030504040204" pitchFamily="34" charset="0"/>
                </a:rPr>
                <a:t>Consulted:</a:t>
              </a:r>
            </a:p>
          </p:txBody>
        </p:sp>
      </p:grpSp>
      <p:sp>
        <p:nvSpPr>
          <p:cNvPr id="42" name="TextBox 41">
            <a:extLst>
              <a:ext uri="{FF2B5EF4-FFF2-40B4-BE49-F238E27FC236}">
                <a16:creationId xmlns:a16="http://schemas.microsoft.com/office/drawing/2014/main" id="{087A5E2A-D769-BF59-275E-471BC3A6D96E}"/>
              </a:ext>
            </a:extLst>
          </p:cNvPr>
          <p:cNvSpPr txBox="1"/>
          <p:nvPr/>
        </p:nvSpPr>
        <p:spPr>
          <a:xfrm>
            <a:off x="6536917" y="2689662"/>
            <a:ext cx="4886012" cy="553998"/>
          </a:xfrm>
          <a:prstGeom prst="rect">
            <a:avLst/>
          </a:prstGeom>
          <a:noFill/>
        </p:spPr>
        <p:txBody>
          <a:bodyPr wrap="square">
            <a:spAutoFit/>
          </a:bodyPr>
          <a:lstStyle/>
          <a:p>
            <a:pPr lvl="0">
              <a:defRPr/>
            </a:pPr>
            <a:r>
              <a:rPr lang="en-IN" sz="1000" dirty="0">
                <a:latin typeface="Verdana" panose="020B0604030504040204" pitchFamily="34" charset="0"/>
                <a:ea typeface="Verdana" panose="020B0604030504040204" pitchFamily="34" charset="0"/>
              </a:rPr>
              <a:t>Auto-generate backlog stories from high-level requirements using LLMs</a:t>
            </a:r>
            <a:br>
              <a:rPr lang="en-IN" sz="1000" dirty="0">
                <a:latin typeface="Verdana" panose="020B0604030504040204" pitchFamily="34" charset="0"/>
                <a:ea typeface="Verdana" panose="020B0604030504040204" pitchFamily="34" charset="0"/>
              </a:rPr>
            </a:br>
            <a:r>
              <a:rPr lang="en-IN" sz="1000" dirty="0">
                <a:latin typeface="Verdana" panose="020B0604030504040204" pitchFamily="34" charset="0"/>
                <a:ea typeface="Verdana" panose="020B0604030504040204" pitchFamily="34" charset="0"/>
              </a:rPr>
              <a:t>Use AI co-pilots to assist in story estimation and tagging</a:t>
            </a:r>
            <a:br>
              <a:rPr lang="en-IN" sz="1000" dirty="0">
                <a:latin typeface="Verdana" panose="020B0604030504040204" pitchFamily="34" charset="0"/>
                <a:ea typeface="Verdana" panose="020B0604030504040204" pitchFamily="34" charset="0"/>
              </a:rPr>
            </a:br>
            <a:r>
              <a:rPr lang="en-IN" sz="1000" dirty="0">
                <a:latin typeface="Verdana" panose="020B0604030504040204" pitchFamily="34" charset="0"/>
                <a:ea typeface="Verdana" panose="020B0604030504040204" pitchFamily="34" charset="0"/>
              </a:rPr>
              <a:t>Auto-link stories to models/datasets for traceability</a:t>
            </a:r>
            <a:endParaRPr kumimoji="0" lang="en-US" sz="10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28390575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DD922-E22A-D17A-21F8-62A9EA2E9B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232814-60DD-3235-F6D8-CD7D44703E72}"/>
              </a:ext>
            </a:extLst>
          </p:cNvPr>
          <p:cNvSpPr>
            <a:spLocks noGrp="1"/>
          </p:cNvSpPr>
          <p:nvPr>
            <p:ph type="title"/>
          </p:nvPr>
        </p:nvSpPr>
        <p:spPr>
          <a:xfrm>
            <a:off x="593461" y="264653"/>
            <a:ext cx="10668000" cy="438725"/>
          </a:xfrm>
        </p:spPr>
        <p:txBody>
          <a:bodyPr/>
          <a:lstStyle/>
          <a:p>
            <a:r>
              <a:rPr lang="en-IN" dirty="0"/>
              <a:t>Development (Contd.)</a:t>
            </a:r>
          </a:p>
        </p:txBody>
      </p:sp>
      <p:sp>
        <p:nvSpPr>
          <p:cNvPr id="3" name="Rectangle 2">
            <a:extLst>
              <a:ext uri="{FF2B5EF4-FFF2-40B4-BE49-F238E27FC236}">
                <a16:creationId xmlns:a16="http://schemas.microsoft.com/office/drawing/2014/main" id="{68C064DA-B153-8551-2872-083E7AE70306}"/>
              </a:ext>
            </a:extLst>
          </p:cNvPr>
          <p:cNvSpPr/>
          <p:nvPr/>
        </p:nvSpPr>
        <p:spPr>
          <a:xfrm>
            <a:off x="593461" y="5477113"/>
            <a:ext cx="11228615" cy="864831"/>
          </a:xfrm>
          <a:prstGeom prst="rect">
            <a:avLst/>
          </a:prstGeom>
          <a:solidFill>
            <a:sysClr val="window" lastClr="FFFFFF">
              <a:lumMod val="95000"/>
            </a:sysClr>
          </a:solidFill>
          <a:ln w="6350" cap="flat" cmpd="sng" algn="ctr">
            <a:noFill/>
            <a:prstDash val="solid"/>
            <a:miter lim="800000"/>
          </a:ln>
          <a:effectLst/>
        </p:spPr>
        <p:txBody>
          <a:bodyPr lIns="853440" rtlCol="0" anchor="ctr"/>
          <a:lstStyle/>
          <a:p>
            <a:pPr marL="0" marR="0" lvl="0" indent="0" algn="l" defTabSz="914013" rtl="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gradFill>
                <a:gsLst>
                  <a:gs pos="0">
                    <a:srgbClr val="00B140"/>
                  </a:gs>
                  <a:gs pos="100000">
                    <a:srgbClr val="0033B4">
                      <a:lumMod val="45000"/>
                      <a:lumOff val="55000"/>
                    </a:srgbClr>
                  </a:gs>
                </a:gsLst>
                <a:lin ang="13500000" scaled="1"/>
              </a:gradFill>
              <a:effectLst/>
              <a:uLnTx/>
              <a:uFillTx/>
              <a:latin typeface="HelveticaNeueLT Std" panose="020B0604020202020204" pitchFamily="34" charset="0"/>
              <a:ea typeface="MS PGothic" pitchFamily="34" charset="-128"/>
              <a:cs typeface="+mn-cs"/>
            </a:endParaRPr>
          </a:p>
        </p:txBody>
      </p:sp>
      <p:sp>
        <p:nvSpPr>
          <p:cNvPr id="4" name="Rectangle 3">
            <a:extLst>
              <a:ext uri="{FF2B5EF4-FFF2-40B4-BE49-F238E27FC236}">
                <a16:creationId xmlns:a16="http://schemas.microsoft.com/office/drawing/2014/main" id="{10CA61E9-2B48-36CA-B9EA-ECD99DBCA03A}"/>
              </a:ext>
            </a:extLst>
          </p:cNvPr>
          <p:cNvSpPr/>
          <p:nvPr/>
        </p:nvSpPr>
        <p:spPr>
          <a:xfrm>
            <a:off x="593461" y="3554953"/>
            <a:ext cx="11228615" cy="847789"/>
          </a:xfrm>
          <a:prstGeom prst="rect">
            <a:avLst/>
          </a:prstGeom>
          <a:solidFill>
            <a:sysClr val="window" lastClr="FFFFFF">
              <a:lumMod val="95000"/>
            </a:sysClr>
          </a:solidFill>
          <a:ln w="6350" cap="flat" cmpd="sng" algn="ctr">
            <a:noFill/>
            <a:prstDash val="solid"/>
            <a:miter lim="800000"/>
          </a:ln>
          <a:effectLst/>
        </p:spPr>
        <p:txBody>
          <a:bodyPr lIns="853440" rtlCol="0" anchor="ctr"/>
          <a:lstStyle/>
          <a:p>
            <a:pPr marL="0" marR="0" lvl="0" indent="0" algn="l" defTabSz="914013" rtl="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gradFill>
                <a:gsLst>
                  <a:gs pos="0">
                    <a:srgbClr val="00B140"/>
                  </a:gs>
                  <a:gs pos="100000">
                    <a:srgbClr val="0033B4">
                      <a:lumMod val="45000"/>
                      <a:lumOff val="55000"/>
                    </a:srgbClr>
                  </a:gs>
                </a:gsLst>
                <a:lin ang="13500000" scaled="1"/>
              </a:gradFill>
              <a:effectLst/>
              <a:uLnTx/>
              <a:uFillTx/>
              <a:latin typeface="HelveticaNeueLT Std" panose="020B0604020202020204" pitchFamily="34" charset="0"/>
              <a:ea typeface="MS PGothic" pitchFamily="34" charset="-128"/>
              <a:cs typeface="+mn-cs"/>
            </a:endParaRPr>
          </a:p>
        </p:txBody>
      </p:sp>
      <p:sp>
        <p:nvSpPr>
          <p:cNvPr id="5" name="Rectangle 4">
            <a:extLst>
              <a:ext uri="{FF2B5EF4-FFF2-40B4-BE49-F238E27FC236}">
                <a16:creationId xmlns:a16="http://schemas.microsoft.com/office/drawing/2014/main" id="{E0FF1462-7AA9-3EFC-D6B4-74FF5739966D}"/>
              </a:ext>
            </a:extLst>
          </p:cNvPr>
          <p:cNvSpPr/>
          <p:nvPr/>
        </p:nvSpPr>
        <p:spPr>
          <a:xfrm>
            <a:off x="593461" y="4501604"/>
            <a:ext cx="11228615" cy="864831"/>
          </a:xfrm>
          <a:prstGeom prst="rect">
            <a:avLst/>
          </a:prstGeom>
          <a:solidFill>
            <a:sysClr val="window" lastClr="FFFFFF">
              <a:lumMod val="95000"/>
            </a:sysClr>
          </a:solidFill>
          <a:ln w="6350" cap="flat" cmpd="sng" algn="ctr">
            <a:noFill/>
            <a:prstDash val="solid"/>
            <a:miter lim="800000"/>
          </a:ln>
          <a:effectLst/>
        </p:spPr>
        <p:txBody>
          <a:bodyPr lIns="853440" rtlCol="0" anchor="ctr"/>
          <a:lstStyle/>
          <a:p>
            <a:pPr marL="0" marR="0" lvl="0" indent="0" algn="l" defTabSz="914013" rtl="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gradFill>
                <a:gsLst>
                  <a:gs pos="0">
                    <a:srgbClr val="00B140"/>
                  </a:gs>
                  <a:gs pos="100000">
                    <a:srgbClr val="0033B4">
                      <a:lumMod val="45000"/>
                      <a:lumOff val="55000"/>
                    </a:srgbClr>
                  </a:gs>
                </a:gsLst>
                <a:lin ang="13500000" scaled="1"/>
              </a:gradFill>
              <a:effectLst/>
              <a:uLnTx/>
              <a:uFillTx/>
              <a:latin typeface="HelveticaNeueLT Std" panose="020B0604020202020204" pitchFamily="34" charset="0"/>
              <a:ea typeface="MS PGothic" pitchFamily="34" charset="-128"/>
              <a:cs typeface="+mn-cs"/>
            </a:endParaRPr>
          </a:p>
        </p:txBody>
      </p:sp>
      <p:sp>
        <p:nvSpPr>
          <p:cNvPr id="6" name="Rectangle 5">
            <a:extLst>
              <a:ext uri="{FF2B5EF4-FFF2-40B4-BE49-F238E27FC236}">
                <a16:creationId xmlns:a16="http://schemas.microsoft.com/office/drawing/2014/main" id="{F3DDB1B8-C7ED-452C-1A43-478E44FAEA0C}"/>
              </a:ext>
            </a:extLst>
          </p:cNvPr>
          <p:cNvSpPr/>
          <p:nvPr/>
        </p:nvSpPr>
        <p:spPr>
          <a:xfrm>
            <a:off x="593461" y="1647149"/>
            <a:ext cx="11228616" cy="847789"/>
          </a:xfrm>
          <a:prstGeom prst="rect">
            <a:avLst/>
          </a:prstGeom>
          <a:solidFill>
            <a:sysClr val="window" lastClr="FFFFFF">
              <a:lumMod val="95000"/>
            </a:sysClr>
          </a:solidFill>
          <a:ln w="6350" cap="flat" cmpd="sng" algn="ctr">
            <a:noFill/>
            <a:prstDash val="solid"/>
            <a:miter lim="800000"/>
          </a:ln>
          <a:effectLst/>
        </p:spPr>
        <p:txBody>
          <a:bodyPr lIns="853440" rtlCol="0" anchor="ctr"/>
          <a:lstStyle/>
          <a:p>
            <a:pPr marL="0" marR="0" lvl="0" indent="0" algn="l" defTabSz="914013" rtl="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gradFill>
                <a:gsLst>
                  <a:gs pos="0">
                    <a:srgbClr val="00B140"/>
                  </a:gs>
                  <a:gs pos="100000">
                    <a:srgbClr val="0033B4">
                      <a:lumMod val="45000"/>
                      <a:lumOff val="55000"/>
                    </a:srgbClr>
                  </a:gs>
                </a:gsLst>
                <a:lin ang="13500000" scaled="1"/>
              </a:gradFill>
              <a:effectLst/>
              <a:uLnTx/>
              <a:uFillTx/>
              <a:latin typeface="HelveticaNeueLT Std" panose="020B0604020202020204" pitchFamily="34" charset="0"/>
              <a:ea typeface="MS PGothic" pitchFamily="34" charset="-128"/>
              <a:cs typeface="+mn-cs"/>
            </a:endParaRPr>
          </a:p>
        </p:txBody>
      </p:sp>
      <p:sp>
        <p:nvSpPr>
          <p:cNvPr id="7" name="Rectangle 6">
            <a:extLst>
              <a:ext uri="{FF2B5EF4-FFF2-40B4-BE49-F238E27FC236}">
                <a16:creationId xmlns:a16="http://schemas.microsoft.com/office/drawing/2014/main" id="{F127A1BC-156F-42A3-0D65-30C151209B1C}"/>
              </a:ext>
            </a:extLst>
          </p:cNvPr>
          <p:cNvSpPr/>
          <p:nvPr/>
        </p:nvSpPr>
        <p:spPr>
          <a:xfrm>
            <a:off x="593461" y="2593800"/>
            <a:ext cx="11228615" cy="864831"/>
          </a:xfrm>
          <a:prstGeom prst="rect">
            <a:avLst/>
          </a:prstGeom>
          <a:solidFill>
            <a:sysClr val="window" lastClr="FFFFFF">
              <a:lumMod val="95000"/>
            </a:sysClr>
          </a:solidFill>
          <a:ln w="6350" cap="flat" cmpd="sng" algn="ctr">
            <a:noFill/>
            <a:prstDash val="solid"/>
            <a:miter lim="800000"/>
          </a:ln>
          <a:effectLst/>
        </p:spPr>
        <p:txBody>
          <a:bodyPr lIns="853440" rtlCol="0" anchor="ctr"/>
          <a:lstStyle/>
          <a:p>
            <a:pPr marL="0" marR="0" lvl="0" indent="0" algn="l" defTabSz="914013" rtl="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gradFill>
                <a:gsLst>
                  <a:gs pos="0">
                    <a:srgbClr val="00B140"/>
                  </a:gs>
                  <a:gs pos="100000">
                    <a:srgbClr val="0033B4">
                      <a:lumMod val="45000"/>
                      <a:lumOff val="55000"/>
                    </a:srgbClr>
                  </a:gs>
                </a:gsLst>
                <a:lin ang="13500000" scaled="1"/>
              </a:gradFill>
              <a:effectLst/>
              <a:uLnTx/>
              <a:uFillTx/>
              <a:latin typeface="HelveticaNeueLT Std" panose="020B0604020202020204" pitchFamily="34" charset="0"/>
              <a:ea typeface="MS PGothic" pitchFamily="34" charset="-128"/>
              <a:cs typeface="+mn-cs"/>
            </a:endParaRPr>
          </a:p>
        </p:txBody>
      </p:sp>
      <p:sp>
        <p:nvSpPr>
          <p:cNvPr id="9" name="Rectangle 8">
            <a:extLst>
              <a:ext uri="{FF2B5EF4-FFF2-40B4-BE49-F238E27FC236}">
                <a16:creationId xmlns:a16="http://schemas.microsoft.com/office/drawing/2014/main" id="{17DE4265-6644-612F-AFAD-41E39B8DCF34}"/>
              </a:ext>
            </a:extLst>
          </p:cNvPr>
          <p:cNvSpPr/>
          <p:nvPr/>
        </p:nvSpPr>
        <p:spPr>
          <a:xfrm>
            <a:off x="2186580" y="2610497"/>
            <a:ext cx="3369319" cy="836407"/>
          </a:xfrm>
          <a:prstGeom prst="rect">
            <a:avLst/>
          </a:prstGeom>
          <a:solidFill>
            <a:sysClr val="window" lastClr="FFFFFF"/>
          </a:solidFill>
          <a:ln w="25400" cap="flat" cmpd="sng" algn="ctr">
            <a:solidFill>
              <a:srgbClr val="6363C8">
                <a:alpha val="4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srgbClr val="000000"/>
              </a:solidFill>
              <a:effectLst/>
              <a:uLnTx/>
              <a:uFillTx/>
              <a:latin typeface="HelveticaNeueLT Std" panose="020B0604020202020204" pitchFamily="34" charset="0"/>
              <a:ea typeface="+mn-ea"/>
              <a:cs typeface="Arial" panose="020B0604020202020204" pitchFamily="34" charset="0"/>
            </a:endParaRPr>
          </a:p>
        </p:txBody>
      </p:sp>
      <p:sp>
        <p:nvSpPr>
          <p:cNvPr id="10" name="Rectangle 9">
            <a:extLst>
              <a:ext uri="{FF2B5EF4-FFF2-40B4-BE49-F238E27FC236}">
                <a16:creationId xmlns:a16="http://schemas.microsoft.com/office/drawing/2014/main" id="{D2AE8538-EF23-FFEB-DAB9-BFB067C33425}"/>
              </a:ext>
            </a:extLst>
          </p:cNvPr>
          <p:cNvSpPr/>
          <p:nvPr/>
        </p:nvSpPr>
        <p:spPr>
          <a:xfrm>
            <a:off x="2186580" y="1647952"/>
            <a:ext cx="3369319" cy="836407"/>
          </a:xfrm>
          <a:prstGeom prst="rect">
            <a:avLst/>
          </a:prstGeom>
          <a:solidFill>
            <a:sysClr val="window" lastClr="FFFFFF"/>
          </a:solidFill>
          <a:ln w="25400" cap="flat" cmpd="sng" algn="ctr">
            <a:solidFill>
              <a:srgbClr val="6363C8">
                <a:alpha val="40000"/>
              </a:srgbClr>
            </a:solidFill>
            <a:prstDash val="solid"/>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IN" sz="1400" b="0" i="0" u="none" strike="noStrike" kern="0" cap="none" spc="0" normalizeH="0" baseline="0" noProof="0">
              <a:ln>
                <a:noFill/>
              </a:ln>
              <a:solidFill>
                <a:srgbClr val="000000"/>
              </a:solidFill>
              <a:effectLst/>
              <a:uLnTx/>
              <a:uFillTx/>
              <a:latin typeface="HelveticaNeueLT Std" panose="020B0604020202020204" pitchFamily="34" charset="0"/>
              <a:ea typeface="+mn-ea"/>
              <a:cs typeface="Arial" panose="020B0604020202020204" pitchFamily="34" charset="0"/>
            </a:endParaRPr>
          </a:p>
        </p:txBody>
      </p:sp>
      <p:sp>
        <p:nvSpPr>
          <p:cNvPr id="11" name="Rectangle 10">
            <a:extLst>
              <a:ext uri="{FF2B5EF4-FFF2-40B4-BE49-F238E27FC236}">
                <a16:creationId xmlns:a16="http://schemas.microsoft.com/office/drawing/2014/main" id="{8C986527-4688-7176-7CA3-EF7539905F80}"/>
              </a:ext>
            </a:extLst>
          </p:cNvPr>
          <p:cNvSpPr/>
          <p:nvPr/>
        </p:nvSpPr>
        <p:spPr>
          <a:xfrm>
            <a:off x="2186580" y="3573044"/>
            <a:ext cx="3369319" cy="836407"/>
          </a:xfrm>
          <a:prstGeom prst="rect">
            <a:avLst/>
          </a:prstGeom>
          <a:solidFill>
            <a:sysClr val="window" lastClr="FFFFFF"/>
          </a:solidFill>
          <a:ln w="25400" cap="flat" cmpd="sng" algn="ctr">
            <a:solidFill>
              <a:srgbClr val="6363C8">
                <a:alpha val="4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srgbClr val="000000"/>
              </a:solidFill>
              <a:effectLst/>
              <a:uLnTx/>
              <a:uFillTx/>
              <a:latin typeface="HelveticaNeueLT Std" panose="020B0604020202020204" pitchFamily="34" charset="0"/>
              <a:ea typeface="+mn-ea"/>
              <a:cs typeface="Arial" panose="020B0604020202020204" pitchFamily="34" charset="0"/>
            </a:endParaRPr>
          </a:p>
        </p:txBody>
      </p:sp>
      <p:sp>
        <p:nvSpPr>
          <p:cNvPr id="12" name="Rectangle 11">
            <a:extLst>
              <a:ext uri="{FF2B5EF4-FFF2-40B4-BE49-F238E27FC236}">
                <a16:creationId xmlns:a16="http://schemas.microsoft.com/office/drawing/2014/main" id="{836349FC-D679-B6A3-55B8-F56BB9FB4B4A}"/>
              </a:ext>
            </a:extLst>
          </p:cNvPr>
          <p:cNvSpPr/>
          <p:nvPr/>
        </p:nvSpPr>
        <p:spPr>
          <a:xfrm>
            <a:off x="2186580" y="4535589"/>
            <a:ext cx="3369319" cy="836407"/>
          </a:xfrm>
          <a:prstGeom prst="rect">
            <a:avLst/>
          </a:prstGeom>
          <a:solidFill>
            <a:sysClr val="window" lastClr="FFFFFF"/>
          </a:solidFill>
          <a:ln w="25400" cap="flat" cmpd="sng" algn="ctr">
            <a:solidFill>
              <a:srgbClr val="6363C8">
                <a:alpha val="4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srgbClr val="000000"/>
              </a:solidFill>
              <a:effectLst/>
              <a:uLnTx/>
              <a:uFillTx/>
              <a:latin typeface="HelveticaNeueLT Std" panose="020B0604020202020204" pitchFamily="34" charset="0"/>
              <a:ea typeface="+mn-ea"/>
              <a:cs typeface="Arial" panose="020B0604020202020204" pitchFamily="34" charset="0"/>
            </a:endParaRPr>
          </a:p>
        </p:txBody>
      </p:sp>
      <p:sp>
        <p:nvSpPr>
          <p:cNvPr id="13" name="Rectangle 12">
            <a:extLst>
              <a:ext uri="{FF2B5EF4-FFF2-40B4-BE49-F238E27FC236}">
                <a16:creationId xmlns:a16="http://schemas.microsoft.com/office/drawing/2014/main" id="{E6C19702-8D23-6D4A-6233-8062DD8B1924}"/>
              </a:ext>
            </a:extLst>
          </p:cNvPr>
          <p:cNvSpPr/>
          <p:nvPr/>
        </p:nvSpPr>
        <p:spPr>
          <a:xfrm>
            <a:off x="2186580" y="5498133"/>
            <a:ext cx="3369319" cy="836407"/>
          </a:xfrm>
          <a:prstGeom prst="rect">
            <a:avLst/>
          </a:prstGeom>
          <a:solidFill>
            <a:sysClr val="window" lastClr="FFFFFF"/>
          </a:solidFill>
          <a:ln w="25400" cap="flat" cmpd="sng" algn="ctr">
            <a:solidFill>
              <a:srgbClr val="6363C8">
                <a:alpha val="4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srgbClr val="000000"/>
              </a:solidFill>
              <a:effectLst/>
              <a:uLnTx/>
              <a:uFillTx/>
              <a:latin typeface="HelveticaNeueLT Std" panose="020B0604020202020204" pitchFamily="34" charset="0"/>
              <a:ea typeface="+mn-ea"/>
              <a:cs typeface="Arial" panose="020B0604020202020204" pitchFamily="34" charset="0"/>
            </a:endParaRPr>
          </a:p>
        </p:txBody>
      </p:sp>
      <p:cxnSp>
        <p:nvCxnSpPr>
          <p:cNvPr id="20" name="Straight Connector 19">
            <a:extLst>
              <a:ext uri="{FF2B5EF4-FFF2-40B4-BE49-F238E27FC236}">
                <a16:creationId xmlns:a16="http://schemas.microsoft.com/office/drawing/2014/main" id="{751317BB-C3F2-B36A-6840-C4858D3AA950}"/>
              </a:ext>
            </a:extLst>
          </p:cNvPr>
          <p:cNvCxnSpPr>
            <a:cxnSpLocks/>
          </p:cNvCxnSpPr>
          <p:nvPr/>
        </p:nvCxnSpPr>
        <p:spPr>
          <a:xfrm>
            <a:off x="5555898" y="1647952"/>
            <a:ext cx="0" cy="836407"/>
          </a:xfrm>
          <a:prstGeom prst="line">
            <a:avLst/>
          </a:prstGeom>
          <a:noFill/>
          <a:ln w="38100" cap="flat" cmpd="sng" algn="ctr">
            <a:solidFill>
              <a:srgbClr val="6363C8"/>
            </a:solidFill>
            <a:prstDash val="solid"/>
          </a:ln>
          <a:effectLst/>
        </p:spPr>
      </p:cxnSp>
      <p:cxnSp>
        <p:nvCxnSpPr>
          <p:cNvPr id="21" name="Straight Connector 20">
            <a:extLst>
              <a:ext uri="{FF2B5EF4-FFF2-40B4-BE49-F238E27FC236}">
                <a16:creationId xmlns:a16="http://schemas.microsoft.com/office/drawing/2014/main" id="{086029FC-F96C-51CD-9BDD-C1A84B803828}"/>
              </a:ext>
            </a:extLst>
          </p:cNvPr>
          <p:cNvCxnSpPr>
            <a:cxnSpLocks/>
          </p:cNvCxnSpPr>
          <p:nvPr/>
        </p:nvCxnSpPr>
        <p:spPr>
          <a:xfrm>
            <a:off x="5556722" y="2610497"/>
            <a:ext cx="0" cy="836407"/>
          </a:xfrm>
          <a:prstGeom prst="line">
            <a:avLst/>
          </a:prstGeom>
          <a:noFill/>
          <a:ln w="38100" cap="flat" cmpd="sng" algn="ctr">
            <a:solidFill>
              <a:srgbClr val="6363C8"/>
            </a:solidFill>
            <a:prstDash val="solid"/>
          </a:ln>
          <a:effectLst/>
        </p:spPr>
      </p:cxnSp>
      <p:cxnSp>
        <p:nvCxnSpPr>
          <p:cNvPr id="22" name="Straight Connector 21">
            <a:extLst>
              <a:ext uri="{FF2B5EF4-FFF2-40B4-BE49-F238E27FC236}">
                <a16:creationId xmlns:a16="http://schemas.microsoft.com/office/drawing/2014/main" id="{AE69B1A0-B15D-D3D7-D22D-A64726CF28FA}"/>
              </a:ext>
            </a:extLst>
          </p:cNvPr>
          <p:cNvCxnSpPr>
            <a:cxnSpLocks/>
          </p:cNvCxnSpPr>
          <p:nvPr/>
        </p:nvCxnSpPr>
        <p:spPr>
          <a:xfrm>
            <a:off x="5557544" y="3573044"/>
            <a:ext cx="0" cy="836407"/>
          </a:xfrm>
          <a:prstGeom prst="line">
            <a:avLst/>
          </a:prstGeom>
          <a:noFill/>
          <a:ln w="38100" cap="flat" cmpd="sng" algn="ctr">
            <a:solidFill>
              <a:srgbClr val="6363C8"/>
            </a:solidFill>
            <a:prstDash val="solid"/>
          </a:ln>
          <a:effectLst/>
        </p:spPr>
      </p:cxnSp>
      <p:cxnSp>
        <p:nvCxnSpPr>
          <p:cNvPr id="23" name="Straight Connector 22">
            <a:extLst>
              <a:ext uri="{FF2B5EF4-FFF2-40B4-BE49-F238E27FC236}">
                <a16:creationId xmlns:a16="http://schemas.microsoft.com/office/drawing/2014/main" id="{25476AD6-7914-B272-2268-4920324D045E}"/>
              </a:ext>
            </a:extLst>
          </p:cNvPr>
          <p:cNvCxnSpPr>
            <a:cxnSpLocks/>
          </p:cNvCxnSpPr>
          <p:nvPr/>
        </p:nvCxnSpPr>
        <p:spPr>
          <a:xfrm>
            <a:off x="5558367" y="4535589"/>
            <a:ext cx="0" cy="836407"/>
          </a:xfrm>
          <a:prstGeom prst="line">
            <a:avLst/>
          </a:prstGeom>
          <a:noFill/>
          <a:ln w="38100" cap="flat" cmpd="sng" algn="ctr">
            <a:solidFill>
              <a:srgbClr val="6363C8"/>
            </a:solidFill>
            <a:prstDash val="solid"/>
          </a:ln>
          <a:effectLst/>
        </p:spPr>
      </p:cxnSp>
      <p:cxnSp>
        <p:nvCxnSpPr>
          <p:cNvPr id="24" name="Straight Connector 23">
            <a:extLst>
              <a:ext uri="{FF2B5EF4-FFF2-40B4-BE49-F238E27FC236}">
                <a16:creationId xmlns:a16="http://schemas.microsoft.com/office/drawing/2014/main" id="{A5AAF464-C5FF-528C-8FC6-A57060755D1B}"/>
              </a:ext>
            </a:extLst>
          </p:cNvPr>
          <p:cNvCxnSpPr>
            <a:cxnSpLocks/>
          </p:cNvCxnSpPr>
          <p:nvPr/>
        </p:nvCxnSpPr>
        <p:spPr>
          <a:xfrm>
            <a:off x="5559190" y="5498136"/>
            <a:ext cx="0" cy="836407"/>
          </a:xfrm>
          <a:prstGeom prst="line">
            <a:avLst/>
          </a:prstGeom>
          <a:noFill/>
          <a:ln w="38100" cap="flat" cmpd="sng" algn="ctr">
            <a:solidFill>
              <a:srgbClr val="6363C8"/>
            </a:solidFill>
            <a:prstDash val="solid"/>
          </a:ln>
          <a:effectLst/>
        </p:spPr>
      </p:cxnSp>
      <p:grpSp>
        <p:nvGrpSpPr>
          <p:cNvPr id="40" name="Group 39">
            <a:extLst>
              <a:ext uri="{FF2B5EF4-FFF2-40B4-BE49-F238E27FC236}">
                <a16:creationId xmlns:a16="http://schemas.microsoft.com/office/drawing/2014/main" id="{5D15EBC1-5601-38AA-4898-E12B50CFF03E}"/>
              </a:ext>
            </a:extLst>
          </p:cNvPr>
          <p:cNvGrpSpPr/>
          <p:nvPr/>
        </p:nvGrpSpPr>
        <p:grpSpPr>
          <a:xfrm>
            <a:off x="6520548" y="1647952"/>
            <a:ext cx="4886018" cy="4706808"/>
            <a:chOff x="5971036" y="1647952"/>
            <a:chExt cx="5435530" cy="4706808"/>
          </a:xfrm>
        </p:grpSpPr>
        <p:sp>
          <p:nvSpPr>
            <p:cNvPr id="15" name="Rectangle 14">
              <a:extLst>
                <a:ext uri="{FF2B5EF4-FFF2-40B4-BE49-F238E27FC236}">
                  <a16:creationId xmlns:a16="http://schemas.microsoft.com/office/drawing/2014/main" id="{5033CA1A-6136-F46F-5336-C75FAEA9EEC0}"/>
                </a:ext>
              </a:extLst>
            </p:cNvPr>
            <p:cNvSpPr/>
            <p:nvPr/>
          </p:nvSpPr>
          <p:spPr>
            <a:xfrm>
              <a:off x="5971037" y="2610497"/>
              <a:ext cx="5435529" cy="836407"/>
            </a:xfrm>
            <a:prstGeom prst="rect">
              <a:avLst/>
            </a:prstGeom>
            <a:solidFill>
              <a:sysClr val="window" lastClr="FFFFFF"/>
            </a:solidFill>
            <a:ln w="25400" cap="flat" cmpd="sng" algn="ctr">
              <a:solidFill>
                <a:srgbClr val="007F62">
                  <a:alpha val="4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lumMod val="50000"/>
                    <a:lumOff val="50000"/>
                  </a:srgbClr>
                </a:solidFill>
                <a:effectLst/>
                <a:uLnTx/>
                <a:uFillTx/>
                <a:latin typeface="HelveticaNeueLT Std" panose="020B0604020202020204" pitchFamily="34" charset="0"/>
                <a:ea typeface="+mn-ea"/>
                <a:cs typeface="Arial" panose="020B0604020202020204" pitchFamily="34" charset="0"/>
              </a:endParaRPr>
            </a:p>
          </p:txBody>
        </p:sp>
        <p:sp>
          <p:nvSpPr>
            <p:cNvPr id="16" name="Rectangle 15">
              <a:extLst>
                <a:ext uri="{FF2B5EF4-FFF2-40B4-BE49-F238E27FC236}">
                  <a16:creationId xmlns:a16="http://schemas.microsoft.com/office/drawing/2014/main" id="{E3F22206-8DEF-9707-744D-6EA61FC28941}"/>
                </a:ext>
              </a:extLst>
            </p:cNvPr>
            <p:cNvSpPr/>
            <p:nvPr/>
          </p:nvSpPr>
          <p:spPr>
            <a:xfrm>
              <a:off x="5971037" y="1647952"/>
              <a:ext cx="5435529" cy="836407"/>
            </a:xfrm>
            <a:prstGeom prst="rect">
              <a:avLst/>
            </a:prstGeom>
            <a:solidFill>
              <a:sysClr val="window" lastClr="FFFFFF"/>
            </a:solidFill>
            <a:ln w="25400" cap="flat" cmpd="sng" algn="ctr">
              <a:solidFill>
                <a:srgbClr val="007F62">
                  <a:alpha val="40000"/>
                </a:srgbClr>
              </a:solidFill>
              <a:prstDash val="solid"/>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400" b="0" i="0" u="none" strike="noStrike" kern="0" cap="none" spc="0" normalizeH="0" baseline="0" noProof="0" dirty="0">
                <a:ln>
                  <a:noFill/>
                </a:ln>
                <a:solidFill>
                  <a:srgbClr val="000000">
                    <a:lumMod val="50000"/>
                    <a:lumOff val="50000"/>
                  </a:srgbClr>
                </a:solidFill>
                <a:effectLst/>
                <a:uLnTx/>
                <a:uFillTx/>
                <a:latin typeface="HelveticaNeueLT Std" panose="020B0604020202020204" pitchFamily="34" charset="0"/>
                <a:ea typeface="+mn-ea"/>
                <a:cs typeface="Arial" panose="020B0604020202020204" pitchFamily="34" charset="0"/>
              </a:endParaRPr>
            </a:p>
          </p:txBody>
        </p:sp>
        <p:sp>
          <p:nvSpPr>
            <p:cNvPr id="17" name="Rectangle 16">
              <a:extLst>
                <a:ext uri="{FF2B5EF4-FFF2-40B4-BE49-F238E27FC236}">
                  <a16:creationId xmlns:a16="http://schemas.microsoft.com/office/drawing/2014/main" id="{13FFCC44-16A5-2490-18FD-D45734DF8E0C}"/>
                </a:ext>
              </a:extLst>
            </p:cNvPr>
            <p:cNvSpPr/>
            <p:nvPr/>
          </p:nvSpPr>
          <p:spPr>
            <a:xfrm>
              <a:off x="5971037" y="3573044"/>
              <a:ext cx="5435529" cy="836407"/>
            </a:xfrm>
            <a:prstGeom prst="rect">
              <a:avLst/>
            </a:prstGeom>
            <a:solidFill>
              <a:sysClr val="window" lastClr="FFFFFF"/>
            </a:solidFill>
            <a:ln w="25400" cap="flat" cmpd="sng" algn="ctr">
              <a:solidFill>
                <a:srgbClr val="007F62">
                  <a:alpha val="4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srgbClr val="000000">
                    <a:lumMod val="50000"/>
                    <a:lumOff val="50000"/>
                  </a:srgbClr>
                </a:solidFill>
                <a:effectLst/>
                <a:uLnTx/>
                <a:uFillTx/>
                <a:latin typeface="HelveticaNeueLT Std" panose="020B0604020202020204" pitchFamily="34" charset="0"/>
                <a:ea typeface="+mn-ea"/>
                <a:cs typeface="Arial" panose="020B0604020202020204" pitchFamily="34" charset="0"/>
              </a:endParaRPr>
            </a:p>
          </p:txBody>
        </p:sp>
        <p:sp>
          <p:nvSpPr>
            <p:cNvPr id="18" name="Rectangle 17">
              <a:extLst>
                <a:ext uri="{FF2B5EF4-FFF2-40B4-BE49-F238E27FC236}">
                  <a16:creationId xmlns:a16="http://schemas.microsoft.com/office/drawing/2014/main" id="{D1331112-A90C-E66E-126A-B03D64340B84}"/>
                </a:ext>
              </a:extLst>
            </p:cNvPr>
            <p:cNvSpPr/>
            <p:nvPr/>
          </p:nvSpPr>
          <p:spPr>
            <a:xfrm>
              <a:off x="5971037" y="4535589"/>
              <a:ext cx="5435529" cy="836407"/>
            </a:xfrm>
            <a:prstGeom prst="rect">
              <a:avLst/>
            </a:prstGeom>
            <a:solidFill>
              <a:sysClr val="window" lastClr="FFFFFF"/>
            </a:solidFill>
            <a:ln w="25400" cap="flat" cmpd="sng" algn="ctr">
              <a:solidFill>
                <a:srgbClr val="007F62">
                  <a:alpha val="4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lumMod val="50000"/>
                    <a:lumOff val="50000"/>
                  </a:srgbClr>
                </a:solidFill>
                <a:effectLst/>
                <a:uLnTx/>
                <a:uFillTx/>
                <a:latin typeface="HelveticaNeueLT Std" panose="020B0604020202020204" pitchFamily="34" charset="0"/>
                <a:ea typeface="+mn-ea"/>
                <a:cs typeface="Arial" panose="020B0604020202020204" pitchFamily="34" charset="0"/>
              </a:endParaRPr>
            </a:p>
          </p:txBody>
        </p:sp>
        <p:sp>
          <p:nvSpPr>
            <p:cNvPr id="19" name="Rectangle 18">
              <a:extLst>
                <a:ext uri="{FF2B5EF4-FFF2-40B4-BE49-F238E27FC236}">
                  <a16:creationId xmlns:a16="http://schemas.microsoft.com/office/drawing/2014/main" id="{5C2C25EA-ABDF-6396-F014-D18437A7B439}"/>
                </a:ext>
              </a:extLst>
            </p:cNvPr>
            <p:cNvSpPr/>
            <p:nvPr/>
          </p:nvSpPr>
          <p:spPr>
            <a:xfrm>
              <a:off x="5971037" y="5498133"/>
              <a:ext cx="5435529" cy="836407"/>
            </a:xfrm>
            <a:prstGeom prst="rect">
              <a:avLst/>
            </a:prstGeom>
            <a:solidFill>
              <a:sysClr val="window" lastClr="FFFFFF"/>
            </a:solidFill>
            <a:ln w="25400" cap="flat" cmpd="sng" algn="ctr">
              <a:solidFill>
                <a:srgbClr val="007F62">
                  <a:alpha val="4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srgbClr val="000000">
                    <a:lumMod val="50000"/>
                    <a:lumOff val="50000"/>
                  </a:srgbClr>
                </a:solidFill>
                <a:effectLst/>
                <a:uLnTx/>
                <a:uFillTx/>
                <a:latin typeface="HelveticaNeueLT Std" panose="020B0604020202020204" pitchFamily="34" charset="0"/>
                <a:ea typeface="+mn-ea"/>
                <a:cs typeface="Arial" panose="020B0604020202020204" pitchFamily="34" charset="0"/>
              </a:endParaRPr>
            </a:p>
          </p:txBody>
        </p:sp>
        <p:cxnSp>
          <p:nvCxnSpPr>
            <p:cNvPr id="25" name="Straight Connector 24">
              <a:extLst>
                <a:ext uri="{FF2B5EF4-FFF2-40B4-BE49-F238E27FC236}">
                  <a16:creationId xmlns:a16="http://schemas.microsoft.com/office/drawing/2014/main" id="{B8B79F99-8C9F-3D16-F00C-0F82E73451CB}"/>
                </a:ext>
              </a:extLst>
            </p:cNvPr>
            <p:cNvCxnSpPr/>
            <p:nvPr/>
          </p:nvCxnSpPr>
          <p:spPr>
            <a:xfrm>
              <a:off x="5971036" y="1668169"/>
              <a:ext cx="0" cy="836407"/>
            </a:xfrm>
            <a:prstGeom prst="line">
              <a:avLst/>
            </a:prstGeom>
            <a:noFill/>
            <a:ln w="38100" cap="flat" cmpd="sng" algn="ctr">
              <a:solidFill>
                <a:srgbClr val="007F62"/>
              </a:solidFill>
              <a:prstDash val="solid"/>
            </a:ln>
            <a:effectLst/>
          </p:spPr>
        </p:cxnSp>
        <p:cxnSp>
          <p:nvCxnSpPr>
            <p:cNvPr id="26" name="Straight Connector 25">
              <a:extLst>
                <a:ext uri="{FF2B5EF4-FFF2-40B4-BE49-F238E27FC236}">
                  <a16:creationId xmlns:a16="http://schemas.microsoft.com/office/drawing/2014/main" id="{C0AD4E81-4E24-FE72-B00D-558A15363524}"/>
                </a:ext>
              </a:extLst>
            </p:cNvPr>
            <p:cNvCxnSpPr/>
            <p:nvPr/>
          </p:nvCxnSpPr>
          <p:spPr>
            <a:xfrm>
              <a:off x="5971859" y="2630715"/>
              <a:ext cx="0" cy="836407"/>
            </a:xfrm>
            <a:prstGeom prst="line">
              <a:avLst/>
            </a:prstGeom>
            <a:noFill/>
            <a:ln w="38100" cap="flat" cmpd="sng" algn="ctr">
              <a:solidFill>
                <a:srgbClr val="007F62"/>
              </a:solidFill>
              <a:prstDash val="solid"/>
            </a:ln>
            <a:effectLst/>
          </p:spPr>
        </p:cxnSp>
        <p:cxnSp>
          <p:nvCxnSpPr>
            <p:cNvPr id="27" name="Straight Connector 26">
              <a:extLst>
                <a:ext uri="{FF2B5EF4-FFF2-40B4-BE49-F238E27FC236}">
                  <a16:creationId xmlns:a16="http://schemas.microsoft.com/office/drawing/2014/main" id="{7EAFD10F-46F3-07A4-8DB9-8369C6D25BE1}"/>
                </a:ext>
              </a:extLst>
            </p:cNvPr>
            <p:cNvCxnSpPr/>
            <p:nvPr/>
          </p:nvCxnSpPr>
          <p:spPr>
            <a:xfrm>
              <a:off x="5972683" y="3593261"/>
              <a:ext cx="0" cy="836407"/>
            </a:xfrm>
            <a:prstGeom prst="line">
              <a:avLst/>
            </a:prstGeom>
            <a:noFill/>
            <a:ln w="38100" cap="flat" cmpd="sng" algn="ctr">
              <a:solidFill>
                <a:srgbClr val="007F62"/>
              </a:solidFill>
              <a:prstDash val="solid"/>
            </a:ln>
            <a:effectLst/>
          </p:spPr>
        </p:cxnSp>
        <p:cxnSp>
          <p:nvCxnSpPr>
            <p:cNvPr id="28" name="Straight Connector 27">
              <a:extLst>
                <a:ext uri="{FF2B5EF4-FFF2-40B4-BE49-F238E27FC236}">
                  <a16:creationId xmlns:a16="http://schemas.microsoft.com/office/drawing/2014/main" id="{E8AA2FD8-3CB8-6922-562C-83FF1CF7AAC8}"/>
                </a:ext>
              </a:extLst>
            </p:cNvPr>
            <p:cNvCxnSpPr/>
            <p:nvPr/>
          </p:nvCxnSpPr>
          <p:spPr>
            <a:xfrm>
              <a:off x="5973505" y="4555807"/>
              <a:ext cx="0" cy="836407"/>
            </a:xfrm>
            <a:prstGeom prst="line">
              <a:avLst/>
            </a:prstGeom>
            <a:noFill/>
            <a:ln w="38100" cap="flat" cmpd="sng" algn="ctr">
              <a:solidFill>
                <a:srgbClr val="007F62"/>
              </a:solidFill>
              <a:prstDash val="solid"/>
            </a:ln>
            <a:effectLst/>
          </p:spPr>
        </p:cxnSp>
        <p:cxnSp>
          <p:nvCxnSpPr>
            <p:cNvPr id="29" name="Straight Connector 28">
              <a:extLst>
                <a:ext uri="{FF2B5EF4-FFF2-40B4-BE49-F238E27FC236}">
                  <a16:creationId xmlns:a16="http://schemas.microsoft.com/office/drawing/2014/main" id="{AF44E7B1-C4E3-7A46-C2CE-E93CB5494B73}"/>
                </a:ext>
              </a:extLst>
            </p:cNvPr>
            <p:cNvCxnSpPr/>
            <p:nvPr/>
          </p:nvCxnSpPr>
          <p:spPr>
            <a:xfrm>
              <a:off x="5974328" y="5518353"/>
              <a:ext cx="0" cy="836407"/>
            </a:xfrm>
            <a:prstGeom prst="line">
              <a:avLst/>
            </a:prstGeom>
            <a:noFill/>
            <a:ln w="38100" cap="flat" cmpd="sng" algn="ctr">
              <a:solidFill>
                <a:srgbClr val="007F62"/>
              </a:solidFill>
              <a:prstDash val="solid"/>
            </a:ln>
            <a:effectLst/>
          </p:spPr>
        </p:cxnSp>
      </p:grpSp>
      <p:cxnSp>
        <p:nvCxnSpPr>
          <p:cNvPr id="30" name="Straight Connector 29">
            <a:extLst>
              <a:ext uri="{FF2B5EF4-FFF2-40B4-BE49-F238E27FC236}">
                <a16:creationId xmlns:a16="http://schemas.microsoft.com/office/drawing/2014/main" id="{E2DA2355-EC95-345C-AC20-1BD7116F4C0E}"/>
              </a:ext>
            </a:extLst>
          </p:cNvPr>
          <p:cNvCxnSpPr/>
          <p:nvPr/>
        </p:nvCxnSpPr>
        <p:spPr>
          <a:xfrm>
            <a:off x="5722988" y="2095000"/>
            <a:ext cx="456113" cy="0"/>
          </a:xfrm>
          <a:prstGeom prst="line">
            <a:avLst/>
          </a:prstGeom>
          <a:noFill/>
          <a:ln w="9525" cap="flat" cmpd="sng" algn="ctr">
            <a:solidFill>
              <a:srgbClr val="71758A"/>
            </a:solidFill>
            <a:prstDash val="solid"/>
            <a:headEnd type="oval" w="med" len="med"/>
            <a:tailEnd type="oval" w="med" len="med"/>
          </a:ln>
          <a:effectLst/>
        </p:spPr>
      </p:cxnSp>
      <p:cxnSp>
        <p:nvCxnSpPr>
          <p:cNvPr id="31" name="Straight Connector 30">
            <a:extLst>
              <a:ext uri="{FF2B5EF4-FFF2-40B4-BE49-F238E27FC236}">
                <a16:creationId xmlns:a16="http://schemas.microsoft.com/office/drawing/2014/main" id="{B5D180E8-3EE7-B029-43CE-BE9A2E8259E0}"/>
              </a:ext>
            </a:extLst>
          </p:cNvPr>
          <p:cNvCxnSpPr/>
          <p:nvPr/>
        </p:nvCxnSpPr>
        <p:spPr>
          <a:xfrm>
            <a:off x="5722988" y="3041151"/>
            <a:ext cx="456113" cy="0"/>
          </a:xfrm>
          <a:prstGeom prst="line">
            <a:avLst/>
          </a:prstGeom>
          <a:noFill/>
          <a:ln w="9525" cap="flat" cmpd="sng" algn="ctr">
            <a:solidFill>
              <a:srgbClr val="71758A"/>
            </a:solidFill>
            <a:prstDash val="solid"/>
            <a:headEnd type="oval" w="med" len="med"/>
            <a:tailEnd type="oval" w="med" len="med"/>
          </a:ln>
          <a:effectLst/>
        </p:spPr>
      </p:cxnSp>
      <p:cxnSp>
        <p:nvCxnSpPr>
          <p:cNvPr id="32" name="Straight Connector 31">
            <a:extLst>
              <a:ext uri="{FF2B5EF4-FFF2-40B4-BE49-F238E27FC236}">
                <a16:creationId xmlns:a16="http://schemas.microsoft.com/office/drawing/2014/main" id="{B966A851-2FD6-D1A9-3530-3598F86A3E61}"/>
              </a:ext>
            </a:extLst>
          </p:cNvPr>
          <p:cNvCxnSpPr/>
          <p:nvPr/>
        </p:nvCxnSpPr>
        <p:spPr>
          <a:xfrm>
            <a:off x="5722988" y="3987300"/>
            <a:ext cx="456113" cy="0"/>
          </a:xfrm>
          <a:prstGeom prst="line">
            <a:avLst/>
          </a:prstGeom>
          <a:noFill/>
          <a:ln w="9525" cap="flat" cmpd="sng" algn="ctr">
            <a:solidFill>
              <a:srgbClr val="71758A"/>
            </a:solidFill>
            <a:prstDash val="solid"/>
            <a:headEnd type="oval" w="med" len="med"/>
            <a:tailEnd type="oval" w="med" len="med"/>
          </a:ln>
          <a:effectLst/>
        </p:spPr>
      </p:cxnSp>
      <p:cxnSp>
        <p:nvCxnSpPr>
          <p:cNvPr id="33" name="Straight Connector 32">
            <a:extLst>
              <a:ext uri="{FF2B5EF4-FFF2-40B4-BE49-F238E27FC236}">
                <a16:creationId xmlns:a16="http://schemas.microsoft.com/office/drawing/2014/main" id="{8B6E5FD0-4E66-CAB1-D0E8-87D3DEFFB4A6}"/>
              </a:ext>
            </a:extLst>
          </p:cNvPr>
          <p:cNvCxnSpPr/>
          <p:nvPr/>
        </p:nvCxnSpPr>
        <p:spPr>
          <a:xfrm>
            <a:off x="5722988" y="4933451"/>
            <a:ext cx="456113" cy="0"/>
          </a:xfrm>
          <a:prstGeom prst="line">
            <a:avLst/>
          </a:prstGeom>
          <a:noFill/>
          <a:ln w="9525" cap="flat" cmpd="sng" algn="ctr">
            <a:solidFill>
              <a:srgbClr val="71758A"/>
            </a:solidFill>
            <a:prstDash val="solid"/>
            <a:headEnd type="oval" w="med" len="med"/>
            <a:tailEnd type="oval" w="med" len="med"/>
          </a:ln>
          <a:effectLst/>
        </p:spPr>
      </p:cxnSp>
      <p:cxnSp>
        <p:nvCxnSpPr>
          <p:cNvPr id="34" name="Straight Connector 33">
            <a:extLst>
              <a:ext uri="{FF2B5EF4-FFF2-40B4-BE49-F238E27FC236}">
                <a16:creationId xmlns:a16="http://schemas.microsoft.com/office/drawing/2014/main" id="{03EBF644-9811-83EF-6E56-DF128D2513BF}"/>
              </a:ext>
            </a:extLst>
          </p:cNvPr>
          <p:cNvCxnSpPr/>
          <p:nvPr/>
        </p:nvCxnSpPr>
        <p:spPr>
          <a:xfrm>
            <a:off x="5722988" y="5879600"/>
            <a:ext cx="456113" cy="0"/>
          </a:xfrm>
          <a:prstGeom prst="line">
            <a:avLst/>
          </a:prstGeom>
          <a:noFill/>
          <a:ln w="9525" cap="flat" cmpd="sng" algn="ctr">
            <a:solidFill>
              <a:srgbClr val="71758A"/>
            </a:solidFill>
            <a:prstDash val="solid"/>
            <a:headEnd type="oval" w="med" len="med"/>
            <a:tailEnd type="oval" w="med" len="med"/>
          </a:ln>
          <a:effectLst/>
        </p:spPr>
      </p:cxnSp>
      <p:sp>
        <p:nvSpPr>
          <p:cNvPr id="48" name="Rectangle 47">
            <a:extLst>
              <a:ext uri="{FF2B5EF4-FFF2-40B4-BE49-F238E27FC236}">
                <a16:creationId xmlns:a16="http://schemas.microsoft.com/office/drawing/2014/main" id="{5841BA9A-86A6-F2AD-6EB0-F868A46206A6}"/>
              </a:ext>
            </a:extLst>
          </p:cNvPr>
          <p:cNvSpPr/>
          <p:nvPr/>
        </p:nvSpPr>
        <p:spPr>
          <a:xfrm>
            <a:off x="2186580" y="1071271"/>
            <a:ext cx="3369318" cy="491932"/>
          </a:xfrm>
          <a:prstGeom prst="rect">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ptos"/>
              <a:ea typeface="+mn-ea"/>
              <a:cs typeface="+mn-cs"/>
            </a:endParaRPr>
          </a:p>
        </p:txBody>
      </p:sp>
      <p:sp>
        <p:nvSpPr>
          <p:cNvPr id="49" name="Rectangle 48">
            <a:extLst>
              <a:ext uri="{FF2B5EF4-FFF2-40B4-BE49-F238E27FC236}">
                <a16:creationId xmlns:a16="http://schemas.microsoft.com/office/drawing/2014/main" id="{D2605947-F315-19E1-8806-DBF3BD34110E}"/>
              </a:ext>
            </a:extLst>
          </p:cNvPr>
          <p:cNvSpPr/>
          <p:nvPr/>
        </p:nvSpPr>
        <p:spPr>
          <a:xfrm>
            <a:off x="6520548" y="1044539"/>
            <a:ext cx="4886018" cy="491932"/>
          </a:xfrm>
          <a:prstGeom prst="rect">
            <a:avLst/>
          </a:prstGeom>
          <a:solidFill>
            <a:schemeClr val="accent1"/>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ptos"/>
              <a:ea typeface="+mn-ea"/>
              <a:cs typeface="+mn-cs"/>
            </a:endParaRPr>
          </a:p>
        </p:txBody>
      </p:sp>
      <p:sp>
        <p:nvSpPr>
          <p:cNvPr id="50" name="Rectangle 49">
            <a:extLst>
              <a:ext uri="{FF2B5EF4-FFF2-40B4-BE49-F238E27FC236}">
                <a16:creationId xmlns:a16="http://schemas.microsoft.com/office/drawing/2014/main" id="{D2A0C2FF-A105-DF77-F5EC-601A4759A490}"/>
              </a:ext>
            </a:extLst>
          </p:cNvPr>
          <p:cNvSpPr/>
          <p:nvPr/>
        </p:nvSpPr>
        <p:spPr>
          <a:xfrm>
            <a:off x="687874" y="1807824"/>
            <a:ext cx="1415161" cy="516661"/>
          </a:xfrm>
          <a:prstGeom prst="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ptos"/>
              <a:ea typeface="+mn-ea"/>
              <a:cs typeface="+mn-cs"/>
            </a:endParaRPr>
          </a:p>
        </p:txBody>
      </p:sp>
      <p:sp>
        <p:nvSpPr>
          <p:cNvPr id="51" name="Rectangle 50">
            <a:extLst>
              <a:ext uri="{FF2B5EF4-FFF2-40B4-BE49-F238E27FC236}">
                <a16:creationId xmlns:a16="http://schemas.microsoft.com/office/drawing/2014/main" id="{7868B8A2-909F-4F0D-F49D-86D1EB804C90}"/>
              </a:ext>
            </a:extLst>
          </p:cNvPr>
          <p:cNvSpPr/>
          <p:nvPr/>
        </p:nvSpPr>
        <p:spPr>
          <a:xfrm>
            <a:off x="687874" y="2790587"/>
            <a:ext cx="1415161" cy="516661"/>
          </a:xfrm>
          <a:prstGeom prst="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ptos"/>
              <a:ea typeface="+mn-ea"/>
              <a:cs typeface="+mn-cs"/>
            </a:endParaRPr>
          </a:p>
        </p:txBody>
      </p:sp>
      <p:sp>
        <p:nvSpPr>
          <p:cNvPr id="52" name="Rectangle 51">
            <a:extLst>
              <a:ext uri="{FF2B5EF4-FFF2-40B4-BE49-F238E27FC236}">
                <a16:creationId xmlns:a16="http://schemas.microsoft.com/office/drawing/2014/main" id="{88B259A4-5227-1DED-0113-3E266DDE1D02}"/>
              </a:ext>
            </a:extLst>
          </p:cNvPr>
          <p:cNvSpPr/>
          <p:nvPr/>
        </p:nvSpPr>
        <p:spPr>
          <a:xfrm>
            <a:off x="673007" y="3720516"/>
            <a:ext cx="1415161" cy="516661"/>
          </a:xfrm>
          <a:prstGeom prst="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ptos"/>
              <a:ea typeface="+mn-ea"/>
              <a:cs typeface="+mn-cs"/>
            </a:endParaRPr>
          </a:p>
        </p:txBody>
      </p:sp>
      <p:sp>
        <p:nvSpPr>
          <p:cNvPr id="53" name="Rectangle 52">
            <a:extLst>
              <a:ext uri="{FF2B5EF4-FFF2-40B4-BE49-F238E27FC236}">
                <a16:creationId xmlns:a16="http://schemas.microsoft.com/office/drawing/2014/main" id="{FE5559F5-7A70-2F01-50A5-6E1780E0F644}"/>
              </a:ext>
            </a:extLst>
          </p:cNvPr>
          <p:cNvSpPr/>
          <p:nvPr/>
        </p:nvSpPr>
        <p:spPr>
          <a:xfrm>
            <a:off x="687874" y="4715679"/>
            <a:ext cx="1415161" cy="516661"/>
          </a:xfrm>
          <a:prstGeom prst="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ptos"/>
              <a:ea typeface="+mn-ea"/>
              <a:cs typeface="+mn-cs"/>
            </a:endParaRPr>
          </a:p>
        </p:txBody>
      </p:sp>
      <p:sp>
        <p:nvSpPr>
          <p:cNvPr id="54" name="Rectangle 53">
            <a:extLst>
              <a:ext uri="{FF2B5EF4-FFF2-40B4-BE49-F238E27FC236}">
                <a16:creationId xmlns:a16="http://schemas.microsoft.com/office/drawing/2014/main" id="{1CEAEDD6-66F3-B65F-CB75-0437A70AEF84}"/>
              </a:ext>
            </a:extLst>
          </p:cNvPr>
          <p:cNvSpPr/>
          <p:nvPr/>
        </p:nvSpPr>
        <p:spPr>
          <a:xfrm>
            <a:off x="673007" y="5621269"/>
            <a:ext cx="1415161" cy="516661"/>
          </a:xfrm>
          <a:prstGeom prst="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ptos"/>
              <a:ea typeface="+mn-ea"/>
              <a:cs typeface="+mn-cs"/>
            </a:endParaRPr>
          </a:p>
        </p:txBody>
      </p:sp>
      <p:sp>
        <p:nvSpPr>
          <p:cNvPr id="55" name="TextBox 54">
            <a:extLst>
              <a:ext uri="{FF2B5EF4-FFF2-40B4-BE49-F238E27FC236}">
                <a16:creationId xmlns:a16="http://schemas.microsoft.com/office/drawing/2014/main" id="{E04F1B3A-9177-4996-557D-0B16D0BB85ED}"/>
              </a:ext>
            </a:extLst>
          </p:cNvPr>
          <p:cNvSpPr txBox="1"/>
          <p:nvPr/>
        </p:nvSpPr>
        <p:spPr>
          <a:xfrm>
            <a:off x="720648" y="1827887"/>
            <a:ext cx="1434143"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mn-cs"/>
              </a:rPr>
              <a:t>Validating Coding Standards </a:t>
            </a:r>
          </a:p>
        </p:txBody>
      </p:sp>
      <p:sp>
        <p:nvSpPr>
          <p:cNvPr id="56" name="TextBox 55">
            <a:extLst>
              <a:ext uri="{FF2B5EF4-FFF2-40B4-BE49-F238E27FC236}">
                <a16:creationId xmlns:a16="http://schemas.microsoft.com/office/drawing/2014/main" id="{293E9523-C00E-7E31-D97E-A7A2887D6BFB}"/>
              </a:ext>
            </a:extLst>
          </p:cNvPr>
          <p:cNvSpPr txBox="1"/>
          <p:nvPr/>
        </p:nvSpPr>
        <p:spPr>
          <a:xfrm>
            <a:off x="705782" y="2925806"/>
            <a:ext cx="1349610" cy="400110"/>
          </a:xfrm>
          <a:prstGeom prst="rect">
            <a:avLst/>
          </a:prstGeom>
          <a:noFill/>
        </p:spPr>
        <p:txBody>
          <a:bodyPr wrap="square">
            <a:spAutoFit/>
          </a:bodyPr>
          <a:lstStyle/>
          <a:p>
            <a:pPr lvl="0">
              <a:defRPr/>
            </a:pPr>
            <a:r>
              <a:rPr lang="en-IN" sz="1000" dirty="0">
                <a:solidFill>
                  <a:schemeClr val="bg1"/>
                </a:solidFill>
                <a:latin typeface="Verdana" panose="020B0604030504040204" pitchFamily="34" charset="0"/>
                <a:ea typeface="Verdana" panose="020B0604030504040204" pitchFamily="34" charset="0"/>
              </a:rPr>
              <a:t>Conduct Dynamic Code Analysis</a:t>
            </a:r>
            <a:endParaRPr kumimoji="0" lang="en-IN" sz="1000" b="0" i="0" u="none" strike="noStrike" kern="120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endParaRPr>
          </a:p>
        </p:txBody>
      </p:sp>
      <p:sp>
        <p:nvSpPr>
          <p:cNvPr id="57" name="TextBox 56">
            <a:extLst>
              <a:ext uri="{FF2B5EF4-FFF2-40B4-BE49-F238E27FC236}">
                <a16:creationId xmlns:a16="http://schemas.microsoft.com/office/drawing/2014/main" id="{53475537-351F-BD82-1EC4-53C9674A5916}"/>
              </a:ext>
            </a:extLst>
          </p:cNvPr>
          <p:cNvSpPr txBox="1"/>
          <p:nvPr/>
        </p:nvSpPr>
        <p:spPr>
          <a:xfrm>
            <a:off x="645384" y="3720516"/>
            <a:ext cx="1500140" cy="553998"/>
          </a:xfrm>
          <a:prstGeom prst="rect">
            <a:avLst/>
          </a:prstGeom>
          <a:noFill/>
        </p:spPr>
        <p:txBody>
          <a:bodyPr wrap="square">
            <a:spAutoFit/>
          </a:bodyPr>
          <a:lstStyle/>
          <a:p>
            <a:pPr lvl="0">
              <a:defRPr/>
            </a:pPr>
            <a:r>
              <a:rPr lang="en-IN" sz="1000" dirty="0">
                <a:solidFill>
                  <a:schemeClr val="bg1"/>
                </a:solidFill>
                <a:latin typeface="Verdana" panose="020B0604030504040204" pitchFamily="34" charset="0"/>
                <a:ea typeface="Verdana" panose="020B0604030504040204" pitchFamily="34" charset="0"/>
              </a:rPr>
              <a:t>Integrate Security Testing along with DevOps</a:t>
            </a:r>
            <a:endParaRPr kumimoji="0" lang="en-IN" sz="1000" b="0" i="0" u="none" strike="noStrike" kern="120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endParaRPr>
          </a:p>
        </p:txBody>
      </p:sp>
      <p:sp>
        <p:nvSpPr>
          <p:cNvPr id="58" name="TextBox 57">
            <a:extLst>
              <a:ext uri="{FF2B5EF4-FFF2-40B4-BE49-F238E27FC236}">
                <a16:creationId xmlns:a16="http://schemas.microsoft.com/office/drawing/2014/main" id="{17D3A87D-1516-369A-44ED-663AE727AB61}"/>
              </a:ext>
            </a:extLst>
          </p:cNvPr>
          <p:cNvSpPr txBox="1"/>
          <p:nvPr/>
        </p:nvSpPr>
        <p:spPr>
          <a:xfrm>
            <a:off x="720649" y="4794475"/>
            <a:ext cx="1349610" cy="246221"/>
          </a:xfrm>
          <a:prstGeom prst="rect">
            <a:avLst/>
          </a:prstGeom>
          <a:noFill/>
        </p:spPr>
        <p:txBody>
          <a:bodyPr wrap="square">
            <a:spAutoFit/>
          </a:bodyPr>
          <a:lstStyle/>
          <a:p>
            <a:pPr lvl="0">
              <a:defRPr/>
            </a:pPr>
            <a:r>
              <a:rPr lang="en-IN" sz="1000" dirty="0">
                <a:solidFill>
                  <a:schemeClr val="bg1"/>
                </a:solidFill>
                <a:latin typeface="Verdana" panose="020B0604030504040204" pitchFamily="34" charset="0"/>
                <a:ea typeface="Verdana" panose="020B0604030504040204" pitchFamily="34" charset="0"/>
              </a:rPr>
              <a:t>Code Profiling</a:t>
            </a:r>
            <a:endParaRPr kumimoji="0" lang="en-IN" sz="1000" b="0" i="0" u="none" strike="noStrike" kern="120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endParaRPr>
          </a:p>
        </p:txBody>
      </p:sp>
      <p:sp>
        <p:nvSpPr>
          <p:cNvPr id="59" name="TextBox 58">
            <a:extLst>
              <a:ext uri="{FF2B5EF4-FFF2-40B4-BE49-F238E27FC236}">
                <a16:creationId xmlns:a16="http://schemas.microsoft.com/office/drawing/2014/main" id="{96108A0A-8EC7-0E48-FB05-8337B0FB843D}"/>
              </a:ext>
            </a:extLst>
          </p:cNvPr>
          <p:cNvSpPr txBox="1"/>
          <p:nvPr/>
        </p:nvSpPr>
        <p:spPr>
          <a:xfrm>
            <a:off x="733550" y="5686728"/>
            <a:ext cx="1349610"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mn-cs"/>
              </a:rPr>
              <a:t>Delivery Excellence</a:t>
            </a:r>
          </a:p>
        </p:txBody>
      </p:sp>
      <p:sp>
        <p:nvSpPr>
          <p:cNvPr id="60" name="TextBox 59">
            <a:extLst>
              <a:ext uri="{FF2B5EF4-FFF2-40B4-BE49-F238E27FC236}">
                <a16:creationId xmlns:a16="http://schemas.microsoft.com/office/drawing/2014/main" id="{6938C507-7B9F-D6C7-4497-539941F31BF2}"/>
              </a:ext>
            </a:extLst>
          </p:cNvPr>
          <p:cNvSpPr txBox="1"/>
          <p:nvPr/>
        </p:nvSpPr>
        <p:spPr>
          <a:xfrm>
            <a:off x="2186580" y="1136361"/>
            <a:ext cx="3369317" cy="400110"/>
          </a:xfrm>
          <a:prstGeom prst="rect">
            <a:avLst/>
          </a:prstGeom>
          <a:no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rPr>
              <a:t>Task</a:t>
            </a:r>
          </a:p>
        </p:txBody>
      </p:sp>
      <p:sp>
        <p:nvSpPr>
          <p:cNvPr id="61" name="TextBox 60">
            <a:extLst>
              <a:ext uri="{FF2B5EF4-FFF2-40B4-BE49-F238E27FC236}">
                <a16:creationId xmlns:a16="http://schemas.microsoft.com/office/drawing/2014/main" id="{FF84791A-95B6-0304-89D2-EAD90031663F}"/>
              </a:ext>
            </a:extLst>
          </p:cNvPr>
          <p:cNvSpPr txBox="1"/>
          <p:nvPr/>
        </p:nvSpPr>
        <p:spPr>
          <a:xfrm>
            <a:off x="7278898" y="1090450"/>
            <a:ext cx="3369317" cy="400110"/>
          </a:xfrm>
          <a:prstGeom prst="rect">
            <a:avLst/>
          </a:prstGeom>
          <a:no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rPr>
              <a:t>Agentic AI Task</a:t>
            </a:r>
          </a:p>
        </p:txBody>
      </p:sp>
      <p:sp>
        <p:nvSpPr>
          <p:cNvPr id="65" name="TextBox 64">
            <a:extLst>
              <a:ext uri="{FF2B5EF4-FFF2-40B4-BE49-F238E27FC236}">
                <a16:creationId xmlns:a16="http://schemas.microsoft.com/office/drawing/2014/main" id="{9DB2CEAA-029E-5A5F-53B9-1EDA69A4F9A7}"/>
              </a:ext>
            </a:extLst>
          </p:cNvPr>
          <p:cNvSpPr txBox="1"/>
          <p:nvPr/>
        </p:nvSpPr>
        <p:spPr>
          <a:xfrm>
            <a:off x="6567430" y="1719550"/>
            <a:ext cx="4886012" cy="400110"/>
          </a:xfrm>
          <a:prstGeom prst="rect">
            <a:avLst/>
          </a:prstGeom>
          <a:noFill/>
        </p:spPr>
        <p:txBody>
          <a:bodyPr wrap="square">
            <a:spAutoFit/>
          </a:bodyPr>
          <a:lstStyle/>
          <a:p>
            <a:pPr lvl="0">
              <a:defRPr/>
            </a:pPr>
            <a:r>
              <a:rPr lang="en-IN" sz="1000" dirty="0">
                <a:latin typeface="Verdana" panose="020B0604030504040204" pitchFamily="34" charset="0"/>
                <a:ea typeface="Verdana" panose="020B0604030504040204" pitchFamily="34" charset="0"/>
              </a:rPr>
              <a:t>Simulate input edge cases for AI scripts</a:t>
            </a:r>
            <a:br>
              <a:rPr lang="en-IN" sz="1000" dirty="0">
                <a:latin typeface="Verdana" panose="020B0604030504040204" pitchFamily="34" charset="0"/>
                <a:ea typeface="Verdana" panose="020B0604030504040204" pitchFamily="34" charset="0"/>
              </a:rPr>
            </a:br>
            <a:r>
              <a:rPr lang="en-IN" sz="1000" dirty="0">
                <a:latin typeface="Verdana" panose="020B0604030504040204" pitchFamily="34" charset="0"/>
                <a:ea typeface="Verdana" panose="020B0604030504040204" pitchFamily="34" charset="0"/>
              </a:rPr>
              <a:t>Detect unstable model </a:t>
            </a:r>
            <a:r>
              <a:rPr lang="en-IN" sz="1000" dirty="0" err="1">
                <a:latin typeface="Verdana" panose="020B0604030504040204" pitchFamily="34" charset="0"/>
                <a:ea typeface="Verdana" panose="020B0604030504040204" pitchFamily="34" charset="0"/>
              </a:rPr>
              <a:t>behavior</a:t>
            </a:r>
            <a:r>
              <a:rPr lang="en-IN" sz="1000" dirty="0">
                <a:latin typeface="Verdana" panose="020B0604030504040204" pitchFamily="34" charset="0"/>
                <a:ea typeface="Verdana" panose="020B0604030504040204" pitchFamily="34" charset="0"/>
              </a:rPr>
              <a:t> in production-like setups</a:t>
            </a:r>
            <a:endParaRPr kumimoji="0" lang="en-US" sz="10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endParaRPr>
          </a:p>
        </p:txBody>
      </p:sp>
      <p:sp>
        <p:nvSpPr>
          <p:cNvPr id="66" name="TextBox 65">
            <a:extLst>
              <a:ext uri="{FF2B5EF4-FFF2-40B4-BE49-F238E27FC236}">
                <a16:creationId xmlns:a16="http://schemas.microsoft.com/office/drawing/2014/main" id="{B6875396-A8AF-97B4-C6B0-526218E02A70}"/>
              </a:ext>
            </a:extLst>
          </p:cNvPr>
          <p:cNvSpPr txBox="1"/>
          <p:nvPr/>
        </p:nvSpPr>
        <p:spPr>
          <a:xfrm>
            <a:off x="6567430" y="3699418"/>
            <a:ext cx="4886012" cy="553998"/>
          </a:xfrm>
          <a:prstGeom prst="rect">
            <a:avLst/>
          </a:prstGeom>
          <a:noFill/>
        </p:spPr>
        <p:txBody>
          <a:bodyPr wrap="square">
            <a:spAutoFit/>
          </a:bodyPr>
          <a:lstStyle/>
          <a:p>
            <a:pPr lvl="0">
              <a:defRPr/>
            </a:pPr>
            <a:r>
              <a:rPr lang="en-IN" sz="1000" dirty="0">
                <a:latin typeface="Verdana" panose="020B0604030504040204" pitchFamily="34" charset="0"/>
                <a:ea typeface="Verdana" panose="020B0604030504040204" pitchFamily="34" charset="0"/>
              </a:rPr>
              <a:t>Leverage AI security agents to monitor API </a:t>
            </a:r>
            <a:r>
              <a:rPr lang="en-IN" sz="1000" dirty="0" err="1">
                <a:latin typeface="Verdana" panose="020B0604030504040204" pitchFamily="34" charset="0"/>
                <a:ea typeface="Verdana" panose="020B0604030504040204" pitchFamily="34" charset="0"/>
              </a:rPr>
              <a:t>behavior</a:t>
            </a:r>
            <a:r>
              <a:rPr lang="en-IN" sz="1000" dirty="0">
                <a:latin typeface="Verdana" panose="020B0604030504040204" pitchFamily="34" charset="0"/>
                <a:ea typeface="Verdana" panose="020B0604030504040204" pitchFamily="34" charset="0"/>
              </a:rPr>
              <a:t> for anomalies</a:t>
            </a:r>
            <a:br>
              <a:rPr lang="en-IN" sz="1000" dirty="0">
                <a:latin typeface="Verdana" panose="020B0604030504040204" pitchFamily="34" charset="0"/>
                <a:ea typeface="Verdana" panose="020B0604030504040204" pitchFamily="34" charset="0"/>
              </a:rPr>
            </a:br>
            <a:r>
              <a:rPr lang="en-IN" sz="1000" dirty="0">
                <a:latin typeface="Verdana" panose="020B0604030504040204" pitchFamily="34" charset="0"/>
                <a:ea typeface="Verdana" panose="020B0604030504040204" pitchFamily="34" charset="0"/>
              </a:rPr>
              <a:t>- Validate token access and data encryption policies</a:t>
            </a:r>
            <a:br>
              <a:rPr lang="en-IN" sz="1000" dirty="0">
                <a:latin typeface="Verdana" panose="020B0604030504040204" pitchFamily="34" charset="0"/>
                <a:ea typeface="Verdana" panose="020B0604030504040204" pitchFamily="34" charset="0"/>
              </a:rPr>
            </a:br>
            <a:r>
              <a:rPr lang="en-IN" sz="1000" dirty="0">
                <a:latin typeface="Verdana" panose="020B0604030504040204" pitchFamily="34" charset="0"/>
                <a:ea typeface="Verdana" panose="020B0604030504040204" pitchFamily="34" charset="0"/>
              </a:rPr>
              <a:t>- Auto-trigger remediation tasks</a:t>
            </a:r>
            <a:endParaRPr kumimoji="0" lang="en-US" sz="10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endParaRPr>
          </a:p>
        </p:txBody>
      </p:sp>
      <p:sp>
        <p:nvSpPr>
          <p:cNvPr id="67" name="TextBox 66">
            <a:extLst>
              <a:ext uri="{FF2B5EF4-FFF2-40B4-BE49-F238E27FC236}">
                <a16:creationId xmlns:a16="http://schemas.microsoft.com/office/drawing/2014/main" id="{5ED18E87-816B-C76A-540D-D1B59B79B8B7}"/>
              </a:ext>
            </a:extLst>
          </p:cNvPr>
          <p:cNvSpPr txBox="1"/>
          <p:nvPr/>
        </p:nvSpPr>
        <p:spPr>
          <a:xfrm>
            <a:off x="6567430" y="4715679"/>
            <a:ext cx="4886012" cy="553998"/>
          </a:xfrm>
          <a:prstGeom prst="rect">
            <a:avLst/>
          </a:prstGeom>
          <a:noFill/>
        </p:spPr>
        <p:txBody>
          <a:bodyPr wrap="square">
            <a:spAutoFit/>
          </a:bodyPr>
          <a:lstStyle/>
          <a:p>
            <a:pPr lvl="0">
              <a:defRPr/>
            </a:pPr>
            <a:r>
              <a:rPr lang="en-IN" sz="1000" dirty="0">
                <a:latin typeface="Verdana" panose="020B0604030504040204" pitchFamily="34" charset="0"/>
                <a:ea typeface="Verdana" panose="020B0604030504040204" pitchFamily="34" charset="0"/>
              </a:rPr>
              <a:t>Use AI profilers to identify slow ML pipeline stages</a:t>
            </a:r>
            <a:br>
              <a:rPr lang="en-IN" sz="1000" dirty="0">
                <a:latin typeface="Verdana" panose="020B0604030504040204" pitchFamily="34" charset="0"/>
                <a:ea typeface="Verdana" panose="020B0604030504040204" pitchFamily="34" charset="0"/>
              </a:rPr>
            </a:br>
            <a:r>
              <a:rPr lang="en-IN" sz="1000" dirty="0">
                <a:latin typeface="Verdana" panose="020B0604030504040204" pitchFamily="34" charset="0"/>
                <a:ea typeface="Verdana" panose="020B0604030504040204" pitchFamily="34" charset="0"/>
              </a:rPr>
              <a:t>- Recommend optimization techniques (e.g., quantization, batching)</a:t>
            </a:r>
            <a:br>
              <a:rPr lang="en-IN" sz="1000" dirty="0">
                <a:latin typeface="Verdana" panose="020B0604030504040204" pitchFamily="34" charset="0"/>
                <a:ea typeface="Verdana" panose="020B0604030504040204" pitchFamily="34" charset="0"/>
              </a:rPr>
            </a:br>
            <a:r>
              <a:rPr lang="en-IN" sz="1000" dirty="0">
                <a:latin typeface="Verdana" panose="020B0604030504040204" pitchFamily="34" charset="0"/>
                <a:ea typeface="Verdana" panose="020B0604030504040204" pitchFamily="34" charset="0"/>
              </a:rPr>
              <a:t>- Auto-generate performance &amp; reports</a:t>
            </a:r>
            <a:endParaRPr kumimoji="0" lang="en-US" sz="10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endParaRPr>
          </a:p>
        </p:txBody>
      </p:sp>
      <p:sp>
        <p:nvSpPr>
          <p:cNvPr id="68" name="TextBox 67">
            <a:extLst>
              <a:ext uri="{FF2B5EF4-FFF2-40B4-BE49-F238E27FC236}">
                <a16:creationId xmlns:a16="http://schemas.microsoft.com/office/drawing/2014/main" id="{6738C19F-7F92-9AC6-ADFF-B6B80AFC4DDF}"/>
              </a:ext>
            </a:extLst>
          </p:cNvPr>
          <p:cNvSpPr txBox="1"/>
          <p:nvPr/>
        </p:nvSpPr>
        <p:spPr>
          <a:xfrm>
            <a:off x="6517257" y="5654726"/>
            <a:ext cx="4886012"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ptos"/>
                <a:ea typeface="+mn-ea"/>
                <a:cs typeface="+mn-cs"/>
              </a:rPr>
              <a:t>Maintain design-to-model traceability and conduct peer and lead reviews for AI deliverables</a:t>
            </a:r>
          </a:p>
        </p:txBody>
      </p:sp>
      <p:sp>
        <p:nvSpPr>
          <p:cNvPr id="69" name="TextBox 68">
            <a:extLst>
              <a:ext uri="{FF2B5EF4-FFF2-40B4-BE49-F238E27FC236}">
                <a16:creationId xmlns:a16="http://schemas.microsoft.com/office/drawing/2014/main" id="{5BD79EAF-67D9-34B7-4C59-6CC647C7068A}"/>
              </a:ext>
            </a:extLst>
          </p:cNvPr>
          <p:cNvSpPr txBox="1"/>
          <p:nvPr/>
        </p:nvSpPr>
        <p:spPr>
          <a:xfrm>
            <a:off x="2263006" y="3614406"/>
            <a:ext cx="3247662" cy="553998"/>
          </a:xfrm>
          <a:prstGeom prst="rect">
            <a:avLst/>
          </a:prstGeom>
          <a:noFill/>
        </p:spPr>
        <p:txBody>
          <a:bodyPr wrap="square">
            <a:spAutoFit/>
          </a:bodyPr>
          <a:lstStyle/>
          <a:p>
            <a:pPr lvl="0">
              <a:defRPr/>
            </a:pPr>
            <a:r>
              <a:rPr lang="en-IN" sz="1000" dirty="0">
                <a:latin typeface="Verdana" panose="020B0604030504040204" pitchFamily="34" charset="0"/>
                <a:ea typeface="Verdana" panose="020B0604030504040204" pitchFamily="34" charset="0"/>
              </a:rPr>
              <a:t>Scan for vulnerabilities in dependencies</a:t>
            </a:r>
            <a:br>
              <a:rPr lang="en-IN" sz="1000" dirty="0">
                <a:latin typeface="Verdana" panose="020B0604030504040204" pitchFamily="34" charset="0"/>
                <a:ea typeface="Verdana" panose="020B0604030504040204" pitchFamily="34" charset="0"/>
              </a:rPr>
            </a:br>
            <a:r>
              <a:rPr lang="en-IN" sz="1000" dirty="0">
                <a:latin typeface="Verdana" panose="020B0604030504040204" pitchFamily="34" charset="0"/>
                <a:ea typeface="Verdana" panose="020B0604030504040204" pitchFamily="34" charset="0"/>
              </a:rPr>
              <a:t>- Ensure secure model endpoints</a:t>
            </a:r>
            <a:br>
              <a:rPr lang="en-IN" sz="1000" dirty="0">
                <a:latin typeface="Verdana" panose="020B0604030504040204" pitchFamily="34" charset="0"/>
                <a:ea typeface="Verdana" panose="020B0604030504040204" pitchFamily="34" charset="0"/>
              </a:rPr>
            </a:br>
            <a:r>
              <a:rPr lang="en-IN" sz="1000" dirty="0">
                <a:latin typeface="Verdana" panose="020B0604030504040204" pitchFamily="34" charset="0"/>
                <a:ea typeface="Verdana" panose="020B0604030504040204" pitchFamily="34" charset="0"/>
              </a:rPr>
              <a:t>- Integrate security scans into CI/CD</a:t>
            </a:r>
            <a:endParaRPr kumimoji="0" lang="en-US" sz="10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endParaRPr>
          </a:p>
        </p:txBody>
      </p:sp>
      <p:sp>
        <p:nvSpPr>
          <p:cNvPr id="70" name="TextBox 69">
            <a:extLst>
              <a:ext uri="{FF2B5EF4-FFF2-40B4-BE49-F238E27FC236}">
                <a16:creationId xmlns:a16="http://schemas.microsoft.com/office/drawing/2014/main" id="{C9A04A9B-B196-BE2B-827E-65259F0518A3}"/>
              </a:ext>
            </a:extLst>
          </p:cNvPr>
          <p:cNvSpPr txBox="1"/>
          <p:nvPr/>
        </p:nvSpPr>
        <p:spPr>
          <a:xfrm>
            <a:off x="2263006" y="4610285"/>
            <a:ext cx="3247662" cy="553998"/>
          </a:xfrm>
          <a:prstGeom prst="rect">
            <a:avLst/>
          </a:prstGeom>
          <a:noFill/>
        </p:spPr>
        <p:txBody>
          <a:bodyPr wrap="square">
            <a:spAutoFit/>
          </a:bodyPr>
          <a:lstStyle/>
          <a:p>
            <a:pPr lvl="0">
              <a:defRPr/>
            </a:pPr>
            <a:r>
              <a:rPr lang="en-IN" sz="1000" dirty="0" err="1">
                <a:latin typeface="Verdana" panose="020B0604030504040204" pitchFamily="34" charset="0"/>
                <a:ea typeface="Verdana" panose="020B0604030504040204" pitchFamily="34" charset="0"/>
              </a:rPr>
              <a:t>Analyze</a:t>
            </a:r>
            <a:r>
              <a:rPr lang="en-IN" sz="1000" dirty="0">
                <a:latin typeface="Verdana" panose="020B0604030504040204" pitchFamily="34" charset="0"/>
                <a:ea typeface="Verdana" panose="020B0604030504040204" pitchFamily="34" charset="0"/>
              </a:rPr>
              <a:t> performance bottlenecks</a:t>
            </a:r>
            <a:br>
              <a:rPr lang="en-IN" sz="1000" dirty="0">
                <a:latin typeface="Verdana" panose="020B0604030504040204" pitchFamily="34" charset="0"/>
                <a:ea typeface="Verdana" panose="020B0604030504040204" pitchFamily="34" charset="0"/>
              </a:rPr>
            </a:br>
            <a:r>
              <a:rPr lang="en-IN" sz="1000" dirty="0">
                <a:latin typeface="Verdana" panose="020B0604030504040204" pitchFamily="34" charset="0"/>
                <a:ea typeface="Verdana" panose="020B0604030504040204" pitchFamily="34" charset="0"/>
              </a:rPr>
              <a:t>- Measure memory, CPU, GPU usage</a:t>
            </a:r>
            <a:br>
              <a:rPr lang="en-IN" sz="1000" dirty="0">
                <a:latin typeface="Verdana" panose="020B0604030504040204" pitchFamily="34" charset="0"/>
                <a:ea typeface="Verdana" panose="020B0604030504040204" pitchFamily="34" charset="0"/>
              </a:rPr>
            </a:br>
            <a:r>
              <a:rPr lang="en-IN" sz="1000" dirty="0">
                <a:latin typeface="Verdana" panose="020B0604030504040204" pitchFamily="34" charset="0"/>
                <a:ea typeface="Verdana" panose="020B0604030504040204" pitchFamily="34" charset="0"/>
              </a:rPr>
              <a:t>- Optimize training/inference performance</a:t>
            </a:r>
            <a:endParaRPr kumimoji="0" lang="en-US" sz="10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endParaRPr>
          </a:p>
        </p:txBody>
      </p:sp>
      <p:sp>
        <p:nvSpPr>
          <p:cNvPr id="71" name="TextBox 70">
            <a:extLst>
              <a:ext uri="{FF2B5EF4-FFF2-40B4-BE49-F238E27FC236}">
                <a16:creationId xmlns:a16="http://schemas.microsoft.com/office/drawing/2014/main" id="{38398BCA-A0AB-65B9-420A-0EDA21C87CD0}"/>
              </a:ext>
            </a:extLst>
          </p:cNvPr>
          <p:cNvSpPr txBox="1"/>
          <p:nvPr/>
        </p:nvSpPr>
        <p:spPr>
          <a:xfrm>
            <a:off x="2263006" y="5593170"/>
            <a:ext cx="3247662"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ptos"/>
                <a:ea typeface="+mn-ea"/>
                <a:cs typeface="+mn-cs"/>
              </a:rPr>
              <a:t>Ensure end-to-end traceability from design to code through peer and lead reviews</a:t>
            </a:r>
          </a:p>
        </p:txBody>
      </p:sp>
      <p:sp>
        <p:nvSpPr>
          <p:cNvPr id="72" name="TextBox 71">
            <a:extLst>
              <a:ext uri="{FF2B5EF4-FFF2-40B4-BE49-F238E27FC236}">
                <a16:creationId xmlns:a16="http://schemas.microsoft.com/office/drawing/2014/main" id="{66288565-A1B5-C95D-3E0D-DC441C0A8E76}"/>
              </a:ext>
            </a:extLst>
          </p:cNvPr>
          <p:cNvSpPr txBox="1"/>
          <p:nvPr/>
        </p:nvSpPr>
        <p:spPr>
          <a:xfrm>
            <a:off x="2200026" y="1635945"/>
            <a:ext cx="3272328" cy="400110"/>
          </a:xfrm>
          <a:prstGeom prst="rect">
            <a:avLst/>
          </a:prstGeom>
          <a:noFill/>
        </p:spPr>
        <p:txBody>
          <a:bodyPr wrap="square">
            <a:spAutoFit/>
          </a:bodyPr>
          <a:lstStyle/>
          <a:p>
            <a:pPr lvl="0">
              <a:defRPr/>
            </a:pPr>
            <a:r>
              <a:rPr lang="en-IN" sz="1000" dirty="0">
                <a:latin typeface="Verdana" panose="020B0604030504040204" pitchFamily="34" charset="0"/>
                <a:ea typeface="Verdana" panose="020B0604030504040204" pitchFamily="34" charset="0"/>
              </a:rPr>
              <a:t>Check adherence to coding guidelines</a:t>
            </a:r>
            <a:br>
              <a:rPr lang="en-IN" sz="1000" dirty="0">
                <a:latin typeface="Verdana" panose="020B0604030504040204" pitchFamily="34" charset="0"/>
                <a:ea typeface="Verdana" panose="020B0604030504040204" pitchFamily="34" charset="0"/>
              </a:rPr>
            </a:br>
            <a:r>
              <a:rPr lang="en-IN" sz="1000" dirty="0">
                <a:latin typeface="Verdana" panose="020B0604030504040204" pitchFamily="34" charset="0"/>
                <a:ea typeface="Verdana" panose="020B0604030504040204" pitchFamily="34" charset="0"/>
              </a:rPr>
              <a:t>Enforce naming conventions and modularity</a:t>
            </a:r>
            <a:endParaRPr kumimoji="0" lang="en-US" sz="10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endParaRPr>
          </a:p>
        </p:txBody>
      </p:sp>
      <p:sp>
        <p:nvSpPr>
          <p:cNvPr id="73" name="TextBox 72">
            <a:extLst>
              <a:ext uri="{FF2B5EF4-FFF2-40B4-BE49-F238E27FC236}">
                <a16:creationId xmlns:a16="http://schemas.microsoft.com/office/drawing/2014/main" id="{F9443796-DCB0-5E6B-AD79-757B49B8E638}"/>
              </a:ext>
            </a:extLst>
          </p:cNvPr>
          <p:cNvSpPr txBox="1"/>
          <p:nvPr/>
        </p:nvSpPr>
        <p:spPr>
          <a:xfrm>
            <a:off x="2215356" y="2605476"/>
            <a:ext cx="3324914" cy="400110"/>
          </a:xfrm>
          <a:prstGeom prst="rect">
            <a:avLst/>
          </a:prstGeom>
          <a:noFill/>
        </p:spPr>
        <p:txBody>
          <a:bodyPr wrap="square">
            <a:spAutoFit/>
          </a:bodyPr>
          <a:lstStyle/>
          <a:p>
            <a:pPr lvl="0">
              <a:defRPr/>
            </a:pPr>
            <a:r>
              <a:rPr lang="en-IN" sz="1000" dirty="0">
                <a:latin typeface="Verdana" panose="020B0604030504040204" pitchFamily="34" charset="0"/>
                <a:ea typeface="Verdana" panose="020B0604030504040204" pitchFamily="34" charset="0"/>
              </a:rPr>
              <a:t>Execute code to identify runtime errors</a:t>
            </a:r>
            <a:br>
              <a:rPr lang="en-IN" sz="1000" dirty="0">
                <a:latin typeface="Verdana" panose="020B0604030504040204" pitchFamily="34" charset="0"/>
                <a:ea typeface="Verdana" panose="020B0604030504040204" pitchFamily="34" charset="0"/>
              </a:rPr>
            </a:br>
            <a:r>
              <a:rPr lang="en-IN" sz="1000" dirty="0">
                <a:latin typeface="Verdana" panose="020B0604030504040204" pitchFamily="34" charset="0"/>
                <a:ea typeface="Verdana" panose="020B0604030504040204" pitchFamily="34" charset="0"/>
              </a:rPr>
              <a:t>Track memory leaks, performance issues</a:t>
            </a:r>
            <a:endParaRPr kumimoji="0" lang="en-US" sz="1000" b="0" i="0" u="none" strike="noStrike" kern="1200" cap="none" spc="0" normalizeH="0" baseline="0" noProof="0" dirty="0">
              <a:ln>
                <a:noFill/>
              </a:ln>
              <a:effectLst/>
              <a:uLnTx/>
              <a:uFillTx/>
              <a:latin typeface="Verdana" panose="020B0604030504040204" pitchFamily="34" charset="0"/>
              <a:ea typeface="Verdana" panose="020B0604030504040204" pitchFamily="34" charset="0"/>
            </a:endParaRPr>
          </a:p>
        </p:txBody>
      </p:sp>
      <p:grpSp>
        <p:nvGrpSpPr>
          <p:cNvPr id="37" name="Group 36">
            <a:extLst>
              <a:ext uri="{FF2B5EF4-FFF2-40B4-BE49-F238E27FC236}">
                <a16:creationId xmlns:a16="http://schemas.microsoft.com/office/drawing/2014/main" id="{6EE33344-5274-93F6-DFF7-F5FF8D12AF56}"/>
              </a:ext>
            </a:extLst>
          </p:cNvPr>
          <p:cNvGrpSpPr/>
          <p:nvPr/>
        </p:nvGrpSpPr>
        <p:grpSpPr>
          <a:xfrm>
            <a:off x="3021164" y="601015"/>
            <a:ext cx="9172634" cy="276999"/>
            <a:chOff x="3021164" y="601015"/>
            <a:chExt cx="9172634" cy="276999"/>
          </a:xfrm>
        </p:grpSpPr>
        <p:sp>
          <p:nvSpPr>
            <p:cNvPr id="8" name="TextBox 7">
              <a:extLst>
                <a:ext uri="{FF2B5EF4-FFF2-40B4-BE49-F238E27FC236}">
                  <a16:creationId xmlns:a16="http://schemas.microsoft.com/office/drawing/2014/main" id="{262DDB9A-4206-9352-2D98-3D6F9B33F784}"/>
                </a:ext>
              </a:extLst>
            </p:cNvPr>
            <p:cNvSpPr txBox="1"/>
            <p:nvPr/>
          </p:nvSpPr>
          <p:spPr>
            <a:xfrm>
              <a:off x="3021164" y="601015"/>
              <a:ext cx="2223936" cy="276999"/>
            </a:xfrm>
            <a:prstGeom prst="rect">
              <a:avLst/>
            </a:prstGeom>
            <a:noFill/>
          </p:spPr>
          <p:txBody>
            <a:bodyPr wrap="square" rtlCol="0">
              <a:spAutoFit/>
            </a:bodyPr>
            <a:lstStyle/>
            <a:p>
              <a:r>
                <a:rPr lang="en-IN" sz="1200" i="1">
                  <a:latin typeface="Verdana" panose="020B0604030504040204" pitchFamily="34" charset="0"/>
                  <a:ea typeface="Verdana" panose="020B0604030504040204" pitchFamily="34" charset="0"/>
                </a:rPr>
                <a:t>Responsible:</a:t>
              </a:r>
            </a:p>
          </p:txBody>
        </p:sp>
        <p:sp>
          <p:nvSpPr>
            <p:cNvPr id="14" name="TextBox 13">
              <a:extLst>
                <a:ext uri="{FF2B5EF4-FFF2-40B4-BE49-F238E27FC236}">
                  <a16:creationId xmlns:a16="http://schemas.microsoft.com/office/drawing/2014/main" id="{D4F5CFDE-4E24-88E2-427D-2E39569BDA7E}"/>
                </a:ext>
              </a:extLst>
            </p:cNvPr>
            <p:cNvSpPr txBox="1"/>
            <p:nvPr/>
          </p:nvSpPr>
          <p:spPr>
            <a:xfrm>
              <a:off x="5337397" y="601015"/>
              <a:ext cx="2223936" cy="276999"/>
            </a:xfrm>
            <a:prstGeom prst="rect">
              <a:avLst/>
            </a:prstGeom>
            <a:noFill/>
          </p:spPr>
          <p:txBody>
            <a:bodyPr wrap="square" rtlCol="0">
              <a:spAutoFit/>
            </a:bodyPr>
            <a:lstStyle/>
            <a:p>
              <a:r>
                <a:rPr lang="en-IN" sz="1200" i="1">
                  <a:latin typeface="Verdana" panose="020B0604030504040204" pitchFamily="34" charset="0"/>
                  <a:ea typeface="Verdana" panose="020B0604030504040204" pitchFamily="34" charset="0"/>
                </a:rPr>
                <a:t>Accountable:</a:t>
              </a:r>
            </a:p>
          </p:txBody>
        </p:sp>
        <p:sp>
          <p:nvSpPr>
            <p:cNvPr id="35" name="TextBox 34">
              <a:extLst>
                <a:ext uri="{FF2B5EF4-FFF2-40B4-BE49-F238E27FC236}">
                  <a16:creationId xmlns:a16="http://schemas.microsoft.com/office/drawing/2014/main" id="{1E88534D-E902-DDA2-A40F-102EA9A58504}"/>
                </a:ext>
              </a:extLst>
            </p:cNvPr>
            <p:cNvSpPr txBox="1"/>
            <p:nvPr/>
          </p:nvSpPr>
          <p:spPr>
            <a:xfrm>
              <a:off x="9969862" y="601015"/>
              <a:ext cx="2223936" cy="276999"/>
            </a:xfrm>
            <a:prstGeom prst="rect">
              <a:avLst/>
            </a:prstGeom>
            <a:noFill/>
          </p:spPr>
          <p:txBody>
            <a:bodyPr wrap="square" rtlCol="0">
              <a:spAutoFit/>
            </a:bodyPr>
            <a:lstStyle/>
            <a:p>
              <a:r>
                <a:rPr lang="en-IN" sz="1200" i="1">
                  <a:latin typeface="Verdana" panose="020B0604030504040204" pitchFamily="34" charset="0"/>
                  <a:ea typeface="Verdana" panose="020B0604030504040204" pitchFamily="34" charset="0"/>
                </a:rPr>
                <a:t>Informed:</a:t>
              </a:r>
            </a:p>
          </p:txBody>
        </p:sp>
        <p:sp>
          <p:nvSpPr>
            <p:cNvPr id="36" name="TextBox 35">
              <a:extLst>
                <a:ext uri="{FF2B5EF4-FFF2-40B4-BE49-F238E27FC236}">
                  <a16:creationId xmlns:a16="http://schemas.microsoft.com/office/drawing/2014/main" id="{B6547FD1-55AE-6AAC-524C-09C7A1B6B3D3}"/>
                </a:ext>
              </a:extLst>
            </p:cNvPr>
            <p:cNvSpPr txBox="1"/>
            <p:nvPr/>
          </p:nvSpPr>
          <p:spPr>
            <a:xfrm>
              <a:off x="7653630" y="601015"/>
              <a:ext cx="2223936" cy="276999"/>
            </a:xfrm>
            <a:prstGeom prst="rect">
              <a:avLst/>
            </a:prstGeom>
            <a:noFill/>
          </p:spPr>
          <p:txBody>
            <a:bodyPr wrap="square" rtlCol="0">
              <a:spAutoFit/>
            </a:bodyPr>
            <a:lstStyle/>
            <a:p>
              <a:r>
                <a:rPr lang="en-IN" sz="1200" i="1">
                  <a:latin typeface="Verdana" panose="020B0604030504040204" pitchFamily="34" charset="0"/>
                  <a:ea typeface="Verdana" panose="020B0604030504040204" pitchFamily="34" charset="0"/>
                </a:rPr>
                <a:t>Consulted:</a:t>
              </a:r>
            </a:p>
          </p:txBody>
        </p:sp>
      </p:grpSp>
      <p:sp>
        <p:nvSpPr>
          <p:cNvPr id="42" name="TextBox 41">
            <a:extLst>
              <a:ext uri="{FF2B5EF4-FFF2-40B4-BE49-F238E27FC236}">
                <a16:creationId xmlns:a16="http://schemas.microsoft.com/office/drawing/2014/main" id="{D843077A-089A-7BE7-A113-840801F818DA}"/>
              </a:ext>
            </a:extLst>
          </p:cNvPr>
          <p:cNvSpPr txBox="1"/>
          <p:nvPr/>
        </p:nvSpPr>
        <p:spPr>
          <a:xfrm>
            <a:off x="6536917" y="2689662"/>
            <a:ext cx="4886012" cy="553998"/>
          </a:xfrm>
          <a:prstGeom prst="rect">
            <a:avLst/>
          </a:prstGeom>
          <a:noFill/>
        </p:spPr>
        <p:txBody>
          <a:bodyPr wrap="square">
            <a:spAutoFit/>
          </a:bodyPr>
          <a:lstStyle/>
          <a:p>
            <a:pPr lvl="0">
              <a:defRPr/>
            </a:pPr>
            <a:r>
              <a:rPr lang="en-IN" sz="1000" dirty="0">
                <a:latin typeface="Verdana" panose="020B0604030504040204" pitchFamily="34" charset="0"/>
                <a:ea typeface="Verdana" panose="020B0604030504040204" pitchFamily="34" charset="0"/>
              </a:rPr>
              <a:t>Auto-generate backlog stories from high-level requirements using LLMs</a:t>
            </a:r>
            <a:br>
              <a:rPr lang="en-IN" sz="1000" dirty="0">
                <a:latin typeface="Verdana" panose="020B0604030504040204" pitchFamily="34" charset="0"/>
                <a:ea typeface="Verdana" panose="020B0604030504040204" pitchFamily="34" charset="0"/>
              </a:rPr>
            </a:br>
            <a:r>
              <a:rPr lang="en-IN" sz="1000" dirty="0">
                <a:latin typeface="Verdana" panose="020B0604030504040204" pitchFamily="34" charset="0"/>
                <a:ea typeface="Verdana" panose="020B0604030504040204" pitchFamily="34" charset="0"/>
              </a:rPr>
              <a:t>Use AI co-pilots to assist in story estimation and tagging</a:t>
            </a:r>
            <a:br>
              <a:rPr lang="en-IN" sz="1000" dirty="0">
                <a:latin typeface="Verdana" panose="020B0604030504040204" pitchFamily="34" charset="0"/>
                <a:ea typeface="Verdana" panose="020B0604030504040204" pitchFamily="34" charset="0"/>
              </a:rPr>
            </a:br>
            <a:r>
              <a:rPr lang="en-IN" sz="1000" dirty="0">
                <a:latin typeface="Verdana" panose="020B0604030504040204" pitchFamily="34" charset="0"/>
                <a:ea typeface="Verdana" panose="020B0604030504040204" pitchFamily="34" charset="0"/>
              </a:rPr>
              <a:t>Auto-link stories to models/datasets for traceability</a:t>
            </a:r>
            <a:endParaRPr kumimoji="0" lang="en-US" sz="10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25337487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CACB68-F566-F9DF-79EA-303EB866D1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38F446-AE43-152B-3ED3-72DA2E028AA8}"/>
              </a:ext>
            </a:extLst>
          </p:cNvPr>
          <p:cNvSpPr>
            <a:spLocks noGrp="1"/>
          </p:cNvSpPr>
          <p:nvPr>
            <p:ph type="title"/>
          </p:nvPr>
        </p:nvSpPr>
        <p:spPr>
          <a:xfrm>
            <a:off x="593461" y="264653"/>
            <a:ext cx="10668000" cy="438725"/>
          </a:xfrm>
        </p:spPr>
        <p:txBody>
          <a:bodyPr/>
          <a:lstStyle/>
          <a:p>
            <a:r>
              <a:rPr lang="en-IN" dirty="0"/>
              <a:t>4.6 Testing</a:t>
            </a:r>
          </a:p>
        </p:txBody>
      </p:sp>
      <p:sp>
        <p:nvSpPr>
          <p:cNvPr id="3" name="Rectangle 2">
            <a:extLst>
              <a:ext uri="{FF2B5EF4-FFF2-40B4-BE49-F238E27FC236}">
                <a16:creationId xmlns:a16="http://schemas.microsoft.com/office/drawing/2014/main" id="{1EE8B9E2-A3A6-E31C-BE7A-B8C7E9329854}"/>
              </a:ext>
            </a:extLst>
          </p:cNvPr>
          <p:cNvSpPr/>
          <p:nvPr/>
        </p:nvSpPr>
        <p:spPr>
          <a:xfrm>
            <a:off x="593461" y="5477113"/>
            <a:ext cx="11228615" cy="864831"/>
          </a:xfrm>
          <a:prstGeom prst="rect">
            <a:avLst/>
          </a:prstGeom>
          <a:solidFill>
            <a:sysClr val="window" lastClr="FFFFFF">
              <a:lumMod val="95000"/>
            </a:sysClr>
          </a:solidFill>
          <a:ln w="6350" cap="flat" cmpd="sng" algn="ctr">
            <a:noFill/>
            <a:prstDash val="solid"/>
            <a:miter lim="800000"/>
          </a:ln>
          <a:effectLst/>
        </p:spPr>
        <p:txBody>
          <a:bodyPr lIns="853440" rtlCol="0" anchor="ctr"/>
          <a:lstStyle/>
          <a:p>
            <a:pPr marL="0" marR="0" lvl="0" indent="0" algn="l" defTabSz="914013" rtl="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gradFill>
                <a:gsLst>
                  <a:gs pos="0">
                    <a:srgbClr val="00B140"/>
                  </a:gs>
                  <a:gs pos="100000">
                    <a:srgbClr val="0033B4">
                      <a:lumMod val="45000"/>
                      <a:lumOff val="55000"/>
                    </a:srgbClr>
                  </a:gs>
                </a:gsLst>
                <a:lin ang="13500000" scaled="1"/>
              </a:gradFill>
              <a:effectLst/>
              <a:uLnTx/>
              <a:uFillTx/>
              <a:latin typeface="HelveticaNeueLT Std" panose="020B0604020202020204" pitchFamily="34" charset="0"/>
              <a:ea typeface="MS PGothic" pitchFamily="34" charset="-128"/>
              <a:cs typeface="+mn-cs"/>
            </a:endParaRPr>
          </a:p>
        </p:txBody>
      </p:sp>
      <p:sp>
        <p:nvSpPr>
          <p:cNvPr id="4" name="Rectangle 3">
            <a:extLst>
              <a:ext uri="{FF2B5EF4-FFF2-40B4-BE49-F238E27FC236}">
                <a16:creationId xmlns:a16="http://schemas.microsoft.com/office/drawing/2014/main" id="{81FC10CE-AB21-7936-3FBD-8E7911F1E434}"/>
              </a:ext>
            </a:extLst>
          </p:cNvPr>
          <p:cNvSpPr/>
          <p:nvPr/>
        </p:nvSpPr>
        <p:spPr>
          <a:xfrm>
            <a:off x="593461" y="3554953"/>
            <a:ext cx="11228615" cy="847789"/>
          </a:xfrm>
          <a:prstGeom prst="rect">
            <a:avLst/>
          </a:prstGeom>
          <a:solidFill>
            <a:sysClr val="window" lastClr="FFFFFF">
              <a:lumMod val="95000"/>
            </a:sysClr>
          </a:solidFill>
          <a:ln w="6350" cap="flat" cmpd="sng" algn="ctr">
            <a:noFill/>
            <a:prstDash val="solid"/>
            <a:miter lim="800000"/>
          </a:ln>
          <a:effectLst/>
        </p:spPr>
        <p:txBody>
          <a:bodyPr lIns="853440" rtlCol="0" anchor="ctr"/>
          <a:lstStyle/>
          <a:p>
            <a:pPr marL="0" marR="0" lvl="0" indent="0" algn="l" defTabSz="914013" rtl="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gradFill>
                <a:gsLst>
                  <a:gs pos="0">
                    <a:srgbClr val="00B140"/>
                  </a:gs>
                  <a:gs pos="100000">
                    <a:srgbClr val="0033B4">
                      <a:lumMod val="45000"/>
                      <a:lumOff val="55000"/>
                    </a:srgbClr>
                  </a:gs>
                </a:gsLst>
                <a:lin ang="13500000" scaled="1"/>
              </a:gradFill>
              <a:effectLst/>
              <a:uLnTx/>
              <a:uFillTx/>
              <a:latin typeface="HelveticaNeueLT Std" panose="020B0604020202020204" pitchFamily="34" charset="0"/>
              <a:ea typeface="MS PGothic" pitchFamily="34" charset="-128"/>
              <a:cs typeface="+mn-cs"/>
            </a:endParaRPr>
          </a:p>
        </p:txBody>
      </p:sp>
      <p:sp>
        <p:nvSpPr>
          <p:cNvPr id="5" name="Rectangle 4">
            <a:extLst>
              <a:ext uri="{FF2B5EF4-FFF2-40B4-BE49-F238E27FC236}">
                <a16:creationId xmlns:a16="http://schemas.microsoft.com/office/drawing/2014/main" id="{B4625606-451D-7587-3020-FAB3EE3F496D}"/>
              </a:ext>
            </a:extLst>
          </p:cNvPr>
          <p:cNvSpPr/>
          <p:nvPr/>
        </p:nvSpPr>
        <p:spPr>
          <a:xfrm>
            <a:off x="593461" y="4501604"/>
            <a:ext cx="11228615" cy="864831"/>
          </a:xfrm>
          <a:prstGeom prst="rect">
            <a:avLst/>
          </a:prstGeom>
          <a:solidFill>
            <a:sysClr val="window" lastClr="FFFFFF">
              <a:lumMod val="95000"/>
            </a:sysClr>
          </a:solidFill>
          <a:ln w="6350" cap="flat" cmpd="sng" algn="ctr">
            <a:noFill/>
            <a:prstDash val="solid"/>
            <a:miter lim="800000"/>
          </a:ln>
          <a:effectLst/>
        </p:spPr>
        <p:txBody>
          <a:bodyPr lIns="853440" rtlCol="0" anchor="ctr"/>
          <a:lstStyle/>
          <a:p>
            <a:pPr marL="0" marR="0" lvl="0" indent="0" algn="l" defTabSz="914013" rtl="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gradFill>
                <a:gsLst>
                  <a:gs pos="0">
                    <a:srgbClr val="00B140"/>
                  </a:gs>
                  <a:gs pos="100000">
                    <a:srgbClr val="0033B4">
                      <a:lumMod val="45000"/>
                      <a:lumOff val="55000"/>
                    </a:srgbClr>
                  </a:gs>
                </a:gsLst>
                <a:lin ang="13500000" scaled="1"/>
              </a:gradFill>
              <a:effectLst/>
              <a:uLnTx/>
              <a:uFillTx/>
              <a:latin typeface="HelveticaNeueLT Std" panose="020B0604020202020204" pitchFamily="34" charset="0"/>
              <a:ea typeface="MS PGothic" pitchFamily="34" charset="-128"/>
              <a:cs typeface="+mn-cs"/>
            </a:endParaRPr>
          </a:p>
        </p:txBody>
      </p:sp>
      <p:sp>
        <p:nvSpPr>
          <p:cNvPr id="6" name="Rectangle 5">
            <a:extLst>
              <a:ext uri="{FF2B5EF4-FFF2-40B4-BE49-F238E27FC236}">
                <a16:creationId xmlns:a16="http://schemas.microsoft.com/office/drawing/2014/main" id="{4327D5DE-B2A2-BC1B-8659-638B8AE5A96A}"/>
              </a:ext>
            </a:extLst>
          </p:cNvPr>
          <p:cNvSpPr/>
          <p:nvPr/>
        </p:nvSpPr>
        <p:spPr>
          <a:xfrm>
            <a:off x="593461" y="1647149"/>
            <a:ext cx="11228616" cy="847789"/>
          </a:xfrm>
          <a:prstGeom prst="rect">
            <a:avLst/>
          </a:prstGeom>
          <a:solidFill>
            <a:sysClr val="window" lastClr="FFFFFF">
              <a:lumMod val="95000"/>
            </a:sysClr>
          </a:solidFill>
          <a:ln w="6350" cap="flat" cmpd="sng" algn="ctr">
            <a:noFill/>
            <a:prstDash val="solid"/>
            <a:miter lim="800000"/>
          </a:ln>
          <a:effectLst/>
        </p:spPr>
        <p:txBody>
          <a:bodyPr lIns="853440" rtlCol="0" anchor="ctr"/>
          <a:lstStyle/>
          <a:p>
            <a:pPr marL="0" marR="0" lvl="0" indent="0" algn="l" defTabSz="914013" rtl="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gradFill>
                <a:gsLst>
                  <a:gs pos="0">
                    <a:srgbClr val="00B140"/>
                  </a:gs>
                  <a:gs pos="100000">
                    <a:srgbClr val="0033B4">
                      <a:lumMod val="45000"/>
                      <a:lumOff val="55000"/>
                    </a:srgbClr>
                  </a:gs>
                </a:gsLst>
                <a:lin ang="13500000" scaled="1"/>
              </a:gradFill>
              <a:effectLst/>
              <a:uLnTx/>
              <a:uFillTx/>
              <a:latin typeface="HelveticaNeueLT Std" panose="020B0604020202020204" pitchFamily="34" charset="0"/>
              <a:ea typeface="MS PGothic" pitchFamily="34" charset="-128"/>
              <a:cs typeface="+mn-cs"/>
            </a:endParaRPr>
          </a:p>
        </p:txBody>
      </p:sp>
      <p:sp>
        <p:nvSpPr>
          <p:cNvPr id="7" name="Rectangle 6">
            <a:extLst>
              <a:ext uri="{FF2B5EF4-FFF2-40B4-BE49-F238E27FC236}">
                <a16:creationId xmlns:a16="http://schemas.microsoft.com/office/drawing/2014/main" id="{9DA53B00-3515-59D6-A926-E1285C1994EA}"/>
              </a:ext>
            </a:extLst>
          </p:cNvPr>
          <p:cNvSpPr/>
          <p:nvPr/>
        </p:nvSpPr>
        <p:spPr>
          <a:xfrm>
            <a:off x="593461" y="2593800"/>
            <a:ext cx="11228615" cy="864831"/>
          </a:xfrm>
          <a:prstGeom prst="rect">
            <a:avLst/>
          </a:prstGeom>
          <a:solidFill>
            <a:sysClr val="window" lastClr="FFFFFF">
              <a:lumMod val="95000"/>
            </a:sysClr>
          </a:solidFill>
          <a:ln w="6350" cap="flat" cmpd="sng" algn="ctr">
            <a:noFill/>
            <a:prstDash val="solid"/>
            <a:miter lim="800000"/>
          </a:ln>
          <a:effectLst/>
        </p:spPr>
        <p:txBody>
          <a:bodyPr lIns="853440" rtlCol="0" anchor="ctr"/>
          <a:lstStyle/>
          <a:p>
            <a:pPr marL="0" marR="0" lvl="0" indent="0" algn="l" defTabSz="914013" rtl="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gradFill>
                <a:gsLst>
                  <a:gs pos="0">
                    <a:srgbClr val="00B140"/>
                  </a:gs>
                  <a:gs pos="100000">
                    <a:srgbClr val="0033B4">
                      <a:lumMod val="45000"/>
                      <a:lumOff val="55000"/>
                    </a:srgbClr>
                  </a:gs>
                </a:gsLst>
                <a:lin ang="13500000" scaled="1"/>
              </a:gradFill>
              <a:effectLst/>
              <a:uLnTx/>
              <a:uFillTx/>
              <a:latin typeface="HelveticaNeueLT Std" panose="020B0604020202020204" pitchFamily="34" charset="0"/>
              <a:ea typeface="MS PGothic" pitchFamily="34" charset="-128"/>
              <a:cs typeface="+mn-cs"/>
            </a:endParaRPr>
          </a:p>
        </p:txBody>
      </p:sp>
      <p:sp>
        <p:nvSpPr>
          <p:cNvPr id="9" name="Rectangle 8">
            <a:extLst>
              <a:ext uri="{FF2B5EF4-FFF2-40B4-BE49-F238E27FC236}">
                <a16:creationId xmlns:a16="http://schemas.microsoft.com/office/drawing/2014/main" id="{C510880B-E96C-EFB2-12F8-33D1A153CE7D}"/>
              </a:ext>
            </a:extLst>
          </p:cNvPr>
          <p:cNvSpPr/>
          <p:nvPr/>
        </p:nvSpPr>
        <p:spPr>
          <a:xfrm>
            <a:off x="2186580" y="2610497"/>
            <a:ext cx="3369319" cy="836407"/>
          </a:xfrm>
          <a:prstGeom prst="rect">
            <a:avLst/>
          </a:prstGeom>
          <a:solidFill>
            <a:sysClr val="window" lastClr="FFFFFF"/>
          </a:solidFill>
          <a:ln w="25400" cap="flat" cmpd="sng" algn="ctr">
            <a:solidFill>
              <a:srgbClr val="6363C8">
                <a:alpha val="4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srgbClr val="000000"/>
              </a:solidFill>
              <a:effectLst/>
              <a:uLnTx/>
              <a:uFillTx/>
              <a:latin typeface="HelveticaNeueLT Std" panose="020B0604020202020204" pitchFamily="34" charset="0"/>
              <a:ea typeface="+mn-ea"/>
              <a:cs typeface="Arial" panose="020B0604020202020204" pitchFamily="34" charset="0"/>
            </a:endParaRPr>
          </a:p>
        </p:txBody>
      </p:sp>
      <p:sp>
        <p:nvSpPr>
          <p:cNvPr id="10" name="Rectangle 9">
            <a:extLst>
              <a:ext uri="{FF2B5EF4-FFF2-40B4-BE49-F238E27FC236}">
                <a16:creationId xmlns:a16="http://schemas.microsoft.com/office/drawing/2014/main" id="{E86DB30D-2889-0356-9A31-55E59EE35A13}"/>
              </a:ext>
            </a:extLst>
          </p:cNvPr>
          <p:cNvSpPr/>
          <p:nvPr/>
        </p:nvSpPr>
        <p:spPr>
          <a:xfrm>
            <a:off x="2186580" y="1647952"/>
            <a:ext cx="3369319" cy="836407"/>
          </a:xfrm>
          <a:prstGeom prst="rect">
            <a:avLst/>
          </a:prstGeom>
          <a:solidFill>
            <a:sysClr val="window" lastClr="FFFFFF"/>
          </a:solidFill>
          <a:ln w="25400" cap="flat" cmpd="sng" algn="ctr">
            <a:solidFill>
              <a:srgbClr val="6363C8">
                <a:alpha val="40000"/>
              </a:srgbClr>
            </a:solidFill>
            <a:prstDash val="solid"/>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IN" sz="1400" b="0" i="0" u="none" strike="noStrike" kern="0" cap="none" spc="0" normalizeH="0" baseline="0" noProof="0">
              <a:ln>
                <a:noFill/>
              </a:ln>
              <a:solidFill>
                <a:srgbClr val="000000"/>
              </a:solidFill>
              <a:effectLst/>
              <a:uLnTx/>
              <a:uFillTx/>
              <a:latin typeface="HelveticaNeueLT Std" panose="020B0604020202020204" pitchFamily="34" charset="0"/>
              <a:ea typeface="+mn-ea"/>
              <a:cs typeface="Arial" panose="020B0604020202020204" pitchFamily="34" charset="0"/>
            </a:endParaRPr>
          </a:p>
        </p:txBody>
      </p:sp>
      <p:sp>
        <p:nvSpPr>
          <p:cNvPr id="11" name="Rectangle 10">
            <a:extLst>
              <a:ext uri="{FF2B5EF4-FFF2-40B4-BE49-F238E27FC236}">
                <a16:creationId xmlns:a16="http://schemas.microsoft.com/office/drawing/2014/main" id="{EC66795A-A4DD-2C5B-84DE-0332CC059265}"/>
              </a:ext>
            </a:extLst>
          </p:cNvPr>
          <p:cNvSpPr/>
          <p:nvPr/>
        </p:nvSpPr>
        <p:spPr>
          <a:xfrm>
            <a:off x="2186580" y="3573044"/>
            <a:ext cx="3369319" cy="836407"/>
          </a:xfrm>
          <a:prstGeom prst="rect">
            <a:avLst/>
          </a:prstGeom>
          <a:solidFill>
            <a:sysClr val="window" lastClr="FFFFFF"/>
          </a:solidFill>
          <a:ln w="25400" cap="flat" cmpd="sng" algn="ctr">
            <a:solidFill>
              <a:srgbClr val="6363C8">
                <a:alpha val="4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srgbClr val="000000"/>
              </a:solidFill>
              <a:effectLst/>
              <a:uLnTx/>
              <a:uFillTx/>
              <a:latin typeface="HelveticaNeueLT Std" panose="020B0604020202020204" pitchFamily="34" charset="0"/>
              <a:ea typeface="+mn-ea"/>
              <a:cs typeface="Arial" panose="020B0604020202020204" pitchFamily="34" charset="0"/>
            </a:endParaRPr>
          </a:p>
        </p:txBody>
      </p:sp>
      <p:sp>
        <p:nvSpPr>
          <p:cNvPr id="12" name="Rectangle 11">
            <a:extLst>
              <a:ext uri="{FF2B5EF4-FFF2-40B4-BE49-F238E27FC236}">
                <a16:creationId xmlns:a16="http://schemas.microsoft.com/office/drawing/2014/main" id="{137FAAD7-845B-B500-00E8-EAAEB1E8B0A1}"/>
              </a:ext>
            </a:extLst>
          </p:cNvPr>
          <p:cNvSpPr/>
          <p:nvPr/>
        </p:nvSpPr>
        <p:spPr>
          <a:xfrm>
            <a:off x="2186580" y="4535589"/>
            <a:ext cx="3369319" cy="836407"/>
          </a:xfrm>
          <a:prstGeom prst="rect">
            <a:avLst/>
          </a:prstGeom>
          <a:solidFill>
            <a:sysClr val="window" lastClr="FFFFFF"/>
          </a:solidFill>
          <a:ln w="25400" cap="flat" cmpd="sng" algn="ctr">
            <a:solidFill>
              <a:srgbClr val="6363C8">
                <a:alpha val="4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srgbClr val="000000"/>
              </a:solidFill>
              <a:effectLst/>
              <a:uLnTx/>
              <a:uFillTx/>
              <a:latin typeface="HelveticaNeueLT Std" panose="020B0604020202020204" pitchFamily="34" charset="0"/>
              <a:ea typeface="+mn-ea"/>
              <a:cs typeface="Arial" panose="020B0604020202020204" pitchFamily="34" charset="0"/>
            </a:endParaRPr>
          </a:p>
        </p:txBody>
      </p:sp>
      <p:sp>
        <p:nvSpPr>
          <p:cNvPr id="13" name="Rectangle 12">
            <a:extLst>
              <a:ext uri="{FF2B5EF4-FFF2-40B4-BE49-F238E27FC236}">
                <a16:creationId xmlns:a16="http://schemas.microsoft.com/office/drawing/2014/main" id="{0A1DC94A-5DDD-535A-EC5D-18DE107255FB}"/>
              </a:ext>
            </a:extLst>
          </p:cNvPr>
          <p:cNvSpPr/>
          <p:nvPr/>
        </p:nvSpPr>
        <p:spPr>
          <a:xfrm>
            <a:off x="2186580" y="5498133"/>
            <a:ext cx="3369319" cy="836407"/>
          </a:xfrm>
          <a:prstGeom prst="rect">
            <a:avLst/>
          </a:prstGeom>
          <a:solidFill>
            <a:sysClr val="window" lastClr="FFFFFF"/>
          </a:solidFill>
          <a:ln w="25400" cap="flat" cmpd="sng" algn="ctr">
            <a:solidFill>
              <a:srgbClr val="6363C8">
                <a:alpha val="4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srgbClr val="000000"/>
              </a:solidFill>
              <a:effectLst/>
              <a:uLnTx/>
              <a:uFillTx/>
              <a:latin typeface="HelveticaNeueLT Std" panose="020B0604020202020204" pitchFamily="34" charset="0"/>
              <a:ea typeface="+mn-ea"/>
              <a:cs typeface="Arial" panose="020B0604020202020204" pitchFamily="34" charset="0"/>
            </a:endParaRPr>
          </a:p>
        </p:txBody>
      </p:sp>
      <p:cxnSp>
        <p:nvCxnSpPr>
          <p:cNvPr id="20" name="Straight Connector 19">
            <a:extLst>
              <a:ext uri="{FF2B5EF4-FFF2-40B4-BE49-F238E27FC236}">
                <a16:creationId xmlns:a16="http://schemas.microsoft.com/office/drawing/2014/main" id="{C8FC8678-9686-EA7E-783F-AF860925BD08}"/>
              </a:ext>
            </a:extLst>
          </p:cNvPr>
          <p:cNvCxnSpPr>
            <a:cxnSpLocks/>
          </p:cNvCxnSpPr>
          <p:nvPr/>
        </p:nvCxnSpPr>
        <p:spPr>
          <a:xfrm>
            <a:off x="5555898" y="1647952"/>
            <a:ext cx="0" cy="836407"/>
          </a:xfrm>
          <a:prstGeom prst="line">
            <a:avLst/>
          </a:prstGeom>
          <a:noFill/>
          <a:ln w="38100" cap="flat" cmpd="sng" algn="ctr">
            <a:solidFill>
              <a:srgbClr val="6363C8"/>
            </a:solidFill>
            <a:prstDash val="solid"/>
          </a:ln>
          <a:effectLst/>
        </p:spPr>
      </p:cxnSp>
      <p:cxnSp>
        <p:nvCxnSpPr>
          <p:cNvPr id="21" name="Straight Connector 20">
            <a:extLst>
              <a:ext uri="{FF2B5EF4-FFF2-40B4-BE49-F238E27FC236}">
                <a16:creationId xmlns:a16="http://schemas.microsoft.com/office/drawing/2014/main" id="{1A22BC32-AA89-EC57-17D1-E3E4453A8DAA}"/>
              </a:ext>
            </a:extLst>
          </p:cNvPr>
          <p:cNvCxnSpPr>
            <a:cxnSpLocks/>
          </p:cNvCxnSpPr>
          <p:nvPr/>
        </p:nvCxnSpPr>
        <p:spPr>
          <a:xfrm>
            <a:off x="5556722" y="2610497"/>
            <a:ext cx="0" cy="836407"/>
          </a:xfrm>
          <a:prstGeom prst="line">
            <a:avLst/>
          </a:prstGeom>
          <a:noFill/>
          <a:ln w="38100" cap="flat" cmpd="sng" algn="ctr">
            <a:solidFill>
              <a:srgbClr val="6363C8"/>
            </a:solidFill>
            <a:prstDash val="solid"/>
          </a:ln>
          <a:effectLst/>
        </p:spPr>
      </p:cxnSp>
      <p:cxnSp>
        <p:nvCxnSpPr>
          <p:cNvPr id="22" name="Straight Connector 21">
            <a:extLst>
              <a:ext uri="{FF2B5EF4-FFF2-40B4-BE49-F238E27FC236}">
                <a16:creationId xmlns:a16="http://schemas.microsoft.com/office/drawing/2014/main" id="{05DA0EEB-A165-60E7-CECB-F671E902C0A7}"/>
              </a:ext>
            </a:extLst>
          </p:cNvPr>
          <p:cNvCxnSpPr>
            <a:cxnSpLocks/>
          </p:cNvCxnSpPr>
          <p:nvPr/>
        </p:nvCxnSpPr>
        <p:spPr>
          <a:xfrm>
            <a:off x="5557544" y="3573044"/>
            <a:ext cx="0" cy="836407"/>
          </a:xfrm>
          <a:prstGeom prst="line">
            <a:avLst/>
          </a:prstGeom>
          <a:noFill/>
          <a:ln w="38100" cap="flat" cmpd="sng" algn="ctr">
            <a:solidFill>
              <a:srgbClr val="6363C8"/>
            </a:solidFill>
            <a:prstDash val="solid"/>
          </a:ln>
          <a:effectLst/>
        </p:spPr>
      </p:cxnSp>
      <p:cxnSp>
        <p:nvCxnSpPr>
          <p:cNvPr id="23" name="Straight Connector 22">
            <a:extLst>
              <a:ext uri="{FF2B5EF4-FFF2-40B4-BE49-F238E27FC236}">
                <a16:creationId xmlns:a16="http://schemas.microsoft.com/office/drawing/2014/main" id="{CF8A1527-EC4A-5678-CC05-9F2BF3F23EDF}"/>
              </a:ext>
            </a:extLst>
          </p:cNvPr>
          <p:cNvCxnSpPr>
            <a:cxnSpLocks/>
          </p:cNvCxnSpPr>
          <p:nvPr/>
        </p:nvCxnSpPr>
        <p:spPr>
          <a:xfrm>
            <a:off x="5558367" y="4535589"/>
            <a:ext cx="0" cy="836407"/>
          </a:xfrm>
          <a:prstGeom prst="line">
            <a:avLst/>
          </a:prstGeom>
          <a:noFill/>
          <a:ln w="38100" cap="flat" cmpd="sng" algn="ctr">
            <a:solidFill>
              <a:srgbClr val="6363C8"/>
            </a:solidFill>
            <a:prstDash val="solid"/>
          </a:ln>
          <a:effectLst/>
        </p:spPr>
      </p:cxnSp>
      <p:cxnSp>
        <p:nvCxnSpPr>
          <p:cNvPr id="24" name="Straight Connector 23">
            <a:extLst>
              <a:ext uri="{FF2B5EF4-FFF2-40B4-BE49-F238E27FC236}">
                <a16:creationId xmlns:a16="http://schemas.microsoft.com/office/drawing/2014/main" id="{91D713C5-CB2D-CF1C-B06A-9FC172FF7A27}"/>
              </a:ext>
            </a:extLst>
          </p:cNvPr>
          <p:cNvCxnSpPr>
            <a:cxnSpLocks/>
          </p:cNvCxnSpPr>
          <p:nvPr/>
        </p:nvCxnSpPr>
        <p:spPr>
          <a:xfrm>
            <a:off x="5559190" y="5498136"/>
            <a:ext cx="0" cy="836407"/>
          </a:xfrm>
          <a:prstGeom prst="line">
            <a:avLst/>
          </a:prstGeom>
          <a:noFill/>
          <a:ln w="38100" cap="flat" cmpd="sng" algn="ctr">
            <a:solidFill>
              <a:srgbClr val="6363C8"/>
            </a:solidFill>
            <a:prstDash val="solid"/>
          </a:ln>
          <a:effectLst/>
        </p:spPr>
      </p:cxnSp>
      <p:grpSp>
        <p:nvGrpSpPr>
          <p:cNvPr id="40" name="Group 39">
            <a:extLst>
              <a:ext uri="{FF2B5EF4-FFF2-40B4-BE49-F238E27FC236}">
                <a16:creationId xmlns:a16="http://schemas.microsoft.com/office/drawing/2014/main" id="{BE36C8D2-9119-8DC2-C076-DBC471D35768}"/>
              </a:ext>
            </a:extLst>
          </p:cNvPr>
          <p:cNvGrpSpPr/>
          <p:nvPr/>
        </p:nvGrpSpPr>
        <p:grpSpPr>
          <a:xfrm>
            <a:off x="6520548" y="1647952"/>
            <a:ext cx="4886018" cy="4706808"/>
            <a:chOff x="5971036" y="1647952"/>
            <a:chExt cx="5435530" cy="4706808"/>
          </a:xfrm>
        </p:grpSpPr>
        <p:sp>
          <p:nvSpPr>
            <p:cNvPr id="15" name="Rectangle 14">
              <a:extLst>
                <a:ext uri="{FF2B5EF4-FFF2-40B4-BE49-F238E27FC236}">
                  <a16:creationId xmlns:a16="http://schemas.microsoft.com/office/drawing/2014/main" id="{902C2FFC-F216-3F30-411F-AD1C22F8104D}"/>
                </a:ext>
              </a:extLst>
            </p:cNvPr>
            <p:cNvSpPr/>
            <p:nvPr/>
          </p:nvSpPr>
          <p:spPr>
            <a:xfrm>
              <a:off x="5971037" y="2610497"/>
              <a:ext cx="5435529" cy="836407"/>
            </a:xfrm>
            <a:prstGeom prst="rect">
              <a:avLst/>
            </a:prstGeom>
            <a:solidFill>
              <a:sysClr val="window" lastClr="FFFFFF"/>
            </a:solidFill>
            <a:ln w="25400" cap="flat" cmpd="sng" algn="ctr">
              <a:solidFill>
                <a:srgbClr val="007F62">
                  <a:alpha val="4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lumMod val="50000"/>
                    <a:lumOff val="50000"/>
                  </a:srgbClr>
                </a:solidFill>
                <a:effectLst/>
                <a:uLnTx/>
                <a:uFillTx/>
                <a:latin typeface="HelveticaNeueLT Std" panose="020B0604020202020204" pitchFamily="34" charset="0"/>
                <a:ea typeface="+mn-ea"/>
                <a:cs typeface="Arial" panose="020B0604020202020204" pitchFamily="34" charset="0"/>
              </a:endParaRPr>
            </a:p>
          </p:txBody>
        </p:sp>
        <p:sp>
          <p:nvSpPr>
            <p:cNvPr id="16" name="Rectangle 15">
              <a:extLst>
                <a:ext uri="{FF2B5EF4-FFF2-40B4-BE49-F238E27FC236}">
                  <a16:creationId xmlns:a16="http://schemas.microsoft.com/office/drawing/2014/main" id="{B8808E43-1294-F239-0554-D8194728117D}"/>
                </a:ext>
              </a:extLst>
            </p:cNvPr>
            <p:cNvSpPr/>
            <p:nvPr/>
          </p:nvSpPr>
          <p:spPr>
            <a:xfrm>
              <a:off x="5971037" y="1647952"/>
              <a:ext cx="5435529" cy="836407"/>
            </a:xfrm>
            <a:prstGeom prst="rect">
              <a:avLst/>
            </a:prstGeom>
            <a:solidFill>
              <a:sysClr val="window" lastClr="FFFFFF"/>
            </a:solidFill>
            <a:ln w="25400" cap="flat" cmpd="sng" algn="ctr">
              <a:solidFill>
                <a:srgbClr val="007F62">
                  <a:alpha val="40000"/>
                </a:srgbClr>
              </a:solidFill>
              <a:prstDash val="solid"/>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400" b="0" i="0" u="none" strike="noStrike" kern="0" cap="none" spc="0" normalizeH="0" baseline="0" noProof="0">
                <a:ln>
                  <a:noFill/>
                </a:ln>
                <a:solidFill>
                  <a:srgbClr val="000000">
                    <a:lumMod val="50000"/>
                    <a:lumOff val="50000"/>
                  </a:srgbClr>
                </a:solidFill>
                <a:effectLst/>
                <a:uLnTx/>
                <a:uFillTx/>
                <a:latin typeface="HelveticaNeueLT Std" panose="020B0604020202020204" pitchFamily="34" charset="0"/>
                <a:ea typeface="+mn-ea"/>
                <a:cs typeface="Arial" panose="020B0604020202020204" pitchFamily="34" charset="0"/>
              </a:endParaRPr>
            </a:p>
          </p:txBody>
        </p:sp>
        <p:sp>
          <p:nvSpPr>
            <p:cNvPr id="17" name="Rectangle 16">
              <a:extLst>
                <a:ext uri="{FF2B5EF4-FFF2-40B4-BE49-F238E27FC236}">
                  <a16:creationId xmlns:a16="http://schemas.microsoft.com/office/drawing/2014/main" id="{4BCE0E46-5122-20EC-7E54-B697E035AE5A}"/>
                </a:ext>
              </a:extLst>
            </p:cNvPr>
            <p:cNvSpPr/>
            <p:nvPr/>
          </p:nvSpPr>
          <p:spPr>
            <a:xfrm>
              <a:off x="5971037" y="3573044"/>
              <a:ext cx="5435529" cy="836407"/>
            </a:xfrm>
            <a:prstGeom prst="rect">
              <a:avLst/>
            </a:prstGeom>
            <a:solidFill>
              <a:sysClr val="window" lastClr="FFFFFF"/>
            </a:solidFill>
            <a:ln w="25400" cap="flat" cmpd="sng" algn="ctr">
              <a:solidFill>
                <a:srgbClr val="007F62">
                  <a:alpha val="4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srgbClr val="000000">
                    <a:lumMod val="50000"/>
                    <a:lumOff val="50000"/>
                  </a:srgbClr>
                </a:solidFill>
                <a:effectLst/>
                <a:uLnTx/>
                <a:uFillTx/>
                <a:latin typeface="HelveticaNeueLT Std" panose="020B0604020202020204" pitchFamily="34" charset="0"/>
                <a:ea typeface="+mn-ea"/>
                <a:cs typeface="Arial" panose="020B0604020202020204" pitchFamily="34" charset="0"/>
              </a:endParaRPr>
            </a:p>
          </p:txBody>
        </p:sp>
        <p:sp>
          <p:nvSpPr>
            <p:cNvPr id="18" name="Rectangle 17">
              <a:extLst>
                <a:ext uri="{FF2B5EF4-FFF2-40B4-BE49-F238E27FC236}">
                  <a16:creationId xmlns:a16="http://schemas.microsoft.com/office/drawing/2014/main" id="{5B404E9F-8CC1-C08F-C82E-3C288264B095}"/>
                </a:ext>
              </a:extLst>
            </p:cNvPr>
            <p:cNvSpPr/>
            <p:nvPr/>
          </p:nvSpPr>
          <p:spPr>
            <a:xfrm>
              <a:off x="5971037" y="4535589"/>
              <a:ext cx="5435529" cy="836407"/>
            </a:xfrm>
            <a:prstGeom prst="rect">
              <a:avLst/>
            </a:prstGeom>
            <a:solidFill>
              <a:sysClr val="window" lastClr="FFFFFF"/>
            </a:solidFill>
            <a:ln w="25400" cap="flat" cmpd="sng" algn="ctr">
              <a:solidFill>
                <a:srgbClr val="007F62">
                  <a:alpha val="4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lumMod val="50000"/>
                    <a:lumOff val="50000"/>
                  </a:srgbClr>
                </a:solidFill>
                <a:effectLst/>
                <a:uLnTx/>
                <a:uFillTx/>
                <a:latin typeface="HelveticaNeueLT Std" panose="020B0604020202020204" pitchFamily="34" charset="0"/>
                <a:ea typeface="+mn-ea"/>
                <a:cs typeface="Arial" panose="020B0604020202020204" pitchFamily="34" charset="0"/>
              </a:endParaRPr>
            </a:p>
          </p:txBody>
        </p:sp>
        <p:sp>
          <p:nvSpPr>
            <p:cNvPr id="19" name="Rectangle 18">
              <a:extLst>
                <a:ext uri="{FF2B5EF4-FFF2-40B4-BE49-F238E27FC236}">
                  <a16:creationId xmlns:a16="http://schemas.microsoft.com/office/drawing/2014/main" id="{910504A5-F75C-0E68-FBBD-9A1A1936249F}"/>
                </a:ext>
              </a:extLst>
            </p:cNvPr>
            <p:cNvSpPr/>
            <p:nvPr/>
          </p:nvSpPr>
          <p:spPr>
            <a:xfrm>
              <a:off x="5971037" y="5498133"/>
              <a:ext cx="5435529" cy="836407"/>
            </a:xfrm>
            <a:prstGeom prst="rect">
              <a:avLst/>
            </a:prstGeom>
            <a:solidFill>
              <a:sysClr val="window" lastClr="FFFFFF"/>
            </a:solidFill>
            <a:ln w="25400" cap="flat" cmpd="sng" algn="ctr">
              <a:solidFill>
                <a:srgbClr val="007F62">
                  <a:alpha val="4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srgbClr val="000000">
                    <a:lumMod val="50000"/>
                    <a:lumOff val="50000"/>
                  </a:srgbClr>
                </a:solidFill>
                <a:effectLst/>
                <a:uLnTx/>
                <a:uFillTx/>
                <a:latin typeface="HelveticaNeueLT Std" panose="020B0604020202020204" pitchFamily="34" charset="0"/>
                <a:ea typeface="+mn-ea"/>
                <a:cs typeface="Arial" panose="020B0604020202020204" pitchFamily="34" charset="0"/>
              </a:endParaRPr>
            </a:p>
          </p:txBody>
        </p:sp>
        <p:cxnSp>
          <p:nvCxnSpPr>
            <p:cNvPr id="25" name="Straight Connector 24">
              <a:extLst>
                <a:ext uri="{FF2B5EF4-FFF2-40B4-BE49-F238E27FC236}">
                  <a16:creationId xmlns:a16="http://schemas.microsoft.com/office/drawing/2014/main" id="{477B6C8C-A90F-2DBC-2AF8-CE42B4B2A250}"/>
                </a:ext>
              </a:extLst>
            </p:cNvPr>
            <p:cNvCxnSpPr/>
            <p:nvPr/>
          </p:nvCxnSpPr>
          <p:spPr>
            <a:xfrm>
              <a:off x="5971036" y="1668169"/>
              <a:ext cx="0" cy="836407"/>
            </a:xfrm>
            <a:prstGeom prst="line">
              <a:avLst/>
            </a:prstGeom>
            <a:noFill/>
            <a:ln w="38100" cap="flat" cmpd="sng" algn="ctr">
              <a:solidFill>
                <a:srgbClr val="007F62"/>
              </a:solidFill>
              <a:prstDash val="solid"/>
            </a:ln>
            <a:effectLst/>
          </p:spPr>
        </p:cxnSp>
        <p:cxnSp>
          <p:nvCxnSpPr>
            <p:cNvPr id="26" name="Straight Connector 25">
              <a:extLst>
                <a:ext uri="{FF2B5EF4-FFF2-40B4-BE49-F238E27FC236}">
                  <a16:creationId xmlns:a16="http://schemas.microsoft.com/office/drawing/2014/main" id="{D4D1F133-6276-1777-836F-74D4FC22E2BD}"/>
                </a:ext>
              </a:extLst>
            </p:cNvPr>
            <p:cNvCxnSpPr/>
            <p:nvPr/>
          </p:nvCxnSpPr>
          <p:spPr>
            <a:xfrm>
              <a:off x="5971859" y="2630715"/>
              <a:ext cx="0" cy="836407"/>
            </a:xfrm>
            <a:prstGeom prst="line">
              <a:avLst/>
            </a:prstGeom>
            <a:noFill/>
            <a:ln w="38100" cap="flat" cmpd="sng" algn="ctr">
              <a:solidFill>
                <a:srgbClr val="007F62"/>
              </a:solidFill>
              <a:prstDash val="solid"/>
            </a:ln>
            <a:effectLst/>
          </p:spPr>
        </p:cxnSp>
        <p:cxnSp>
          <p:nvCxnSpPr>
            <p:cNvPr id="27" name="Straight Connector 26">
              <a:extLst>
                <a:ext uri="{FF2B5EF4-FFF2-40B4-BE49-F238E27FC236}">
                  <a16:creationId xmlns:a16="http://schemas.microsoft.com/office/drawing/2014/main" id="{BE25502B-9549-3E90-355A-277858AD1B3B}"/>
                </a:ext>
              </a:extLst>
            </p:cNvPr>
            <p:cNvCxnSpPr/>
            <p:nvPr/>
          </p:nvCxnSpPr>
          <p:spPr>
            <a:xfrm>
              <a:off x="5972683" y="3593261"/>
              <a:ext cx="0" cy="836407"/>
            </a:xfrm>
            <a:prstGeom prst="line">
              <a:avLst/>
            </a:prstGeom>
            <a:noFill/>
            <a:ln w="38100" cap="flat" cmpd="sng" algn="ctr">
              <a:solidFill>
                <a:srgbClr val="007F62"/>
              </a:solidFill>
              <a:prstDash val="solid"/>
            </a:ln>
            <a:effectLst/>
          </p:spPr>
        </p:cxnSp>
        <p:cxnSp>
          <p:nvCxnSpPr>
            <p:cNvPr id="28" name="Straight Connector 27">
              <a:extLst>
                <a:ext uri="{FF2B5EF4-FFF2-40B4-BE49-F238E27FC236}">
                  <a16:creationId xmlns:a16="http://schemas.microsoft.com/office/drawing/2014/main" id="{34C4175F-2659-8F13-8F60-C1712980AC7D}"/>
                </a:ext>
              </a:extLst>
            </p:cNvPr>
            <p:cNvCxnSpPr/>
            <p:nvPr/>
          </p:nvCxnSpPr>
          <p:spPr>
            <a:xfrm>
              <a:off x="5973505" y="4555807"/>
              <a:ext cx="0" cy="836407"/>
            </a:xfrm>
            <a:prstGeom prst="line">
              <a:avLst/>
            </a:prstGeom>
            <a:noFill/>
            <a:ln w="38100" cap="flat" cmpd="sng" algn="ctr">
              <a:solidFill>
                <a:srgbClr val="007F62"/>
              </a:solidFill>
              <a:prstDash val="solid"/>
            </a:ln>
            <a:effectLst/>
          </p:spPr>
        </p:cxnSp>
        <p:cxnSp>
          <p:nvCxnSpPr>
            <p:cNvPr id="29" name="Straight Connector 28">
              <a:extLst>
                <a:ext uri="{FF2B5EF4-FFF2-40B4-BE49-F238E27FC236}">
                  <a16:creationId xmlns:a16="http://schemas.microsoft.com/office/drawing/2014/main" id="{B316F07D-C95E-9410-C056-15A43FCEFB0E}"/>
                </a:ext>
              </a:extLst>
            </p:cNvPr>
            <p:cNvCxnSpPr/>
            <p:nvPr/>
          </p:nvCxnSpPr>
          <p:spPr>
            <a:xfrm>
              <a:off x="5974328" y="5518353"/>
              <a:ext cx="0" cy="836407"/>
            </a:xfrm>
            <a:prstGeom prst="line">
              <a:avLst/>
            </a:prstGeom>
            <a:noFill/>
            <a:ln w="38100" cap="flat" cmpd="sng" algn="ctr">
              <a:solidFill>
                <a:srgbClr val="007F62"/>
              </a:solidFill>
              <a:prstDash val="solid"/>
            </a:ln>
            <a:effectLst/>
          </p:spPr>
        </p:cxnSp>
      </p:grpSp>
      <p:cxnSp>
        <p:nvCxnSpPr>
          <p:cNvPr id="30" name="Straight Connector 29">
            <a:extLst>
              <a:ext uri="{FF2B5EF4-FFF2-40B4-BE49-F238E27FC236}">
                <a16:creationId xmlns:a16="http://schemas.microsoft.com/office/drawing/2014/main" id="{D7A59365-9EDB-559D-264A-0C1493D645E5}"/>
              </a:ext>
            </a:extLst>
          </p:cNvPr>
          <p:cNvCxnSpPr/>
          <p:nvPr/>
        </p:nvCxnSpPr>
        <p:spPr>
          <a:xfrm>
            <a:off x="5722988" y="2095000"/>
            <a:ext cx="456113" cy="0"/>
          </a:xfrm>
          <a:prstGeom prst="line">
            <a:avLst/>
          </a:prstGeom>
          <a:noFill/>
          <a:ln w="9525" cap="flat" cmpd="sng" algn="ctr">
            <a:solidFill>
              <a:srgbClr val="71758A"/>
            </a:solidFill>
            <a:prstDash val="solid"/>
            <a:headEnd type="oval" w="med" len="med"/>
            <a:tailEnd type="oval" w="med" len="med"/>
          </a:ln>
          <a:effectLst/>
        </p:spPr>
      </p:cxnSp>
      <p:cxnSp>
        <p:nvCxnSpPr>
          <p:cNvPr id="31" name="Straight Connector 30">
            <a:extLst>
              <a:ext uri="{FF2B5EF4-FFF2-40B4-BE49-F238E27FC236}">
                <a16:creationId xmlns:a16="http://schemas.microsoft.com/office/drawing/2014/main" id="{C3D42E77-9D94-402E-B383-FDDB1109A9DF}"/>
              </a:ext>
            </a:extLst>
          </p:cNvPr>
          <p:cNvCxnSpPr/>
          <p:nvPr/>
        </p:nvCxnSpPr>
        <p:spPr>
          <a:xfrm>
            <a:off x="5722988" y="3041151"/>
            <a:ext cx="456113" cy="0"/>
          </a:xfrm>
          <a:prstGeom prst="line">
            <a:avLst/>
          </a:prstGeom>
          <a:noFill/>
          <a:ln w="9525" cap="flat" cmpd="sng" algn="ctr">
            <a:solidFill>
              <a:srgbClr val="71758A"/>
            </a:solidFill>
            <a:prstDash val="solid"/>
            <a:headEnd type="oval" w="med" len="med"/>
            <a:tailEnd type="oval" w="med" len="med"/>
          </a:ln>
          <a:effectLst/>
        </p:spPr>
      </p:cxnSp>
      <p:cxnSp>
        <p:nvCxnSpPr>
          <p:cNvPr id="32" name="Straight Connector 31">
            <a:extLst>
              <a:ext uri="{FF2B5EF4-FFF2-40B4-BE49-F238E27FC236}">
                <a16:creationId xmlns:a16="http://schemas.microsoft.com/office/drawing/2014/main" id="{F7EA761A-618B-4B84-AB60-FCA96D16A331}"/>
              </a:ext>
            </a:extLst>
          </p:cNvPr>
          <p:cNvCxnSpPr/>
          <p:nvPr/>
        </p:nvCxnSpPr>
        <p:spPr>
          <a:xfrm>
            <a:off x="5722988" y="3987300"/>
            <a:ext cx="456113" cy="0"/>
          </a:xfrm>
          <a:prstGeom prst="line">
            <a:avLst/>
          </a:prstGeom>
          <a:noFill/>
          <a:ln w="9525" cap="flat" cmpd="sng" algn="ctr">
            <a:solidFill>
              <a:srgbClr val="71758A"/>
            </a:solidFill>
            <a:prstDash val="solid"/>
            <a:headEnd type="oval" w="med" len="med"/>
            <a:tailEnd type="oval" w="med" len="med"/>
          </a:ln>
          <a:effectLst/>
        </p:spPr>
      </p:cxnSp>
      <p:cxnSp>
        <p:nvCxnSpPr>
          <p:cNvPr id="33" name="Straight Connector 32">
            <a:extLst>
              <a:ext uri="{FF2B5EF4-FFF2-40B4-BE49-F238E27FC236}">
                <a16:creationId xmlns:a16="http://schemas.microsoft.com/office/drawing/2014/main" id="{8E06EA1E-7BDE-76E7-F3B7-1497113B4191}"/>
              </a:ext>
            </a:extLst>
          </p:cNvPr>
          <p:cNvCxnSpPr/>
          <p:nvPr/>
        </p:nvCxnSpPr>
        <p:spPr>
          <a:xfrm>
            <a:off x="5722988" y="4933451"/>
            <a:ext cx="456113" cy="0"/>
          </a:xfrm>
          <a:prstGeom prst="line">
            <a:avLst/>
          </a:prstGeom>
          <a:noFill/>
          <a:ln w="9525" cap="flat" cmpd="sng" algn="ctr">
            <a:solidFill>
              <a:srgbClr val="71758A"/>
            </a:solidFill>
            <a:prstDash val="solid"/>
            <a:headEnd type="oval" w="med" len="med"/>
            <a:tailEnd type="oval" w="med" len="med"/>
          </a:ln>
          <a:effectLst/>
        </p:spPr>
      </p:cxnSp>
      <p:cxnSp>
        <p:nvCxnSpPr>
          <p:cNvPr id="34" name="Straight Connector 33">
            <a:extLst>
              <a:ext uri="{FF2B5EF4-FFF2-40B4-BE49-F238E27FC236}">
                <a16:creationId xmlns:a16="http://schemas.microsoft.com/office/drawing/2014/main" id="{A5AA3DE1-EE54-8A08-C72A-165EB9E25845}"/>
              </a:ext>
            </a:extLst>
          </p:cNvPr>
          <p:cNvCxnSpPr/>
          <p:nvPr/>
        </p:nvCxnSpPr>
        <p:spPr>
          <a:xfrm>
            <a:off x="5722988" y="5879600"/>
            <a:ext cx="456113" cy="0"/>
          </a:xfrm>
          <a:prstGeom prst="line">
            <a:avLst/>
          </a:prstGeom>
          <a:noFill/>
          <a:ln w="9525" cap="flat" cmpd="sng" algn="ctr">
            <a:solidFill>
              <a:srgbClr val="71758A"/>
            </a:solidFill>
            <a:prstDash val="solid"/>
            <a:headEnd type="oval" w="med" len="med"/>
            <a:tailEnd type="oval" w="med" len="med"/>
          </a:ln>
          <a:effectLst/>
        </p:spPr>
      </p:cxnSp>
      <p:sp>
        <p:nvSpPr>
          <p:cNvPr id="48" name="Rectangle 47">
            <a:extLst>
              <a:ext uri="{FF2B5EF4-FFF2-40B4-BE49-F238E27FC236}">
                <a16:creationId xmlns:a16="http://schemas.microsoft.com/office/drawing/2014/main" id="{86E1C961-2B0A-4968-45EA-D5C5E387B349}"/>
              </a:ext>
            </a:extLst>
          </p:cNvPr>
          <p:cNvSpPr/>
          <p:nvPr/>
        </p:nvSpPr>
        <p:spPr>
          <a:xfrm>
            <a:off x="2186580" y="1071271"/>
            <a:ext cx="3369318" cy="491932"/>
          </a:xfrm>
          <a:prstGeom prst="rect">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ptos"/>
              <a:ea typeface="+mn-ea"/>
              <a:cs typeface="+mn-cs"/>
            </a:endParaRPr>
          </a:p>
        </p:txBody>
      </p:sp>
      <p:sp>
        <p:nvSpPr>
          <p:cNvPr id="49" name="Rectangle 48">
            <a:extLst>
              <a:ext uri="{FF2B5EF4-FFF2-40B4-BE49-F238E27FC236}">
                <a16:creationId xmlns:a16="http://schemas.microsoft.com/office/drawing/2014/main" id="{256BB1F6-3D22-C15F-A0BE-FCE4D056480A}"/>
              </a:ext>
            </a:extLst>
          </p:cNvPr>
          <p:cNvSpPr/>
          <p:nvPr/>
        </p:nvSpPr>
        <p:spPr>
          <a:xfrm>
            <a:off x="6520548" y="1044539"/>
            <a:ext cx="4886018" cy="491932"/>
          </a:xfrm>
          <a:prstGeom prst="rect">
            <a:avLst/>
          </a:prstGeom>
          <a:solidFill>
            <a:schemeClr val="accent1"/>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ptos"/>
              <a:ea typeface="+mn-ea"/>
              <a:cs typeface="+mn-cs"/>
            </a:endParaRPr>
          </a:p>
        </p:txBody>
      </p:sp>
      <p:sp>
        <p:nvSpPr>
          <p:cNvPr id="50" name="Rectangle 49">
            <a:extLst>
              <a:ext uri="{FF2B5EF4-FFF2-40B4-BE49-F238E27FC236}">
                <a16:creationId xmlns:a16="http://schemas.microsoft.com/office/drawing/2014/main" id="{396BF6D0-5D65-1A17-09D4-F5BAB5DF10A1}"/>
              </a:ext>
            </a:extLst>
          </p:cNvPr>
          <p:cNvSpPr/>
          <p:nvPr/>
        </p:nvSpPr>
        <p:spPr>
          <a:xfrm>
            <a:off x="687874" y="1807824"/>
            <a:ext cx="1415161" cy="516661"/>
          </a:xfrm>
          <a:prstGeom prst="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ptos"/>
              <a:ea typeface="+mn-ea"/>
              <a:cs typeface="+mn-cs"/>
            </a:endParaRPr>
          </a:p>
        </p:txBody>
      </p:sp>
      <p:sp>
        <p:nvSpPr>
          <p:cNvPr id="51" name="Rectangle 50">
            <a:extLst>
              <a:ext uri="{FF2B5EF4-FFF2-40B4-BE49-F238E27FC236}">
                <a16:creationId xmlns:a16="http://schemas.microsoft.com/office/drawing/2014/main" id="{90EE2349-215D-8D11-80C8-3BD7C4CA4E09}"/>
              </a:ext>
            </a:extLst>
          </p:cNvPr>
          <p:cNvSpPr/>
          <p:nvPr/>
        </p:nvSpPr>
        <p:spPr>
          <a:xfrm>
            <a:off x="687874" y="2790587"/>
            <a:ext cx="1415161" cy="516661"/>
          </a:xfrm>
          <a:prstGeom prst="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ptos"/>
              <a:ea typeface="+mn-ea"/>
              <a:cs typeface="+mn-cs"/>
            </a:endParaRPr>
          </a:p>
        </p:txBody>
      </p:sp>
      <p:sp>
        <p:nvSpPr>
          <p:cNvPr id="52" name="Rectangle 51">
            <a:extLst>
              <a:ext uri="{FF2B5EF4-FFF2-40B4-BE49-F238E27FC236}">
                <a16:creationId xmlns:a16="http://schemas.microsoft.com/office/drawing/2014/main" id="{8665BF5C-6709-C38A-5FD7-CF7763D8CBD5}"/>
              </a:ext>
            </a:extLst>
          </p:cNvPr>
          <p:cNvSpPr/>
          <p:nvPr/>
        </p:nvSpPr>
        <p:spPr>
          <a:xfrm>
            <a:off x="673007" y="3720516"/>
            <a:ext cx="1415161" cy="516661"/>
          </a:xfrm>
          <a:prstGeom prst="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ptos"/>
              <a:ea typeface="+mn-ea"/>
              <a:cs typeface="+mn-cs"/>
            </a:endParaRPr>
          </a:p>
        </p:txBody>
      </p:sp>
      <p:sp>
        <p:nvSpPr>
          <p:cNvPr id="53" name="Rectangle 52">
            <a:extLst>
              <a:ext uri="{FF2B5EF4-FFF2-40B4-BE49-F238E27FC236}">
                <a16:creationId xmlns:a16="http://schemas.microsoft.com/office/drawing/2014/main" id="{6A8153D9-7724-338D-6F73-D82FFBBBC4CC}"/>
              </a:ext>
            </a:extLst>
          </p:cNvPr>
          <p:cNvSpPr/>
          <p:nvPr/>
        </p:nvSpPr>
        <p:spPr>
          <a:xfrm>
            <a:off x="687874" y="4715679"/>
            <a:ext cx="1415161" cy="516661"/>
          </a:xfrm>
          <a:prstGeom prst="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ptos"/>
              <a:ea typeface="+mn-ea"/>
              <a:cs typeface="+mn-cs"/>
            </a:endParaRPr>
          </a:p>
        </p:txBody>
      </p:sp>
      <p:sp>
        <p:nvSpPr>
          <p:cNvPr id="54" name="Rectangle 53">
            <a:extLst>
              <a:ext uri="{FF2B5EF4-FFF2-40B4-BE49-F238E27FC236}">
                <a16:creationId xmlns:a16="http://schemas.microsoft.com/office/drawing/2014/main" id="{055F9CB8-0F99-8954-91BF-0223B5A8C460}"/>
              </a:ext>
            </a:extLst>
          </p:cNvPr>
          <p:cNvSpPr/>
          <p:nvPr/>
        </p:nvSpPr>
        <p:spPr>
          <a:xfrm>
            <a:off x="673007" y="5621269"/>
            <a:ext cx="1415161" cy="516661"/>
          </a:xfrm>
          <a:prstGeom prst="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ptos"/>
              <a:ea typeface="+mn-ea"/>
              <a:cs typeface="+mn-cs"/>
            </a:endParaRPr>
          </a:p>
        </p:txBody>
      </p:sp>
      <p:sp>
        <p:nvSpPr>
          <p:cNvPr id="55" name="TextBox 54">
            <a:extLst>
              <a:ext uri="{FF2B5EF4-FFF2-40B4-BE49-F238E27FC236}">
                <a16:creationId xmlns:a16="http://schemas.microsoft.com/office/drawing/2014/main" id="{C141871C-9BEF-A0C9-1380-EE09C61CF332}"/>
              </a:ext>
            </a:extLst>
          </p:cNvPr>
          <p:cNvSpPr txBox="1"/>
          <p:nvPr/>
        </p:nvSpPr>
        <p:spPr>
          <a:xfrm>
            <a:off x="733920" y="1789155"/>
            <a:ext cx="1349610" cy="553998"/>
          </a:xfrm>
          <a:prstGeom prst="rect">
            <a:avLst/>
          </a:prstGeom>
          <a:noFill/>
        </p:spPr>
        <p:txBody>
          <a:bodyPr wrap="square">
            <a:spAutoFit/>
          </a:bodyPr>
          <a:lstStyle/>
          <a:p>
            <a:pPr lvl="0">
              <a:defRPr/>
            </a:pPr>
            <a:r>
              <a:rPr lang="en-IN" sz="1000" dirty="0">
                <a:solidFill>
                  <a:schemeClr val="bg1"/>
                </a:solidFill>
                <a:latin typeface="Verdana" panose="020B0604030504040204" pitchFamily="34" charset="0"/>
                <a:ea typeface="Verdana" panose="020B0604030504040204" pitchFamily="34" charset="0"/>
              </a:rPr>
              <a:t>Execute Functional Test Cases for stories</a:t>
            </a:r>
            <a:endParaRPr kumimoji="0" lang="en-IN" sz="1000" b="0" i="0" u="none" strike="noStrike" kern="120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endParaRPr>
          </a:p>
        </p:txBody>
      </p:sp>
      <p:sp>
        <p:nvSpPr>
          <p:cNvPr id="56" name="TextBox 55">
            <a:extLst>
              <a:ext uri="{FF2B5EF4-FFF2-40B4-BE49-F238E27FC236}">
                <a16:creationId xmlns:a16="http://schemas.microsoft.com/office/drawing/2014/main" id="{4878859E-2920-0190-79F1-53512677DEBB}"/>
              </a:ext>
            </a:extLst>
          </p:cNvPr>
          <p:cNvSpPr txBox="1"/>
          <p:nvPr/>
        </p:nvSpPr>
        <p:spPr>
          <a:xfrm>
            <a:off x="705782" y="2925806"/>
            <a:ext cx="1349610" cy="246221"/>
          </a:xfrm>
          <a:prstGeom prst="rect">
            <a:avLst/>
          </a:prstGeom>
          <a:noFill/>
        </p:spPr>
        <p:txBody>
          <a:bodyPr wrap="square">
            <a:spAutoFit/>
          </a:bodyPr>
          <a:lstStyle/>
          <a:p>
            <a:pPr lvl="0">
              <a:defRPr/>
            </a:pPr>
            <a:r>
              <a:rPr lang="en-IN" sz="1000" dirty="0">
                <a:solidFill>
                  <a:schemeClr val="bg1"/>
                </a:solidFill>
                <a:latin typeface="Verdana" panose="020B0604030504040204" pitchFamily="34" charset="0"/>
                <a:ea typeface="Verdana" panose="020B0604030504040204" pitchFamily="34" charset="0"/>
              </a:rPr>
              <a:t>Track Defects</a:t>
            </a:r>
            <a:endParaRPr kumimoji="0" lang="en-IN" sz="1000" b="0" i="0" u="none" strike="noStrike" kern="120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endParaRPr>
          </a:p>
        </p:txBody>
      </p:sp>
      <p:sp>
        <p:nvSpPr>
          <p:cNvPr id="57" name="TextBox 56">
            <a:extLst>
              <a:ext uri="{FF2B5EF4-FFF2-40B4-BE49-F238E27FC236}">
                <a16:creationId xmlns:a16="http://schemas.microsoft.com/office/drawing/2014/main" id="{12B15227-F10D-77DF-A87C-0146CF89D6B0}"/>
              </a:ext>
            </a:extLst>
          </p:cNvPr>
          <p:cNvSpPr txBox="1"/>
          <p:nvPr/>
        </p:nvSpPr>
        <p:spPr>
          <a:xfrm>
            <a:off x="738558" y="3864189"/>
            <a:ext cx="1349610" cy="246221"/>
          </a:xfrm>
          <a:prstGeom prst="rect">
            <a:avLst/>
          </a:prstGeom>
          <a:noFill/>
        </p:spPr>
        <p:txBody>
          <a:bodyPr wrap="square">
            <a:spAutoFit/>
          </a:bodyPr>
          <a:lstStyle/>
          <a:p>
            <a:pPr lvl="0">
              <a:defRPr/>
            </a:pPr>
            <a:r>
              <a:rPr lang="en-IN" sz="1000" dirty="0">
                <a:solidFill>
                  <a:schemeClr val="bg1"/>
                </a:solidFill>
                <a:latin typeface="Verdana" panose="020B0604030504040204" pitchFamily="34" charset="0"/>
                <a:ea typeface="Verdana" panose="020B0604030504040204" pitchFamily="34" charset="0"/>
              </a:rPr>
              <a:t>Defect Retests</a:t>
            </a:r>
            <a:endParaRPr kumimoji="0" lang="en-IN" sz="1000" b="0" i="0" u="none" strike="noStrike" kern="120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endParaRPr>
          </a:p>
        </p:txBody>
      </p:sp>
      <p:sp>
        <p:nvSpPr>
          <p:cNvPr id="58" name="TextBox 57">
            <a:extLst>
              <a:ext uri="{FF2B5EF4-FFF2-40B4-BE49-F238E27FC236}">
                <a16:creationId xmlns:a16="http://schemas.microsoft.com/office/drawing/2014/main" id="{5BD25B77-C2AD-3A06-8B83-EDBBB28F4284}"/>
              </a:ext>
            </a:extLst>
          </p:cNvPr>
          <p:cNvSpPr txBox="1"/>
          <p:nvPr/>
        </p:nvSpPr>
        <p:spPr>
          <a:xfrm>
            <a:off x="755643" y="4783589"/>
            <a:ext cx="1349610" cy="400110"/>
          </a:xfrm>
          <a:prstGeom prst="rect">
            <a:avLst/>
          </a:prstGeom>
          <a:noFill/>
        </p:spPr>
        <p:txBody>
          <a:bodyPr wrap="square">
            <a:spAutoFit/>
          </a:bodyPr>
          <a:lstStyle/>
          <a:p>
            <a:pPr lvl="0">
              <a:defRPr/>
            </a:pPr>
            <a:r>
              <a:rPr lang="en-IN" sz="1000" dirty="0">
                <a:solidFill>
                  <a:schemeClr val="bg1"/>
                </a:solidFill>
                <a:latin typeface="Verdana" panose="020B0604030504040204" pitchFamily="34" charset="0"/>
                <a:ea typeface="Verdana" panose="020B0604030504040204" pitchFamily="34" charset="0"/>
              </a:rPr>
              <a:t>Execute Dynamic Security Testing</a:t>
            </a:r>
            <a:endParaRPr kumimoji="0" lang="en-IN" sz="1000" b="0" i="0" u="none" strike="noStrike" kern="120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endParaRPr>
          </a:p>
        </p:txBody>
      </p:sp>
      <p:sp>
        <p:nvSpPr>
          <p:cNvPr id="59" name="TextBox 58">
            <a:extLst>
              <a:ext uri="{FF2B5EF4-FFF2-40B4-BE49-F238E27FC236}">
                <a16:creationId xmlns:a16="http://schemas.microsoft.com/office/drawing/2014/main" id="{F9BB9818-0543-88D9-6D0F-4F5E224EDD89}"/>
              </a:ext>
            </a:extLst>
          </p:cNvPr>
          <p:cNvSpPr txBox="1"/>
          <p:nvPr/>
        </p:nvSpPr>
        <p:spPr>
          <a:xfrm>
            <a:off x="733920" y="5756488"/>
            <a:ext cx="1349610" cy="400110"/>
          </a:xfrm>
          <a:prstGeom prst="rect">
            <a:avLst/>
          </a:prstGeom>
          <a:noFill/>
        </p:spPr>
        <p:txBody>
          <a:bodyPr wrap="square">
            <a:spAutoFit/>
          </a:bodyPr>
          <a:lstStyle/>
          <a:p>
            <a:pPr lvl="0">
              <a:defRPr/>
            </a:pPr>
            <a:r>
              <a:rPr lang="en-IN" sz="1000" dirty="0">
                <a:solidFill>
                  <a:schemeClr val="bg1"/>
                </a:solidFill>
                <a:latin typeface="Verdana" panose="020B0604030504040204" pitchFamily="34" charset="0"/>
                <a:ea typeface="Verdana" panose="020B0604030504040204" pitchFamily="34" charset="0"/>
              </a:rPr>
              <a:t>Security Testing sign off</a:t>
            </a:r>
            <a:endParaRPr kumimoji="0" lang="en-IN" sz="1000" b="0" i="0" u="none" strike="noStrike" kern="120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endParaRPr>
          </a:p>
        </p:txBody>
      </p:sp>
      <p:sp>
        <p:nvSpPr>
          <p:cNvPr id="60" name="TextBox 59">
            <a:extLst>
              <a:ext uri="{FF2B5EF4-FFF2-40B4-BE49-F238E27FC236}">
                <a16:creationId xmlns:a16="http://schemas.microsoft.com/office/drawing/2014/main" id="{3F789D9D-E19D-24B1-3293-8A5412A9ECD0}"/>
              </a:ext>
            </a:extLst>
          </p:cNvPr>
          <p:cNvSpPr txBox="1"/>
          <p:nvPr/>
        </p:nvSpPr>
        <p:spPr>
          <a:xfrm>
            <a:off x="2186580" y="1136361"/>
            <a:ext cx="3369317" cy="400110"/>
          </a:xfrm>
          <a:prstGeom prst="rect">
            <a:avLst/>
          </a:prstGeom>
          <a:no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rPr>
              <a:t>Task</a:t>
            </a:r>
          </a:p>
        </p:txBody>
      </p:sp>
      <p:sp>
        <p:nvSpPr>
          <p:cNvPr id="61" name="TextBox 60">
            <a:extLst>
              <a:ext uri="{FF2B5EF4-FFF2-40B4-BE49-F238E27FC236}">
                <a16:creationId xmlns:a16="http://schemas.microsoft.com/office/drawing/2014/main" id="{0406A76E-2894-269A-447C-874F0EC7D072}"/>
              </a:ext>
            </a:extLst>
          </p:cNvPr>
          <p:cNvSpPr txBox="1"/>
          <p:nvPr/>
        </p:nvSpPr>
        <p:spPr>
          <a:xfrm>
            <a:off x="7278898" y="1090450"/>
            <a:ext cx="3369317" cy="400110"/>
          </a:xfrm>
          <a:prstGeom prst="rect">
            <a:avLst/>
          </a:prstGeom>
          <a:no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rPr>
              <a:t>Agentic AI Task</a:t>
            </a:r>
          </a:p>
        </p:txBody>
      </p:sp>
      <p:sp>
        <p:nvSpPr>
          <p:cNvPr id="63" name="TextBox 62">
            <a:extLst>
              <a:ext uri="{FF2B5EF4-FFF2-40B4-BE49-F238E27FC236}">
                <a16:creationId xmlns:a16="http://schemas.microsoft.com/office/drawing/2014/main" id="{3C65A18B-E491-8EF3-3B00-68D77452F1CB}"/>
              </a:ext>
            </a:extLst>
          </p:cNvPr>
          <p:cNvSpPr txBox="1"/>
          <p:nvPr/>
        </p:nvSpPr>
        <p:spPr>
          <a:xfrm>
            <a:off x="6520548" y="1668169"/>
            <a:ext cx="4886012" cy="553998"/>
          </a:xfrm>
          <a:prstGeom prst="rect">
            <a:avLst/>
          </a:prstGeom>
          <a:noFill/>
        </p:spPr>
        <p:txBody>
          <a:bodyPr wrap="square">
            <a:spAutoFit/>
          </a:bodyPr>
          <a:lstStyle/>
          <a:p>
            <a:pPr lvl="0">
              <a:defRPr/>
            </a:pPr>
            <a:r>
              <a:rPr lang="en-IN" sz="1000" dirty="0">
                <a:latin typeface="Verdana" panose="020B0604030504040204" pitchFamily="34" charset="0"/>
                <a:ea typeface="Verdana" panose="020B0604030504040204" pitchFamily="34" charset="0"/>
              </a:rPr>
              <a:t>Run AI model tests with defined test datasets</a:t>
            </a:r>
            <a:br>
              <a:rPr lang="en-IN" sz="1000" dirty="0">
                <a:latin typeface="Verdana" panose="020B0604030504040204" pitchFamily="34" charset="0"/>
                <a:ea typeface="Verdana" panose="020B0604030504040204" pitchFamily="34" charset="0"/>
              </a:rPr>
            </a:br>
            <a:r>
              <a:rPr lang="en-IN" sz="1000" dirty="0">
                <a:latin typeface="Verdana" panose="020B0604030504040204" pitchFamily="34" charset="0"/>
                <a:ea typeface="Verdana" panose="020B0604030504040204" pitchFamily="34" charset="0"/>
              </a:rPr>
              <a:t>Auto-validate feature flags, model predictions</a:t>
            </a:r>
            <a:br>
              <a:rPr lang="en-IN" sz="1000" dirty="0">
                <a:latin typeface="Verdana" panose="020B0604030504040204" pitchFamily="34" charset="0"/>
                <a:ea typeface="Verdana" panose="020B0604030504040204" pitchFamily="34" charset="0"/>
              </a:rPr>
            </a:br>
            <a:r>
              <a:rPr lang="en-IN" sz="1000" dirty="0">
                <a:latin typeface="Verdana" panose="020B0604030504040204" pitchFamily="34" charset="0"/>
                <a:ea typeface="Verdana" panose="020B0604030504040204" pitchFamily="34" charset="0"/>
              </a:rPr>
              <a:t>Generate defect reports using test agents</a:t>
            </a:r>
            <a:endParaRPr kumimoji="0" lang="en-US" sz="10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endParaRPr>
          </a:p>
        </p:txBody>
      </p:sp>
      <p:sp>
        <p:nvSpPr>
          <p:cNvPr id="65" name="TextBox 64">
            <a:extLst>
              <a:ext uri="{FF2B5EF4-FFF2-40B4-BE49-F238E27FC236}">
                <a16:creationId xmlns:a16="http://schemas.microsoft.com/office/drawing/2014/main" id="{8403357F-ACCA-7227-2E4F-399BF863AF8F}"/>
              </a:ext>
            </a:extLst>
          </p:cNvPr>
          <p:cNvSpPr txBox="1"/>
          <p:nvPr/>
        </p:nvSpPr>
        <p:spPr>
          <a:xfrm>
            <a:off x="6519725" y="2767179"/>
            <a:ext cx="4886012" cy="400110"/>
          </a:xfrm>
          <a:prstGeom prst="rect">
            <a:avLst/>
          </a:prstGeom>
          <a:noFill/>
        </p:spPr>
        <p:txBody>
          <a:bodyPr wrap="square">
            <a:spAutoFit/>
          </a:bodyPr>
          <a:lstStyle/>
          <a:p>
            <a:pPr lvl="0">
              <a:defRPr/>
            </a:pPr>
            <a:r>
              <a:rPr lang="en-IN" sz="1000" dirty="0">
                <a:latin typeface="Verdana" panose="020B0604030504040204" pitchFamily="34" charset="0"/>
                <a:ea typeface="Verdana" panose="020B0604030504040204" pitchFamily="34" charset="0"/>
              </a:rPr>
              <a:t>Auto-triage defects based on severity using NLP</a:t>
            </a:r>
            <a:br>
              <a:rPr lang="en-IN" sz="1000" dirty="0">
                <a:latin typeface="Verdana" panose="020B0604030504040204" pitchFamily="34" charset="0"/>
                <a:ea typeface="Verdana" panose="020B0604030504040204" pitchFamily="34" charset="0"/>
              </a:rPr>
            </a:br>
            <a:r>
              <a:rPr lang="en-IN" sz="1000" dirty="0">
                <a:latin typeface="Verdana" panose="020B0604030504040204" pitchFamily="34" charset="0"/>
                <a:ea typeface="Verdana" panose="020B0604030504040204" pitchFamily="34" charset="0"/>
              </a:rPr>
              <a:t>Suggest likely root causes via log analysis agents</a:t>
            </a:r>
            <a:endParaRPr kumimoji="0" lang="en-US" sz="10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endParaRPr>
          </a:p>
        </p:txBody>
      </p:sp>
      <p:sp>
        <p:nvSpPr>
          <p:cNvPr id="66" name="TextBox 65">
            <a:extLst>
              <a:ext uri="{FF2B5EF4-FFF2-40B4-BE49-F238E27FC236}">
                <a16:creationId xmlns:a16="http://schemas.microsoft.com/office/drawing/2014/main" id="{C09DA008-D487-16FA-0B93-AC8CC4549207}"/>
              </a:ext>
            </a:extLst>
          </p:cNvPr>
          <p:cNvSpPr txBox="1"/>
          <p:nvPr/>
        </p:nvSpPr>
        <p:spPr>
          <a:xfrm>
            <a:off x="6567430" y="3699418"/>
            <a:ext cx="4886012" cy="400110"/>
          </a:xfrm>
          <a:prstGeom prst="rect">
            <a:avLst/>
          </a:prstGeom>
          <a:noFill/>
        </p:spPr>
        <p:txBody>
          <a:bodyPr wrap="square">
            <a:spAutoFit/>
          </a:bodyPr>
          <a:lstStyle/>
          <a:p>
            <a:pPr lvl="0">
              <a:defRPr/>
            </a:pPr>
            <a:r>
              <a:rPr lang="en-IN" sz="1000" dirty="0">
                <a:latin typeface="Verdana" panose="020B0604030504040204" pitchFamily="34" charset="0"/>
                <a:ea typeface="Verdana" panose="020B0604030504040204" pitchFamily="34" charset="0"/>
              </a:rPr>
              <a:t>Auto-run impacted tests</a:t>
            </a:r>
            <a:br>
              <a:rPr lang="en-IN" sz="1000" dirty="0">
                <a:latin typeface="Verdana" panose="020B0604030504040204" pitchFamily="34" charset="0"/>
                <a:ea typeface="Verdana" panose="020B0604030504040204" pitchFamily="34" charset="0"/>
              </a:rPr>
            </a:br>
            <a:r>
              <a:rPr lang="en-IN" sz="1000" dirty="0">
                <a:latin typeface="Verdana" panose="020B0604030504040204" pitchFamily="34" charset="0"/>
                <a:ea typeface="Verdana" panose="020B0604030504040204" pitchFamily="34" charset="0"/>
              </a:rPr>
              <a:t>Validate AI model changes using version comparison agents</a:t>
            </a:r>
            <a:endParaRPr kumimoji="0" lang="en-US" sz="10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endParaRPr>
          </a:p>
        </p:txBody>
      </p:sp>
      <p:sp>
        <p:nvSpPr>
          <p:cNvPr id="67" name="TextBox 66">
            <a:extLst>
              <a:ext uri="{FF2B5EF4-FFF2-40B4-BE49-F238E27FC236}">
                <a16:creationId xmlns:a16="http://schemas.microsoft.com/office/drawing/2014/main" id="{C5EECDA7-291C-CF36-6162-9E084630173A}"/>
              </a:ext>
            </a:extLst>
          </p:cNvPr>
          <p:cNvSpPr txBox="1"/>
          <p:nvPr/>
        </p:nvSpPr>
        <p:spPr>
          <a:xfrm>
            <a:off x="6567430" y="4715679"/>
            <a:ext cx="4886012" cy="400110"/>
          </a:xfrm>
          <a:prstGeom prst="rect">
            <a:avLst/>
          </a:prstGeom>
          <a:noFill/>
        </p:spPr>
        <p:txBody>
          <a:bodyPr wrap="square">
            <a:spAutoFit/>
          </a:bodyPr>
          <a:lstStyle/>
          <a:p>
            <a:pPr lvl="0">
              <a:defRPr/>
            </a:pPr>
            <a:r>
              <a:rPr lang="en-IN" sz="1000" dirty="0">
                <a:latin typeface="Verdana" panose="020B0604030504040204" pitchFamily="34" charset="0"/>
                <a:ea typeface="Verdana" panose="020B0604030504040204" pitchFamily="34" charset="0"/>
              </a:rPr>
              <a:t>Test AI APIs for adversarial inputs</a:t>
            </a:r>
            <a:br>
              <a:rPr lang="en-IN" sz="1000" dirty="0">
                <a:latin typeface="Verdana" panose="020B0604030504040204" pitchFamily="34" charset="0"/>
                <a:ea typeface="Verdana" panose="020B0604030504040204" pitchFamily="34" charset="0"/>
              </a:rPr>
            </a:br>
            <a:r>
              <a:rPr lang="en-IN" sz="1000" dirty="0">
                <a:latin typeface="Verdana" panose="020B0604030504040204" pitchFamily="34" charset="0"/>
                <a:ea typeface="Verdana" panose="020B0604030504040204" pitchFamily="34" charset="0"/>
              </a:rPr>
              <a:t>Validate access control for model endpoints</a:t>
            </a:r>
            <a:endParaRPr kumimoji="0" lang="en-US" sz="10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endParaRPr>
          </a:p>
        </p:txBody>
      </p:sp>
      <p:sp>
        <p:nvSpPr>
          <p:cNvPr id="68" name="TextBox 67">
            <a:extLst>
              <a:ext uri="{FF2B5EF4-FFF2-40B4-BE49-F238E27FC236}">
                <a16:creationId xmlns:a16="http://schemas.microsoft.com/office/drawing/2014/main" id="{5475B7DD-BCE5-F7DE-2529-69DD93E87226}"/>
              </a:ext>
            </a:extLst>
          </p:cNvPr>
          <p:cNvSpPr txBox="1"/>
          <p:nvPr/>
        </p:nvSpPr>
        <p:spPr>
          <a:xfrm>
            <a:off x="6517257" y="5654726"/>
            <a:ext cx="4886012" cy="400110"/>
          </a:xfrm>
          <a:prstGeom prst="rect">
            <a:avLst/>
          </a:prstGeom>
          <a:noFill/>
        </p:spPr>
        <p:txBody>
          <a:bodyPr wrap="square">
            <a:spAutoFit/>
          </a:bodyPr>
          <a:lstStyle/>
          <a:p>
            <a:pPr lvl="0">
              <a:defRPr/>
            </a:pPr>
            <a:r>
              <a:rPr lang="en-IN" sz="1000" dirty="0">
                <a:latin typeface="Verdana" panose="020B0604030504040204" pitchFamily="34" charset="0"/>
                <a:ea typeface="Verdana" panose="020B0604030504040204" pitchFamily="34" charset="0"/>
              </a:rPr>
              <a:t>Use AI to generate evidence logs of passed security tests</a:t>
            </a:r>
            <a:br>
              <a:rPr lang="en-IN" sz="1000" dirty="0">
                <a:latin typeface="Verdana" panose="020B0604030504040204" pitchFamily="34" charset="0"/>
                <a:ea typeface="Verdana" panose="020B0604030504040204" pitchFamily="34" charset="0"/>
              </a:rPr>
            </a:br>
            <a:r>
              <a:rPr lang="en-IN" sz="1000" dirty="0">
                <a:latin typeface="Verdana" panose="020B0604030504040204" pitchFamily="34" charset="0"/>
                <a:ea typeface="Verdana" panose="020B0604030504040204" pitchFamily="34" charset="0"/>
              </a:rPr>
              <a:t>Ensure drift from baseline security profiles is zero</a:t>
            </a:r>
            <a:endParaRPr kumimoji="0" lang="en-US" sz="10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endParaRPr>
          </a:p>
        </p:txBody>
      </p:sp>
      <p:sp>
        <p:nvSpPr>
          <p:cNvPr id="69" name="TextBox 68">
            <a:extLst>
              <a:ext uri="{FF2B5EF4-FFF2-40B4-BE49-F238E27FC236}">
                <a16:creationId xmlns:a16="http://schemas.microsoft.com/office/drawing/2014/main" id="{39A90056-5904-33A9-560B-7BA4FCE0B9DC}"/>
              </a:ext>
            </a:extLst>
          </p:cNvPr>
          <p:cNvSpPr txBox="1"/>
          <p:nvPr/>
        </p:nvSpPr>
        <p:spPr>
          <a:xfrm>
            <a:off x="2263006" y="3614406"/>
            <a:ext cx="3247662" cy="400110"/>
          </a:xfrm>
          <a:prstGeom prst="rect">
            <a:avLst/>
          </a:prstGeom>
          <a:noFill/>
        </p:spPr>
        <p:txBody>
          <a:bodyPr wrap="square">
            <a:spAutoFit/>
          </a:bodyPr>
          <a:lstStyle/>
          <a:p>
            <a:pPr lvl="0">
              <a:defRPr/>
            </a:pPr>
            <a:r>
              <a:rPr lang="en-IN" sz="1000" dirty="0">
                <a:latin typeface="Verdana" panose="020B0604030504040204" pitchFamily="34" charset="0"/>
                <a:ea typeface="Verdana" panose="020B0604030504040204" pitchFamily="34" charset="0"/>
              </a:rPr>
              <a:t>Retest resolved defects</a:t>
            </a:r>
            <a:br>
              <a:rPr lang="en-IN" sz="1000" dirty="0">
                <a:latin typeface="Verdana" panose="020B0604030504040204" pitchFamily="34" charset="0"/>
                <a:ea typeface="Verdana" panose="020B0604030504040204" pitchFamily="34" charset="0"/>
              </a:rPr>
            </a:br>
            <a:r>
              <a:rPr lang="en-IN" sz="1000" dirty="0">
                <a:latin typeface="Verdana" panose="020B0604030504040204" pitchFamily="34" charset="0"/>
                <a:ea typeface="Verdana" panose="020B0604030504040204" pitchFamily="34" charset="0"/>
              </a:rPr>
              <a:t>Ensure no regression introduced</a:t>
            </a:r>
            <a:endParaRPr kumimoji="0" lang="en-US" sz="10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endParaRPr>
          </a:p>
        </p:txBody>
      </p:sp>
      <p:sp>
        <p:nvSpPr>
          <p:cNvPr id="70" name="TextBox 69">
            <a:extLst>
              <a:ext uri="{FF2B5EF4-FFF2-40B4-BE49-F238E27FC236}">
                <a16:creationId xmlns:a16="http://schemas.microsoft.com/office/drawing/2014/main" id="{0CCD99BC-B79B-7024-726B-2EA6B2A5E857}"/>
              </a:ext>
            </a:extLst>
          </p:cNvPr>
          <p:cNvSpPr txBox="1"/>
          <p:nvPr/>
        </p:nvSpPr>
        <p:spPr>
          <a:xfrm>
            <a:off x="2263006" y="4610285"/>
            <a:ext cx="3247662" cy="400110"/>
          </a:xfrm>
          <a:prstGeom prst="rect">
            <a:avLst/>
          </a:prstGeom>
          <a:noFill/>
        </p:spPr>
        <p:txBody>
          <a:bodyPr wrap="square">
            <a:spAutoFit/>
          </a:bodyPr>
          <a:lstStyle/>
          <a:p>
            <a:pPr lvl="0">
              <a:defRPr/>
            </a:pPr>
            <a:r>
              <a:rPr lang="en-IN" sz="1000" dirty="0">
                <a:latin typeface="Verdana" panose="020B0604030504040204" pitchFamily="34" charset="0"/>
                <a:ea typeface="Verdana" panose="020B0604030504040204" pitchFamily="34" charset="0"/>
              </a:rPr>
              <a:t>Simulate real-world attacks</a:t>
            </a:r>
            <a:br>
              <a:rPr lang="en-IN" sz="1000" dirty="0">
                <a:latin typeface="Verdana" panose="020B0604030504040204" pitchFamily="34" charset="0"/>
                <a:ea typeface="Verdana" panose="020B0604030504040204" pitchFamily="34" charset="0"/>
              </a:rPr>
            </a:br>
            <a:r>
              <a:rPr lang="en-IN" sz="1000" dirty="0">
                <a:latin typeface="Verdana" panose="020B0604030504040204" pitchFamily="34" charset="0"/>
                <a:ea typeface="Verdana" panose="020B0604030504040204" pitchFamily="34" charset="0"/>
              </a:rPr>
              <a:t>Validate security under load</a:t>
            </a:r>
            <a:endParaRPr kumimoji="0" lang="en-US" sz="10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endParaRPr>
          </a:p>
        </p:txBody>
      </p:sp>
      <p:sp>
        <p:nvSpPr>
          <p:cNvPr id="71" name="TextBox 70">
            <a:extLst>
              <a:ext uri="{FF2B5EF4-FFF2-40B4-BE49-F238E27FC236}">
                <a16:creationId xmlns:a16="http://schemas.microsoft.com/office/drawing/2014/main" id="{31EAC9F5-295F-7800-B317-40008216C1B6}"/>
              </a:ext>
            </a:extLst>
          </p:cNvPr>
          <p:cNvSpPr txBox="1"/>
          <p:nvPr/>
        </p:nvSpPr>
        <p:spPr>
          <a:xfrm>
            <a:off x="2263006" y="5593170"/>
            <a:ext cx="3247662" cy="246221"/>
          </a:xfrm>
          <a:prstGeom prst="rect">
            <a:avLst/>
          </a:prstGeom>
          <a:noFill/>
        </p:spPr>
        <p:txBody>
          <a:bodyPr wrap="square">
            <a:spAutoFit/>
          </a:bodyPr>
          <a:lstStyle/>
          <a:p>
            <a:pPr lvl="0">
              <a:defRPr/>
            </a:pPr>
            <a:r>
              <a:rPr lang="en-IN" sz="1000" dirty="0">
                <a:latin typeface="Verdana" panose="020B0604030504040204" pitchFamily="34" charset="0"/>
                <a:ea typeface="Verdana" panose="020B0604030504040204" pitchFamily="34" charset="0"/>
              </a:rPr>
              <a:t>Final review and approval of security posture</a:t>
            </a:r>
            <a:endParaRPr kumimoji="0" lang="en-US" sz="10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endParaRPr>
          </a:p>
        </p:txBody>
      </p:sp>
      <p:sp>
        <p:nvSpPr>
          <p:cNvPr id="72" name="TextBox 71">
            <a:extLst>
              <a:ext uri="{FF2B5EF4-FFF2-40B4-BE49-F238E27FC236}">
                <a16:creationId xmlns:a16="http://schemas.microsoft.com/office/drawing/2014/main" id="{BADA08F1-2985-B757-FA3C-B6B25C2819D2}"/>
              </a:ext>
            </a:extLst>
          </p:cNvPr>
          <p:cNvSpPr txBox="1"/>
          <p:nvPr/>
        </p:nvSpPr>
        <p:spPr>
          <a:xfrm>
            <a:off x="2238337" y="1767031"/>
            <a:ext cx="3272328" cy="553998"/>
          </a:xfrm>
          <a:prstGeom prst="rect">
            <a:avLst/>
          </a:prstGeom>
          <a:noFill/>
        </p:spPr>
        <p:txBody>
          <a:bodyPr wrap="square">
            <a:spAutoFit/>
          </a:bodyPr>
          <a:lstStyle/>
          <a:p>
            <a:pPr lvl="0">
              <a:defRPr/>
            </a:pPr>
            <a:r>
              <a:rPr lang="en-IN" sz="1000" dirty="0">
                <a:latin typeface="Verdana" panose="020B0604030504040204" pitchFamily="34" charset="0"/>
                <a:ea typeface="Verdana" panose="020B0604030504040204" pitchFamily="34" charset="0"/>
              </a:rPr>
              <a:t>Validate implemented features against acceptance criteria</a:t>
            </a:r>
            <a:br>
              <a:rPr lang="en-IN" sz="1000" dirty="0">
                <a:latin typeface="Verdana" panose="020B0604030504040204" pitchFamily="34" charset="0"/>
                <a:ea typeface="Verdana" panose="020B0604030504040204" pitchFamily="34" charset="0"/>
              </a:rPr>
            </a:br>
            <a:r>
              <a:rPr lang="en-IN" sz="1000" dirty="0">
                <a:latin typeface="Verdana" panose="020B0604030504040204" pitchFamily="34" charset="0"/>
                <a:ea typeface="Verdana" panose="020B0604030504040204" pitchFamily="34" charset="0"/>
              </a:rPr>
              <a:t>Check API responses, UIs, and workflows</a:t>
            </a:r>
            <a:endParaRPr kumimoji="0" lang="en-US" sz="10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endParaRPr>
          </a:p>
        </p:txBody>
      </p:sp>
      <p:sp>
        <p:nvSpPr>
          <p:cNvPr id="73" name="TextBox 72">
            <a:extLst>
              <a:ext uri="{FF2B5EF4-FFF2-40B4-BE49-F238E27FC236}">
                <a16:creationId xmlns:a16="http://schemas.microsoft.com/office/drawing/2014/main" id="{E0DA5230-DF37-DE91-3B8A-2BBF2DA7D037}"/>
              </a:ext>
            </a:extLst>
          </p:cNvPr>
          <p:cNvSpPr txBox="1"/>
          <p:nvPr/>
        </p:nvSpPr>
        <p:spPr>
          <a:xfrm>
            <a:off x="2185751" y="2833028"/>
            <a:ext cx="3324914" cy="400110"/>
          </a:xfrm>
          <a:prstGeom prst="rect">
            <a:avLst/>
          </a:prstGeom>
          <a:noFill/>
        </p:spPr>
        <p:txBody>
          <a:bodyPr wrap="square">
            <a:spAutoFit/>
          </a:bodyPr>
          <a:lstStyle/>
          <a:p>
            <a:pPr lvl="0">
              <a:defRPr/>
            </a:pPr>
            <a:r>
              <a:rPr lang="en-IN" sz="1000" dirty="0">
                <a:latin typeface="Verdana" panose="020B0604030504040204" pitchFamily="34" charset="0"/>
                <a:ea typeface="Verdana" panose="020B0604030504040204" pitchFamily="34" charset="0"/>
              </a:rPr>
              <a:t>Log issues found during testing</a:t>
            </a:r>
            <a:br>
              <a:rPr lang="en-IN" sz="1000" dirty="0">
                <a:latin typeface="Verdana" panose="020B0604030504040204" pitchFamily="34" charset="0"/>
                <a:ea typeface="Verdana" panose="020B0604030504040204" pitchFamily="34" charset="0"/>
              </a:rPr>
            </a:br>
            <a:r>
              <a:rPr lang="en-IN" sz="1000" dirty="0">
                <a:latin typeface="Verdana" panose="020B0604030504040204" pitchFamily="34" charset="0"/>
                <a:ea typeface="Verdana" panose="020B0604030504040204" pitchFamily="34" charset="0"/>
              </a:rPr>
              <a:t>Categorize and prioritize defects</a:t>
            </a:r>
            <a:endParaRPr kumimoji="0" lang="en-US" sz="10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endParaRPr>
          </a:p>
        </p:txBody>
      </p:sp>
      <p:grpSp>
        <p:nvGrpSpPr>
          <p:cNvPr id="37" name="Group 36">
            <a:extLst>
              <a:ext uri="{FF2B5EF4-FFF2-40B4-BE49-F238E27FC236}">
                <a16:creationId xmlns:a16="http://schemas.microsoft.com/office/drawing/2014/main" id="{E659C88C-458A-9B0C-06A5-767098B0FDAB}"/>
              </a:ext>
            </a:extLst>
          </p:cNvPr>
          <p:cNvGrpSpPr/>
          <p:nvPr/>
        </p:nvGrpSpPr>
        <p:grpSpPr>
          <a:xfrm>
            <a:off x="3021164" y="601015"/>
            <a:ext cx="9172634" cy="276999"/>
            <a:chOff x="3021164" y="601015"/>
            <a:chExt cx="9172634" cy="276999"/>
          </a:xfrm>
        </p:grpSpPr>
        <p:sp>
          <p:nvSpPr>
            <p:cNvPr id="8" name="TextBox 7">
              <a:extLst>
                <a:ext uri="{FF2B5EF4-FFF2-40B4-BE49-F238E27FC236}">
                  <a16:creationId xmlns:a16="http://schemas.microsoft.com/office/drawing/2014/main" id="{684CC6C9-9C82-031B-60E4-8D08C690F58F}"/>
                </a:ext>
              </a:extLst>
            </p:cNvPr>
            <p:cNvSpPr txBox="1"/>
            <p:nvPr/>
          </p:nvSpPr>
          <p:spPr>
            <a:xfrm>
              <a:off x="3021164" y="601015"/>
              <a:ext cx="2223936" cy="276999"/>
            </a:xfrm>
            <a:prstGeom prst="rect">
              <a:avLst/>
            </a:prstGeom>
            <a:noFill/>
          </p:spPr>
          <p:txBody>
            <a:bodyPr wrap="square" rtlCol="0">
              <a:spAutoFit/>
            </a:bodyPr>
            <a:lstStyle/>
            <a:p>
              <a:r>
                <a:rPr lang="en-IN" sz="1200" i="1">
                  <a:latin typeface="Verdana" panose="020B0604030504040204" pitchFamily="34" charset="0"/>
                  <a:ea typeface="Verdana" panose="020B0604030504040204" pitchFamily="34" charset="0"/>
                </a:rPr>
                <a:t>Responsible:</a:t>
              </a:r>
            </a:p>
          </p:txBody>
        </p:sp>
        <p:sp>
          <p:nvSpPr>
            <p:cNvPr id="14" name="TextBox 13">
              <a:extLst>
                <a:ext uri="{FF2B5EF4-FFF2-40B4-BE49-F238E27FC236}">
                  <a16:creationId xmlns:a16="http://schemas.microsoft.com/office/drawing/2014/main" id="{3C3614B5-4D17-7ACC-3D50-A87060DC1F7B}"/>
                </a:ext>
              </a:extLst>
            </p:cNvPr>
            <p:cNvSpPr txBox="1"/>
            <p:nvPr/>
          </p:nvSpPr>
          <p:spPr>
            <a:xfrm>
              <a:off x="5337397" y="601015"/>
              <a:ext cx="2223936" cy="276999"/>
            </a:xfrm>
            <a:prstGeom prst="rect">
              <a:avLst/>
            </a:prstGeom>
            <a:noFill/>
          </p:spPr>
          <p:txBody>
            <a:bodyPr wrap="square" rtlCol="0">
              <a:spAutoFit/>
            </a:bodyPr>
            <a:lstStyle/>
            <a:p>
              <a:r>
                <a:rPr lang="en-IN" sz="1200" i="1">
                  <a:latin typeface="Verdana" panose="020B0604030504040204" pitchFamily="34" charset="0"/>
                  <a:ea typeface="Verdana" panose="020B0604030504040204" pitchFamily="34" charset="0"/>
                </a:rPr>
                <a:t>Accountable:</a:t>
              </a:r>
            </a:p>
          </p:txBody>
        </p:sp>
        <p:sp>
          <p:nvSpPr>
            <p:cNvPr id="35" name="TextBox 34">
              <a:extLst>
                <a:ext uri="{FF2B5EF4-FFF2-40B4-BE49-F238E27FC236}">
                  <a16:creationId xmlns:a16="http://schemas.microsoft.com/office/drawing/2014/main" id="{4D015D5D-42DF-3F14-05DE-73A91E5993A4}"/>
                </a:ext>
              </a:extLst>
            </p:cNvPr>
            <p:cNvSpPr txBox="1"/>
            <p:nvPr/>
          </p:nvSpPr>
          <p:spPr>
            <a:xfrm>
              <a:off x="9969862" y="601015"/>
              <a:ext cx="2223936" cy="276999"/>
            </a:xfrm>
            <a:prstGeom prst="rect">
              <a:avLst/>
            </a:prstGeom>
            <a:noFill/>
          </p:spPr>
          <p:txBody>
            <a:bodyPr wrap="square" rtlCol="0">
              <a:spAutoFit/>
            </a:bodyPr>
            <a:lstStyle/>
            <a:p>
              <a:r>
                <a:rPr lang="en-IN" sz="1200" i="1">
                  <a:latin typeface="Verdana" panose="020B0604030504040204" pitchFamily="34" charset="0"/>
                  <a:ea typeface="Verdana" panose="020B0604030504040204" pitchFamily="34" charset="0"/>
                </a:rPr>
                <a:t>Informed:</a:t>
              </a:r>
            </a:p>
          </p:txBody>
        </p:sp>
        <p:sp>
          <p:nvSpPr>
            <p:cNvPr id="36" name="TextBox 35">
              <a:extLst>
                <a:ext uri="{FF2B5EF4-FFF2-40B4-BE49-F238E27FC236}">
                  <a16:creationId xmlns:a16="http://schemas.microsoft.com/office/drawing/2014/main" id="{1349CF2B-3C12-CA4F-AC8E-D9A873D60051}"/>
                </a:ext>
              </a:extLst>
            </p:cNvPr>
            <p:cNvSpPr txBox="1"/>
            <p:nvPr/>
          </p:nvSpPr>
          <p:spPr>
            <a:xfrm>
              <a:off x="7653630" y="601015"/>
              <a:ext cx="2223936" cy="276999"/>
            </a:xfrm>
            <a:prstGeom prst="rect">
              <a:avLst/>
            </a:prstGeom>
            <a:noFill/>
          </p:spPr>
          <p:txBody>
            <a:bodyPr wrap="square" rtlCol="0">
              <a:spAutoFit/>
            </a:bodyPr>
            <a:lstStyle/>
            <a:p>
              <a:r>
                <a:rPr lang="en-IN" sz="1200" i="1">
                  <a:latin typeface="Verdana" panose="020B0604030504040204" pitchFamily="34" charset="0"/>
                  <a:ea typeface="Verdana" panose="020B0604030504040204" pitchFamily="34" charset="0"/>
                </a:rPr>
                <a:t>Consulted:</a:t>
              </a:r>
            </a:p>
          </p:txBody>
        </p:sp>
      </p:grpSp>
    </p:spTree>
    <p:extLst>
      <p:ext uri="{BB962C8B-B14F-4D97-AF65-F5344CB8AC3E}">
        <p14:creationId xmlns:p14="http://schemas.microsoft.com/office/powerpoint/2010/main" val="8733116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4749AC-C07E-4CFA-CFA9-55DE89022A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B9E0DD-A4F5-96B4-4FBB-4137E92FF0B6}"/>
              </a:ext>
            </a:extLst>
          </p:cNvPr>
          <p:cNvSpPr>
            <a:spLocks noGrp="1"/>
          </p:cNvSpPr>
          <p:nvPr>
            <p:ph type="title"/>
          </p:nvPr>
        </p:nvSpPr>
        <p:spPr>
          <a:xfrm>
            <a:off x="593461" y="264653"/>
            <a:ext cx="10668000" cy="438725"/>
          </a:xfrm>
        </p:spPr>
        <p:txBody>
          <a:bodyPr/>
          <a:lstStyle/>
          <a:p>
            <a:r>
              <a:rPr lang="en-IN" dirty="0"/>
              <a:t>Testing (Contd.)</a:t>
            </a:r>
          </a:p>
        </p:txBody>
      </p:sp>
      <p:sp>
        <p:nvSpPr>
          <p:cNvPr id="3" name="Rectangle 2">
            <a:extLst>
              <a:ext uri="{FF2B5EF4-FFF2-40B4-BE49-F238E27FC236}">
                <a16:creationId xmlns:a16="http://schemas.microsoft.com/office/drawing/2014/main" id="{ED678D78-D79F-4E2A-D00C-7B1750AA9BB6}"/>
              </a:ext>
            </a:extLst>
          </p:cNvPr>
          <p:cNvSpPr/>
          <p:nvPr/>
        </p:nvSpPr>
        <p:spPr>
          <a:xfrm>
            <a:off x="593461" y="5477113"/>
            <a:ext cx="11228615" cy="864831"/>
          </a:xfrm>
          <a:prstGeom prst="rect">
            <a:avLst/>
          </a:prstGeom>
          <a:solidFill>
            <a:sysClr val="window" lastClr="FFFFFF">
              <a:lumMod val="95000"/>
            </a:sysClr>
          </a:solidFill>
          <a:ln w="6350" cap="flat" cmpd="sng" algn="ctr">
            <a:noFill/>
            <a:prstDash val="solid"/>
            <a:miter lim="800000"/>
          </a:ln>
          <a:effectLst/>
        </p:spPr>
        <p:txBody>
          <a:bodyPr lIns="853440" rtlCol="0" anchor="ctr"/>
          <a:lstStyle/>
          <a:p>
            <a:pPr marL="0" marR="0" lvl="0" indent="0" algn="l" defTabSz="914013" rtl="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gradFill>
                <a:gsLst>
                  <a:gs pos="0">
                    <a:srgbClr val="00B140"/>
                  </a:gs>
                  <a:gs pos="100000">
                    <a:srgbClr val="0033B4">
                      <a:lumMod val="45000"/>
                      <a:lumOff val="55000"/>
                    </a:srgbClr>
                  </a:gs>
                </a:gsLst>
                <a:lin ang="13500000" scaled="1"/>
              </a:gradFill>
              <a:effectLst/>
              <a:uLnTx/>
              <a:uFillTx/>
              <a:latin typeface="HelveticaNeueLT Std" panose="020B0604020202020204" pitchFamily="34" charset="0"/>
              <a:ea typeface="MS PGothic" pitchFamily="34" charset="-128"/>
              <a:cs typeface="+mn-cs"/>
            </a:endParaRPr>
          </a:p>
        </p:txBody>
      </p:sp>
      <p:sp>
        <p:nvSpPr>
          <p:cNvPr id="4" name="Rectangle 3">
            <a:extLst>
              <a:ext uri="{FF2B5EF4-FFF2-40B4-BE49-F238E27FC236}">
                <a16:creationId xmlns:a16="http://schemas.microsoft.com/office/drawing/2014/main" id="{31C7CEA4-C50B-15D9-5CAA-A71A084E68B9}"/>
              </a:ext>
            </a:extLst>
          </p:cNvPr>
          <p:cNvSpPr/>
          <p:nvPr/>
        </p:nvSpPr>
        <p:spPr>
          <a:xfrm>
            <a:off x="593461" y="3554953"/>
            <a:ext cx="11228615" cy="847789"/>
          </a:xfrm>
          <a:prstGeom prst="rect">
            <a:avLst/>
          </a:prstGeom>
          <a:solidFill>
            <a:sysClr val="window" lastClr="FFFFFF">
              <a:lumMod val="95000"/>
            </a:sysClr>
          </a:solidFill>
          <a:ln w="6350" cap="flat" cmpd="sng" algn="ctr">
            <a:noFill/>
            <a:prstDash val="solid"/>
            <a:miter lim="800000"/>
          </a:ln>
          <a:effectLst/>
        </p:spPr>
        <p:txBody>
          <a:bodyPr lIns="853440" rtlCol="0" anchor="ctr"/>
          <a:lstStyle/>
          <a:p>
            <a:pPr marL="0" marR="0" lvl="0" indent="0" algn="l" defTabSz="914013" rtl="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gradFill>
                <a:gsLst>
                  <a:gs pos="0">
                    <a:srgbClr val="00B140"/>
                  </a:gs>
                  <a:gs pos="100000">
                    <a:srgbClr val="0033B4">
                      <a:lumMod val="45000"/>
                      <a:lumOff val="55000"/>
                    </a:srgbClr>
                  </a:gs>
                </a:gsLst>
                <a:lin ang="13500000" scaled="1"/>
              </a:gradFill>
              <a:effectLst/>
              <a:uLnTx/>
              <a:uFillTx/>
              <a:latin typeface="HelveticaNeueLT Std" panose="020B0604020202020204" pitchFamily="34" charset="0"/>
              <a:ea typeface="MS PGothic" pitchFamily="34" charset="-128"/>
              <a:cs typeface="+mn-cs"/>
            </a:endParaRPr>
          </a:p>
        </p:txBody>
      </p:sp>
      <p:sp>
        <p:nvSpPr>
          <p:cNvPr id="5" name="Rectangle 4">
            <a:extLst>
              <a:ext uri="{FF2B5EF4-FFF2-40B4-BE49-F238E27FC236}">
                <a16:creationId xmlns:a16="http://schemas.microsoft.com/office/drawing/2014/main" id="{0EA37AC5-4715-E774-CA46-2144725C010A}"/>
              </a:ext>
            </a:extLst>
          </p:cNvPr>
          <p:cNvSpPr/>
          <p:nvPr/>
        </p:nvSpPr>
        <p:spPr>
          <a:xfrm>
            <a:off x="593461" y="4501604"/>
            <a:ext cx="11228615" cy="864831"/>
          </a:xfrm>
          <a:prstGeom prst="rect">
            <a:avLst/>
          </a:prstGeom>
          <a:solidFill>
            <a:sysClr val="window" lastClr="FFFFFF">
              <a:lumMod val="95000"/>
            </a:sysClr>
          </a:solidFill>
          <a:ln w="6350" cap="flat" cmpd="sng" algn="ctr">
            <a:noFill/>
            <a:prstDash val="solid"/>
            <a:miter lim="800000"/>
          </a:ln>
          <a:effectLst/>
        </p:spPr>
        <p:txBody>
          <a:bodyPr lIns="853440" rtlCol="0" anchor="ctr"/>
          <a:lstStyle/>
          <a:p>
            <a:pPr marL="0" marR="0" lvl="0" indent="0" algn="l" defTabSz="914013" rtl="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gradFill>
                <a:gsLst>
                  <a:gs pos="0">
                    <a:srgbClr val="00B140"/>
                  </a:gs>
                  <a:gs pos="100000">
                    <a:srgbClr val="0033B4">
                      <a:lumMod val="45000"/>
                      <a:lumOff val="55000"/>
                    </a:srgbClr>
                  </a:gs>
                </a:gsLst>
                <a:lin ang="13500000" scaled="1"/>
              </a:gradFill>
              <a:effectLst/>
              <a:uLnTx/>
              <a:uFillTx/>
              <a:latin typeface="HelveticaNeueLT Std" panose="020B0604020202020204" pitchFamily="34" charset="0"/>
              <a:ea typeface="MS PGothic" pitchFamily="34" charset="-128"/>
              <a:cs typeface="+mn-cs"/>
            </a:endParaRPr>
          </a:p>
        </p:txBody>
      </p:sp>
      <p:sp>
        <p:nvSpPr>
          <p:cNvPr id="6" name="Rectangle 5">
            <a:extLst>
              <a:ext uri="{FF2B5EF4-FFF2-40B4-BE49-F238E27FC236}">
                <a16:creationId xmlns:a16="http://schemas.microsoft.com/office/drawing/2014/main" id="{25EA495F-6141-8400-FF99-8631F71B98E6}"/>
              </a:ext>
            </a:extLst>
          </p:cNvPr>
          <p:cNvSpPr/>
          <p:nvPr/>
        </p:nvSpPr>
        <p:spPr>
          <a:xfrm>
            <a:off x="593461" y="1647149"/>
            <a:ext cx="11228616" cy="847789"/>
          </a:xfrm>
          <a:prstGeom prst="rect">
            <a:avLst/>
          </a:prstGeom>
          <a:solidFill>
            <a:sysClr val="window" lastClr="FFFFFF">
              <a:lumMod val="95000"/>
            </a:sysClr>
          </a:solidFill>
          <a:ln w="6350" cap="flat" cmpd="sng" algn="ctr">
            <a:noFill/>
            <a:prstDash val="solid"/>
            <a:miter lim="800000"/>
          </a:ln>
          <a:effectLst/>
        </p:spPr>
        <p:txBody>
          <a:bodyPr lIns="853440" rtlCol="0" anchor="ctr"/>
          <a:lstStyle/>
          <a:p>
            <a:pPr marL="0" marR="0" lvl="0" indent="0" algn="l" defTabSz="914013" rtl="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gradFill>
                <a:gsLst>
                  <a:gs pos="0">
                    <a:srgbClr val="00B140"/>
                  </a:gs>
                  <a:gs pos="100000">
                    <a:srgbClr val="0033B4">
                      <a:lumMod val="45000"/>
                      <a:lumOff val="55000"/>
                    </a:srgbClr>
                  </a:gs>
                </a:gsLst>
                <a:lin ang="13500000" scaled="1"/>
              </a:gradFill>
              <a:effectLst/>
              <a:uLnTx/>
              <a:uFillTx/>
              <a:latin typeface="HelveticaNeueLT Std" panose="020B0604020202020204" pitchFamily="34" charset="0"/>
              <a:ea typeface="MS PGothic" pitchFamily="34" charset="-128"/>
              <a:cs typeface="+mn-cs"/>
            </a:endParaRPr>
          </a:p>
        </p:txBody>
      </p:sp>
      <p:sp>
        <p:nvSpPr>
          <p:cNvPr id="7" name="Rectangle 6">
            <a:extLst>
              <a:ext uri="{FF2B5EF4-FFF2-40B4-BE49-F238E27FC236}">
                <a16:creationId xmlns:a16="http://schemas.microsoft.com/office/drawing/2014/main" id="{AE999ABD-E399-910B-A937-CC9FCBB1D759}"/>
              </a:ext>
            </a:extLst>
          </p:cNvPr>
          <p:cNvSpPr/>
          <p:nvPr/>
        </p:nvSpPr>
        <p:spPr>
          <a:xfrm>
            <a:off x="593461" y="2593800"/>
            <a:ext cx="11228615" cy="864831"/>
          </a:xfrm>
          <a:prstGeom prst="rect">
            <a:avLst/>
          </a:prstGeom>
          <a:solidFill>
            <a:sysClr val="window" lastClr="FFFFFF">
              <a:lumMod val="95000"/>
            </a:sysClr>
          </a:solidFill>
          <a:ln w="6350" cap="flat" cmpd="sng" algn="ctr">
            <a:noFill/>
            <a:prstDash val="solid"/>
            <a:miter lim="800000"/>
          </a:ln>
          <a:effectLst/>
        </p:spPr>
        <p:txBody>
          <a:bodyPr lIns="853440" rtlCol="0" anchor="ctr"/>
          <a:lstStyle/>
          <a:p>
            <a:pPr marL="0" marR="0" lvl="0" indent="0" algn="l" defTabSz="914013" rtl="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gradFill>
                <a:gsLst>
                  <a:gs pos="0">
                    <a:srgbClr val="00B140"/>
                  </a:gs>
                  <a:gs pos="100000">
                    <a:srgbClr val="0033B4">
                      <a:lumMod val="45000"/>
                      <a:lumOff val="55000"/>
                    </a:srgbClr>
                  </a:gs>
                </a:gsLst>
                <a:lin ang="13500000" scaled="1"/>
              </a:gradFill>
              <a:effectLst/>
              <a:uLnTx/>
              <a:uFillTx/>
              <a:latin typeface="HelveticaNeueLT Std" panose="020B0604020202020204" pitchFamily="34" charset="0"/>
              <a:ea typeface="MS PGothic" pitchFamily="34" charset="-128"/>
              <a:cs typeface="+mn-cs"/>
            </a:endParaRPr>
          </a:p>
        </p:txBody>
      </p:sp>
      <p:sp>
        <p:nvSpPr>
          <p:cNvPr id="9" name="Rectangle 8">
            <a:extLst>
              <a:ext uri="{FF2B5EF4-FFF2-40B4-BE49-F238E27FC236}">
                <a16:creationId xmlns:a16="http://schemas.microsoft.com/office/drawing/2014/main" id="{D9316325-8272-616A-C6D2-FE3EB18B974F}"/>
              </a:ext>
            </a:extLst>
          </p:cNvPr>
          <p:cNvSpPr/>
          <p:nvPr/>
        </p:nvSpPr>
        <p:spPr>
          <a:xfrm>
            <a:off x="2186580" y="2610497"/>
            <a:ext cx="3369319" cy="836407"/>
          </a:xfrm>
          <a:prstGeom prst="rect">
            <a:avLst/>
          </a:prstGeom>
          <a:solidFill>
            <a:sysClr val="window" lastClr="FFFFFF"/>
          </a:solidFill>
          <a:ln w="25400" cap="flat" cmpd="sng" algn="ctr">
            <a:solidFill>
              <a:srgbClr val="6363C8">
                <a:alpha val="4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srgbClr val="000000"/>
              </a:solidFill>
              <a:effectLst/>
              <a:uLnTx/>
              <a:uFillTx/>
              <a:latin typeface="HelveticaNeueLT Std" panose="020B0604020202020204" pitchFamily="34" charset="0"/>
              <a:ea typeface="+mn-ea"/>
              <a:cs typeface="Arial" panose="020B0604020202020204" pitchFamily="34" charset="0"/>
            </a:endParaRPr>
          </a:p>
        </p:txBody>
      </p:sp>
      <p:sp>
        <p:nvSpPr>
          <p:cNvPr id="10" name="Rectangle 9">
            <a:extLst>
              <a:ext uri="{FF2B5EF4-FFF2-40B4-BE49-F238E27FC236}">
                <a16:creationId xmlns:a16="http://schemas.microsoft.com/office/drawing/2014/main" id="{D4377F47-8FB7-73E1-457C-53A039A2B502}"/>
              </a:ext>
            </a:extLst>
          </p:cNvPr>
          <p:cNvSpPr/>
          <p:nvPr/>
        </p:nvSpPr>
        <p:spPr>
          <a:xfrm>
            <a:off x="2186580" y="1647952"/>
            <a:ext cx="3369319" cy="836407"/>
          </a:xfrm>
          <a:prstGeom prst="rect">
            <a:avLst/>
          </a:prstGeom>
          <a:solidFill>
            <a:sysClr val="window" lastClr="FFFFFF"/>
          </a:solidFill>
          <a:ln w="25400" cap="flat" cmpd="sng" algn="ctr">
            <a:solidFill>
              <a:srgbClr val="6363C8">
                <a:alpha val="40000"/>
              </a:srgbClr>
            </a:solidFill>
            <a:prstDash val="solid"/>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IN" sz="1400" b="0" i="0" u="none" strike="noStrike" kern="0" cap="none" spc="0" normalizeH="0" baseline="0" noProof="0">
              <a:ln>
                <a:noFill/>
              </a:ln>
              <a:solidFill>
                <a:srgbClr val="000000"/>
              </a:solidFill>
              <a:effectLst/>
              <a:uLnTx/>
              <a:uFillTx/>
              <a:latin typeface="HelveticaNeueLT Std" panose="020B0604020202020204" pitchFamily="34" charset="0"/>
              <a:ea typeface="+mn-ea"/>
              <a:cs typeface="Arial" panose="020B0604020202020204" pitchFamily="34" charset="0"/>
            </a:endParaRPr>
          </a:p>
        </p:txBody>
      </p:sp>
      <p:sp>
        <p:nvSpPr>
          <p:cNvPr id="11" name="Rectangle 10">
            <a:extLst>
              <a:ext uri="{FF2B5EF4-FFF2-40B4-BE49-F238E27FC236}">
                <a16:creationId xmlns:a16="http://schemas.microsoft.com/office/drawing/2014/main" id="{F2E3592A-D970-98F1-3525-064D406D1377}"/>
              </a:ext>
            </a:extLst>
          </p:cNvPr>
          <p:cNvSpPr/>
          <p:nvPr/>
        </p:nvSpPr>
        <p:spPr>
          <a:xfrm>
            <a:off x="2186580" y="3573044"/>
            <a:ext cx="3369319" cy="836407"/>
          </a:xfrm>
          <a:prstGeom prst="rect">
            <a:avLst/>
          </a:prstGeom>
          <a:solidFill>
            <a:sysClr val="window" lastClr="FFFFFF"/>
          </a:solidFill>
          <a:ln w="25400" cap="flat" cmpd="sng" algn="ctr">
            <a:solidFill>
              <a:srgbClr val="6363C8">
                <a:alpha val="4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srgbClr val="000000"/>
              </a:solidFill>
              <a:effectLst/>
              <a:uLnTx/>
              <a:uFillTx/>
              <a:latin typeface="HelveticaNeueLT Std" panose="020B0604020202020204" pitchFamily="34" charset="0"/>
              <a:ea typeface="+mn-ea"/>
              <a:cs typeface="Arial" panose="020B0604020202020204" pitchFamily="34" charset="0"/>
            </a:endParaRPr>
          </a:p>
        </p:txBody>
      </p:sp>
      <p:sp>
        <p:nvSpPr>
          <p:cNvPr id="12" name="Rectangle 11">
            <a:extLst>
              <a:ext uri="{FF2B5EF4-FFF2-40B4-BE49-F238E27FC236}">
                <a16:creationId xmlns:a16="http://schemas.microsoft.com/office/drawing/2014/main" id="{385274FE-56F5-19CB-54A4-699441F1B4CA}"/>
              </a:ext>
            </a:extLst>
          </p:cNvPr>
          <p:cNvSpPr/>
          <p:nvPr/>
        </p:nvSpPr>
        <p:spPr>
          <a:xfrm>
            <a:off x="2186580" y="4535589"/>
            <a:ext cx="3369319" cy="836407"/>
          </a:xfrm>
          <a:prstGeom prst="rect">
            <a:avLst/>
          </a:prstGeom>
          <a:solidFill>
            <a:sysClr val="window" lastClr="FFFFFF"/>
          </a:solidFill>
          <a:ln w="25400" cap="flat" cmpd="sng" algn="ctr">
            <a:solidFill>
              <a:srgbClr val="6363C8">
                <a:alpha val="4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srgbClr val="000000"/>
              </a:solidFill>
              <a:effectLst/>
              <a:uLnTx/>
              <a:uFillTx/>
              <a:latin typeface="HelveticaNeueLT Std" panose="020B0604020202020204" pitchFamily="34" charset="0"/>
              <a:ea typeface="+mn-ea"/>
              <a:cs typeface="Arial" panose="020B0604020202020204" pitchFamily="34" charset="0"/>
            </a:endParaRPr>
          </a:p>
        </p:txBody>
      </p:sp>
      <p:sp>
        <p:nvSpPr>
          <p:cNvPr id="13" name="Rectangle 12">
            <a:extLst>
              <a:ext uri="{FF2B5EF4-FFF2-40B4-BE49-F238E27FC236}">
                <a16:creationId xmlns:a16="http://schemas.microsoft.com/office/drawing/2014/main" id="{52C60125-4FE6-4F4B-327D-CA26E1734BE6}"/>
              </a:ext>
            </a:extLst>
          </p:cNvPr>
          <p:cNvSpPr/>
          <p:nvPr/>
        </p:nvSpPr>
        <p:spPr>
          <a:xfrm>
            <a:off x="2186580" y="5498133"/>
            <a:ext cx="3369319" cy="836407"/>
          </a:xfrm>
          <a:prstGeom prst="rect">
            <a:avLst/>
          </a:prstGeom>
          <a:solidFill>
            <a:sysClr val="window" lastClr="FFFFFF"/>
          </a:solidFill>
          <a:ln w="25400" cap="flat" cmpd="sng" algn="ctr">
            <a:solidFill>
              <a:srgbClr val="6363C8">
                <a:alpha val="4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srgbClr val="000000"/>
              </a:solidFill>
              <a:effectLst/>
              <a:uLnTx/>
              <a:uFillTx/>
              <a:latin typeface="HelveticaNeueLT Std" panose="020B0604020202020204" pitchFamily="34" charset="0"/>
              <a:ea typeface="+mn-ea"/>
              <a:cs typeface="Arial" panose="020B0604020202020204" pitchFamily="34" charset="0"/>
            </a:endParaRPr>
          </a:p>
        </p:txBody>
      </p:sp>
      <p:cxnSp>
        <p:nvCxnSpPr>
          <p:cNvPr id="20" name="Straight Connector 19">
            <a:extLst>
              <a:ext uri="{FF2B5EF4-FFF2-40B4-BE49-F238E27FC236}">
                <a16:creationId xmlns:a16="http://schemas.microsoft.com/office/drawing/2014/main" id="{CE0F3667-B636-1B56-49BA-5681F8F67C48}"/>
              </a:ext>
            </a:extLst>
          </p:cNvPr>
          <p:cNvCxnSpPr>
            <a:cxnSpLocks/>
          </p:cNvCxnSpPr>
          <p:nvPr/>
        </p:nvCxnSpPr>
        <p:spPr>
          <a:xfrm>
            <a:off x="5555898" y="1647952"/>
            <a:ext cx="0" cy="836407"/>
          </a:xfrm>
          <a:prstGeom prst="line">
            <a:avLst/>
          </a:prstGeom>
          <a:noFill/>
          <a:ln w="38100" cap="flat" cmpd="sng" algn="ctr">
            <a:solidFill>
              <a:srgbClr val="6363C8"/>
            </a:solidFill>
            <a:prstDash val="solid"/>
          </a:ln>
          <a:effectLst/>
        </p:spPr>
      </p:cxnSp>
      <p:cxnSp>
        <p:nvCxnSpPr>
          <p:cNvPr id="21" name="Straight Connector 20">
            <a:extLst>
              <a:ext uri="{FF2B5EF4-FFF2-40B4-BE49-F238E27FC236}">
                <a16:creationId xmlns:a16="http://schemas.microsoft.com/office/drawing/2014/main" id="{2464638C-BAB1-F990-FF40-C18346A5216A}"/>
              </a:ext>
            </a:extLst>
          </p:cNvPr>
          <p:cNvCxnSpPr>
            <a:cxnSpLocks/>
          </p:cNvCxnSpPr>
          <p:nvPr/>
        </p:nvCxnSpPr>
        <p:spPr>
          <a:xfrm>
            <a:off x="5556722" y="2610497"/>
            <a:ext cx="0" cy="836407"/>
          </a:xfrm>
          <a:prstGeom prst="line">
            <a:avLst/>
          </a:prstGeom>
          <a:noFill/>
          <a:ln w="38100" cap="flat" cmpd="sng" algn="ctr">
            <a:solidFill>
              <a:srgbClr val="6363C8"/>
            </a:solidFill>
            <a:prstDash val="solid"/>
          </a:ln>
          <a:effectLst/>
        </p:spPr>
      </p:cxnSp>
      <p:cxnSp>
        <p:nvCxnSpPr>
          <p:cNvPr id="22" name="Straight Connector 21">
            <a:extLst>
              <a:ext uri="{FF2B5EF4-FFF2-40B4-BE49-F238E27FC236}">
                <a16:creationId xmlns:a16="http://schemas.microsoft.com/office/drawing/2014/main" id="{134B1C5D-ECA6-A3D4-356E-76567F8706B8}"/>
              </a:ext>
            </a:extLst>
          </p:cNvPr>
          <p:cNvCxnSpPr>
            <a:cxnSpLocks/>
          </p:cNvCxnSpPr>
          <p:nvPr/>
        </p:nvCxnSpPr>
        <p:spPr>
          <a:xfrm>
            <a:off x="5557544" y="3573044"/>
            <a:ext cx="0" cy="836407"/>
          </a:xfrm>
          <a:prstGeom prst="line">
            <a:avLst/>
          </a:prstGeom>
          <a:noFill/>
          <a:ln w="38100" cap="flat" cmpd="sng" algn="ctr">
            <a:solidFill>
              <a:srgbClr val="6363C8"/>
            </a:solidFill>
            <a:prstDash val="solid"/>
          </a:ln>
          <a:effectLst/>
        </p:spPr>
      </p:cxnSp>
      <p:cxnSp>
        <p:nvCxnSpPr>
          <p:cNvPr id="23" name="Straight Connector 22">
            <a:extLst>
              <a:ext uri="{FF2B5EF4-FFF2-40B4-BE49-F238E27FC236}">
                <a16:creationId xmlns:a16="http://schemas.microsoft.com/office/drawing/2014/main" id="{4D635DEE-C13B-5EE2-4005-3DAF7F1B972F}"/>
              </a:ext>
            </a:extLst>
          </p:cNvPr>
          <p:cNvCxnSpPr>
            <a:cxnSpLocks/>
          </p:cNvCxnSpPr>
          <p:nvPr/>
        </p:nvCxnSpPr>
        <p:spPr>
          <a:xfrm>
            <a:off x="5558367" y="4535589"/>
            <a:ext cx="0" cy="836407"/>
          </a:xfrm>
          <a:prstGeom prst="line">
            <a:avLst/>
          </a:prstGeom>
          <a:noFill/>
          <a:ln w="38100" cap="flat" cmpd="sng" algn="ctr">
            <a:solidFill>
              <a:srgbClr val="6363C8"/>
            </a:solidFill>
            <a:prstDash val="solid"/>
          </a:ln>
          <a:effectLst/>
        </p:spPr>
      </p:cxnSp>
      <p:cxnSp>
        <p:nvCxnSpPr>
          <p:cNvPr id="24" name="Straight Connector 23">
            <a:extLst>
              <a:ext uri="{FF2B5EF4-FFF2-40B4-BE49-F238E27FC236}">
                <a16:creationId xmlns:a16="http://schemas.microsoft.com/office/drawing/2014/main" id="{216B2936-053C-D39F-D21C-089A9B4347F5}"/>
              </a:ext>
            </a:extLst>
          </p:cNvPr>
          <p:cNvCxnSpPr>
            <a:cxnSpLocks/>
          </p:cNvCxnSpPr>
          <p:nvPr/>
        </p:nvCxnSpPr>
        <p:spPr>
          <a:xfrm>
            <a:off x="5559190" y="5498136"/>
            <a:ext cx="0" cy="836407"/>
          </a:xfrm>
          <a:prstGeom prst="line">
            <a:avLst/>
          </a:prstGeom>
          <a:noFill/>
          <a:ln w="38100" cap="flat" cmpd="sng" algn="ctr">
            <a:solidFill>
              <a:srgbClr val="6363C8"/>
            </a:solidFill>
            <a:prstDash val="solid"/>
          </a:ln>
          <a:effectLst/>
        </p:spPr>
      </p:cxnSp>
      <p:grpSp>
        <p:nvGrpSpPr>
          <p:cNvPr id="40" name="Group 39">
            <a:extLst>
              <a:ext uri="{FF2B5EF4-FFF2-40B4-BE49-F238E27FC236}">
                <a16:creationId xmlns:a16="http://schemas.microsoft.com/office/drawing/2014/main" id="{51260067-1FC6-555D-9172-D7BFCF017A97}"/>
              </a:ext>
            </a:extLst>
          </p:cNvPr>
          <p:cNvGrpSpPr/>
          <p:nvPr/>
        </p:nvGrpSpPr>
        <p:grpSpPr>
          <a:xfrm>
            <a:off x="6520548" y="1647952"/>
            <a:ext cx="4886018" cy="4706808"/>
            <a:chOff x="5971036" y="1647952"/>
            <a:chExt cx="5435530" cy="4706808"/>
          </a:xfrm>
        </p:grpSpPr>
        <p:sp>
          <p:nvSpPr>
            <p:cNvPr id="15" name="Rectangle 14">
              <a:extLst>
                <a:ext uri="{FF2B5EF4-FFF2-40B4-BE49-F238E27FC236}">
                  <a16:creationId xmlns:a16="http://schemas.microsoft.com/office/drawing/2014/main" id="{0579AF47-3698-01BA-5FCD-30B6D219EC6F}"/>
                </a:ext>
              </a:extLst>
            </p:cNvPr>
            <p:cNvSpPr/>
            <p:nvPr/>
          </p:nvSpPr>
          <p:spPr>
            <a:xfrm>
              <a:off x="5971037" y="2610497"/>
              <a:ext cx="5435529" cy="836407"/>
            </a:xfrm>
            <a:prstGeom prst="rect">
              <a:avLst/>
            </a:prstGeom>
            <a:solidFill>
              <a:sysClr val="window" lastClr="FFFFFF"/>
            </a:solidFill>
            <a:ln w="25400" cap="flat" cmpd="sng" algn="ctr">
              <a:solidFill>
                <a:srgbClr val="007F62">
                  <a:alpha val="4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lumMod val="50000"/>
                    <a:lumOff val="50000"/>
                  </a:srgbClr>
                </a:solidFill>
                <a:effectLst/>
                <a:uLnTx/>
                <a:uFillTx/>
                <a:latin typeface="HelveticaNeueLT Std" panose="020B0604020202020204" pitchFamily="34" charset="0"/>
                <a:ea typeface="+mn-ea"/>
                <a:cs typeface="Arial" panose="020B0604020202020204" pitchFamily="34" charset="0"/>
              </a:endParaRPr>
            </a:p>
          </p:txBody>
        </p:sp>
        <p:sp>
          <p:nvSpPr>
            <p:cNvPr id="16" name="Rectangle 15">
              <a:extLst>
                <a:ext uri="{FF2B5EF4-FFF2-40B4-BE49-F238E27FC236}">
                  <a16:creationId xmlns:a16="http://schemas.microsoft.com/office/drawing/2014/main" id="{9488EC55-0028-2F6F-703E-033F388B9B86}"/>
                </a:ext>
              </a:extLst>
            </p:cNvPr>
            <p:cNvSpPr/>
            <p:nvPr/>
          </p:nvSpPr>
          <p:spPr>
            <a:xfrm>
              <a:off x="5971037" y="1647952"/>
              <a:ext cx="5435529" cy="836407"/>
            </a:xfrm>
            <a:prstGeom prst="rect">
              <a:avLst/>
            </a:prstGeom>
            <a:solidFill>
              <a:sysClr val="window" lastClr="FFFFFF"/>
            </a:solidFill>
            <a:ln w="25400" cap="flat" cmpd="sng" algn="ctr">
              <a:solidFill>
                <a:srgbClr val="007F62">
                  <a:alpha val="40000"/>
                </a:srgbClr>
              </a:solidFill>
              <a:prstDash val="solid"/>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400" b="0" i="0" u="none" strike="noStrike" kern="0" cap="none" spc="0" normalizeH="0" baseline="0" noProof="0">
                <a:ln>
                  <a:noFill/>
                </a:ln>
                <a:solidFill>
                  <a:srgbClr val="000000">
                    <a:lumMod val="50000"/>
                    <a:lumOff val="50000"/>
                  </a:srgbClr>
                </a:solidFill>
                <a:effectLst/>
                <a:uLnTx/>
                <a:uFillTx/>
                <a:latin typeface="HelveticaNeueLT Std" panose="020B0604020202020204" pitchFamily="34" charset="0"/>
                <a:ea typeface="+mn-ea"/>
                <a:cs typeface="Arial" panose="020B0604020202020204" pitchFamily="34" charset="0"/>
              </a:endParaRPr>
            </a:p>
          </p:txBody>
        </p:sp>
        <p:sp>
          <p:nvSpPr>
            <p:cNvPr id="17" name="Rectangle 16">
              <a:extLst>
                <a:ext uri="{FF2B5EF4-FFF2-40B4-BE49-F238E27FC236}">
                  <a16:creationId xmlns:a16="http://schemas.microsoft.com/office/drawing/2014/main" id="{39160868-D621-8924-8FB7-DF43DF11F53B}"/>
                </a:ext>
              </a:extLst>
            </p:cNvPr>
            <p:cNvSpPr/>
            <p:nvPr/>
          </p:nvSpPr>
          <p:spPr>
            <a:xfrm>
              <a:off x="5971037" y="3573044"/>
              <a:ext cx="5435529" cy="836407"/>
            </a:xfrm>
            <a:prstGeom prst="rect">
              <a:avLst/>
            </a:prstGeom>
            <a:solidFill>
              <a:sysClr val="window" lastClr="FFFFFF"/>
            </a:solidFill>
            <a:ln w="25400" cap="flat" cmpd="sng" algn="ctr">
              <a:solidFill>
                <a:srgbClr val="007F62">
                  <a:alpha val="4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srgbClr val="000000">
                    <a:lumMod val="50000"/>
                    <a:lumOff val="50000"/>
                  </a:srgbClr>
                </a:solidFill>
                <a:effectLst/>
                <a:uLnTx/>
                <a:uFillTx/>
                <a:latin typeface="HelveticaNeueLT Std" panose="020B0604020202020204" pitchFamily="34" charset="0"/>
                <a:ea typeface="+mn-ea"/>
                <a:cs typeface="Arial" panose="020B0604020202020204" pitchFamily="34" charset="0"/>
              </a:endParaRPr>
            </a:p>
          </p:txBody>
        </p:sp>
        <p:sp>
          <p:nvSpPr>
            <p:cNvPr id="18" name="Rectangle 17">
              <a:extLst>
                <a:ext uri="{FF2B5EF4-FFF2-40B4-BE49-F238E27FC236}">
                  <a16:creationId xmlns:a16="http://schemas.microsoft.com/office/drawing/2014/main" id="{95F7534F-4551-C087-BF32-9F119994CE87}"/>
                </a:ext>
              </a:extLst>
            </p:cNvPr>
            <p:cNvSpPr/>
            <p:nvPr/>
          </p:nvSpPr>
          <p:spPr>
            <a:xfrm>
              <a:off x="5971037" y="4535589"/>
              <a:ext cx="5435529" cy="836407"/>
            </a:xfrm>
            <a:prstGeom prst="rect">
              <a:avLst/>
            </a:prstGeom>
            <a:solidFill>
              <a:sysClr val="window" lastClr="FFFFFF"/>
            </a:solidFill>
            <a:ln w="25400" cap="flat" cmpd="sng" algn="ctr">
              <a:solidFill>
                <a:srgbClr val="007F62">
                  <a:alpha val="4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lumMod val="50000"/>
                    <a:lumOff val="50000"/>
                  </a:srgbClr>
                </a:solidFill>
                <a:effectLst/>
                <a:uLnTx/>
                <a:uFillTx/>
                <a:latin typeface="HelveticaNeueLT Std" panose="020B0604020202020204" pitchFamily="34" charset="0"/>
                <a:ea typeface="+mn-ea"/>
                <a:cs typeface="Arial" panose="020B0604020202020204" pitchFamily="34" charset="0"/>
              </a:endParaRPr>
            </a:p>
          </p:txBody>
        </p:sp>
        <p:sp>
          <p:nvSpPr>
            <p:cNvPr id="19" name="Rectangle 18">
              <a:extLst>
                <a:ext uri="{FF2B5EF4-FFF2-40B4-BE49-F238E27FC236}">
                  <a16:creationId xmlns:a16="http://schemas.microsoft.com/office/drawing/2014/main" id="{D4E2B235-724B-2DD9-E0D1-1581DC66AE53}"/>
                </a:ext>
              </a:extLst>
            </p:cNvPr>
            <p:cNvSpPr/>
            <p:nvPr/>
          </p:nvSpPr>
          <p:spPr>
            <a:xfrm>
              <a:off x="5971037" y="5498133"/>
              <a:ext cx="5435529" cy="836407"/>
            </a:xfrm>
            <a:prstGeom prst="rect">
              <a:avLst/>
            </a:prstGeom>
            <a:solidFill>
              <a:sysClr val="window" lastClr="FFFFFF"/>
            </a:solidFill>
            <a:ln w="25400" cap="flat" cmpd="sng" algn="ctr">
              <a:solidFill>
                <a:srgbClr val="007F62">
                  <a:alpha val="4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srgbClr val="000000">
                    <a:lumMod val="50000"/>
                    <a:lumOff val="50000"/>
                  </a:srgbClr>
                </a:solidFill>
                <a:effectLst/>
                <a:uLnTx/>
                <a:uFillTx/>
                <a:latin typeface="HelveticaNeueLT Std" panose="020B0604020202020204" pitchFamily="34" charset="0"/>
                <a:ea typeface="+mn-ea"/>
                <a:cs typeface="Arial" panose="020B0604020202020204" pitchFamily="34" charset="0"/>
              </a:endParaRPr>
            </a:p>
          </p:txBody>
        </p:sp>
        <p:cxnSp>
          <p:nvCxnSpPr>
            <p:cNvPr id="25" name="Straight Connector 24">
              <a:extLst>
                <a:ext uri="{FF2B5EF4-FFF2-40B4-BE49-F238E27FC236}">
                  <a16:creationId xmlns:a16="http://schemas.microsoft.com/office/drawing/2014/main" id="{143CC4EE-D56E-112C-9D0B-2BD895DDD3D6}"/>
                </a:ext>
              </a:extLst>
            </p:cNvPr>
            <p:cNvCxnSpPr/>
            <p:nvPr/>
          </p:nvCxnSpPr>
          <p:spPr>
            <a:xfrm>
              <a:off x="5971036" y="1668169"/>
              <a:ext cx="0" cy="836407"/>
            </a:xfrm>
            <a:prstGeom prst="line">
              <a:avLst/>
            </a:prstGeom>
            <a:noFill/>
            <a:ln w="38100" cap="flat" cmpd="sng" algn="ctr">
              <a:solidFill>
                <a:srgbClr val="007F62"/>
              </a:solidFill>
              <a:prstDash val="solid"/>
            </a:ln>
            <a:effectLst/>
          </p:spPr>
        </p:cxnSp>
        <p:cxnSp>
          <p:nvCxnSpPr>
            <p:cNvPr id="26" name="Straight Connector 25">
              <a:extLst>
                <a:ext uri="{FF2B5EF4-FFF2-40B4-BE49-F238E27FC236}">
                  <a16:creationId xmlns:a16="http://schemas.microsoft.com/office/drawing/2014/main" id="{8B5FB0F6-4629-FF91-953A-02744273E8A2}"/>
                </a:ext>
              </a:extLst>
            </p:cNvPr>
            <p:cNvCxnSpPr/>
            <p:nvPr/>
          </p:nvCxnSpPr>
          <p:spPr>
            <a:xfrm>
              <a:off x="5971859" y="2630715"/>
              <a:ext cx="0" cy="836407"/>
            </a:xfrm>
            <a:prstGeom prst="line">
              <a:avLst/>
            </a:prstGeom>
            <a:noFill/>
            <a:ln w="38100" cap="flat" cmpd="sng" algn="ctr">
              <a:solidFill>
                <a:srgbClr val="007F62"/>
              </a:solidFill>
              <a:prstDash val="solid"/>
            </a:ln>
            <a:effectLst/>
          </p:spPr>
        </p:cxnSp>
        <p:cxnSp>
          <p:nvCxnSpPr>
            <p:cNvPr id="27" name="Straight Connector 26">
              <a:extLst>
                <a:ext uri="{FF2B5EF4-FFF2-40B4-BE49-F238E27FC236}">
                  <a16:creationId xmlns:a16="http://schemas.microsoft.com/office/drawing/2014/main" id="{8961CEDC-96D1-397C-261D-4531FE9DB116}"/>
                </a:ext>
              </a:extLst>
            </p:cNvPr>
            <p:cNvCxnSpPr/>
            <p:nvPr/>
          </p:nvCxnSpPr>
          <p:spPr>
            <a:xfrm>
              <a:off x="5972683" y="3593261"/>
              <a:ext cx="0" cy="836407"/>
            </a:xfrm>
            <a:prstGeom prst="line">
              <a:avLst/>
            </a:prstGeom>
            <a:noFill/>
            <a:ln w="38100" cap="flat" cmpd="sng" algn="ctr">
              <a:solidFill>
                <a:srgbClr val="007F62"/>
              </a:solidFill>
              <a:prstDash val="solid"/>
            </a:ln>
            <a:effectLst/>
          </p:spPr>
        </p:cxnSp>
        <p:cxnSp>
          <p:nvCxnSpPr>
            <p:cNvPr id="28" name="Straight Connector 27">
              <a:extLst>
                <a:ext uri="{FF2B5EF4-FFF2-40B4-BE49-F238E27FC236}">
                  <a16:creationId xmlns:a16="http://schemas.microsoft.com/office/drawing/2014/main" id="{F5CDEA0F-36FA-9404-3EB5-830DF5628FD2}"/>
                </a:ext>
              </a:extLst>
            </p:cNvPr>
            <p:cNvCxnSpPr/>
            <p:nvPr/>
          </p:nvCxnSpPr>
          <p:spPr>
            <a:xfrm>
              <a:off x="5973505" y="4555807"/>
              <a:ext cx="0" cy="836407"/>
            </a:xfrm>
            <a:prstGeom prst="line">
              <a:avLst/>
            </a:prstGeom>
            <a:noFill/>
            <a:ln w="38100" cap="flat" cmpd="sng" algn="ctr">
              <a:solidFill>
                <a:srgbClr val="007F62"/>
              </a:solidFill>
              <a:prstDash val="solid"/>
            </a:ln>
            <a:effectLst/>
          </p:spPr>
        </p:cxnSp>
        <p:cxnSp>
          <p:nvCxnSpPr>
            <p:cNvPr id="29" name="Straight Connector 28">
              <a:extLst>
                <a:ext uri="{FF2B5EF4-FFF2-40B4-BE49-F238E27FC236}">
                  <a16:creationId xmlns:a16="http://schemas.microsoft.com/office/drawing/2014/main" id="{86C41229-15F3-8551-513A-362ECC05CD3C}"/>
                </a:ext>
              </a:extLst>
            </p:cNvPr>
            <p:cNvCxnSpPr/>
            <p:nvPr/>
          </p:nvCxnSpPr>
          <p:spPr>
            <a:xfrm>
              <a:off x="5974328" y="5518353"/>
              <a:ext cx="0" cy="836407"/>
            </a:xfrm>
            <a:prstGeom prst="line">
              <a:avLst/>
            </a:prstGeom>
            <a:noFill/>
            <a:ln w="38100" cap="flat" cmpd="sng" algn="ctr">
              <a:solidFill>
                <a:srgbClr val="007F62"/>
              </a:solidFill>
              <a:prstDash val="solid"/>
            </a:ln>
            <a:effectLst/>
          </p:spPr>
        </p:cxnSp>
      </p:grpSp>
      <p:cxnSp>
        <p:nvCxnSpPr>
          <p:cNvPr id="30" name="Straight Connector 29">
            <a:extLst>
              <a:ext uri="{FF2B5EF4-FFF2-40B4-BE49-F238E27FC236}">
                <a16:creationId xmlns:a16="http://schemas.microsoft.com/office/drawing/2014/main" id="{C03D2F63-10A2-B14E-6874-31B0E3821C83}"/>
              </a:ext>
            </a:extLst>
          </p:cNvPr>
          <p:cNvCxnSpPr/>
          <p:nvPr/>
        </p:nvCxnSpPr>
        <p:spPr>
          <a:xfrm>
            <a:off x="5722988" y="2095000"/>
            <a:ext cx="456113" cy="0"/>
          </a:xfrm>
          <a:prstGeom prst="line">
            <a:avLst/>
          </a:prstGeom>
          <a:noFill/>
          <a:ln w="9525" cap="flat" cmpd="sng" algn="ctr">
            <a:solidFill>
              <a:srgbClr val="71758A"/>
            </a:solidFill>
            <a:prstDash val="solid"/>
            <a:headEnd type="oval" w="med" len="med"/>
            <a:tailEnd type="oval" w="med" len="med"/>
          </a:ln>
          <a:effectLst/>
        </p:spPr>
      </p:cxnSp>
      <p:cxnSp>
        <p:nvCxnSpPr>
          <p:cNvPr id="31" name="Straight Connector 30">
            <a:extLst>
              <a:ext uri="{FF2B5EF4-FFF2-40B4-BE49-F238E27FC236}">
                <a16:creationId xmlns:a16="http://schemas.microsoft.com/office/drawing/2014/main" id="{7D210E01-32B8-F1FE-2971-83B7274742B0}"/>
              </a:ext>
            </a:extLst>
          </p:cNvPr>
          <p:cNvCxnSpPr/>
          <p:nvPr/>
        </p:nvCxnSpPr>
        <p:spPr>
          <a:xfrm>
            <a:off x="5722988" y="3041151"/>
            <a:ext cx="456113" cy="0"/>
          </a:xfrm>
          <a:prstGeom prst="line">
            <a:avLst/>
          </a:prstGeom>
          <a:noFill/>
          <a:ln w="9525" cap="flat" cmpd="sng" algn="ctr">
            <a:solidFill>
              <a:srgbClr val="71758A"/>
            </a:solidFill>
            <a:prstDash val="solid"/>
            <a:headEnd type="oval" w="med" len="med"/>
            <a:tailEnd type="oval" w="med" len="med"/>
          </a:ln>
          <a:effectLst/>
        </p:spPr>
      </p:cxnSp>
      <p:cxnSp>
        <p:nvCxnSpPr>
          <p:cNvPr id="32" name="Straight Connector 31">
            <a:extLst>
              <a:ext uri="{FF2B5EF4-FFF2-40B4-BE49-F238E27FC236}">
                <a16:creationId xmlns:a16="http://schemas.microsoft.com/office/drawing/2014/main" id="{CD02AF77-749F-CDC0-1129-4A25CB2FC6AD}"/>
              </a:ext>
            </a:extLst>
          </p:cNvPr>
          <p:cNvCxnSpPr/>
          <p:nvPr/>
        </p:nvCxnSpPr>
        <p:spPr>
          <a:xfrm>
            <a:off x="5722988" y="3987300"/>
            <a:ext cx="456113" cy="0"/>
          </a:xfrm>
          <a:prstGeom prst="line">
            <a:avLst/>
          </a:prstGeom>
          <a:noFill/>
          <a:ln w="9525" cap="flat" cmpd="sng" algn="ctr">
            <a:solidFill>
              <a:srgbClr val="71758A"/>
            </a:solidFill>
            <a:prstDash val="solid"/>
            <a:headEnd type="oval" w="med" len="med"/>
            <a:tailEnd type="oval" w="med" len="med"/>
          </a:ln>
          <a:effectLst/>
        </p:spPr>
      </p:cxnSp>
      <p:cxnSp>
        <p:nvCxnSpPr>
          <p:cNvPr id="33" name="Straight Connector 32">
            <a:extLst>
              <a:ext uri="{FF2B5EF4-FFF2-40B4-BE49-F238E27FC236}">
                <a16:creationId xmlns:a16="http://schemas.microsoft.com/office/drawing/2014/main" id="{64F8DEFB-03A3-6593-4CC5-9C90E469697F}"/>
              </a:ext>
            </a:extLst>
          </p:cNvPr>
          <p:cNvCxnSpPr/>
          <p:nvPr/>
        </p:nvCxnSpPr>
        <p:spPr>
          <a:xfrm>
            <a:off x="5722988" y="4933451"/>
            <a:ext cx="456113" cy="0"/>
          </a:xfrm>
          <a:prstGeom prst="line">
            <a:avLst/>
          </a:prstGeom>
          <a:noFill/>
          <a:ln w="9525" cap="flat" cmpd="sng" algn="ctr">
            <a:solidFill>
              <a:srgbClr val="71758A"/>
            </a:solidFill>
            <a:prstDash val="solid"/>
            <a:headEnd type="oval" w="med" len="med"/>
            <a:tailEnd type="oval" w="med" len="med"/>
          </a:ln>
          <a:effectLst/>
        </p:spPr>
      </p:cxnSp>
      <p:cxnSp>
        <p:nvCxnSpPr>
          <p:cNvPr id="34" name="Straight Connector 33">
            <a:extLst>
              <a:ext uri="{FF2B5EF4-FFF2-40B4-BE49-F238E27FC236}">
                <a16:creationId xmlns:a16="http://schemas.microsoft.com/office/drawing/2014/main" id="{6208FF88-829C-388B-7345-AB4165D68272}"/>
              </a:ext>
            </a:extLst>
          </p:cNvPr>
          <p:cNvCxnSpPr/>
          <p:nvPr/>
        </p:nvCxnSpPr>
        <p:spPr>
          <a:xfrm>
            <a:off x="5722988" y="5879600"/>
            <a:ext cx="456113" cy="0"/>
          </a:xfrm>
          <a:prstGeom prst="line">
            <a:avLst/>
          </a:prstGeom>
          <a:noFill/>
          <a:ln w="9525" cap="flat" cmpd="sng" algn="ctr">
            <a:solidFill>
              <a:srgbClr val="71758A"/>
            </a:solidFill>
            <a:prstDash val="solid"/>
            <a:headEnd type="oval" w="med" len="med"/>
            <a:tailEnd type="oval" w="med" len="med"/>
          </a:ln>
          <a:effectLst/>
        </p:spPr>
      </p:cxnSp>
      <p:sp>
        <p:nvSpPr>
          <p:cNvPr id="48" name="Rectangle 47">
            <a:extLst>
              <a:ext uri="{FF2B5EF4-FFF2-40B4-BE49-F238E27FC236}">
                <a16:creationId xmlns:a16="http://schemas.microsoft.com/office/drawing/2014/main" id="{B2AD3338-DCD2-0552-1623-27FE9314934A}"/>
              </a:ext>
            </a:extLst>
          </p:cNvPr>
          <p:cNvSpPr/>
          <p:nvPr/>
        </p:nvSpPr>
        <p:spPr>
          <a:xfrm>
            <a:off x="2186580" y="1071271"/>
            <a:ext cx="3369318" cy="491932"/>
          </a:xfrm>
          <a:prstGeom prst="rect">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ptos"/>
              <a:ea typeface="+mn-ea"/>
              <a:cs typeface="+mn-cs"/>
            </a:endParaRPr>
          </a:p>
        </p:txBody>
      </p:sp>
      <p:sp>
        <p:nvSpPr>
          <p:cNvPr id="49" name="Rectangle 48">
            <a:extLst>
              <a:ext uri="{FF2B5EF4-FFF2-40B4-BE49-F238E27FC236}">
                <a16:creationId xmlns:a16="http://schemas.microsoft.com/office/drawing/2014/main" id="{88BAC68D-E5C0-8FB6-6B51-1BED442E9330}"/>
              </a:ext>
            </a:extLst>
          </p:cNvPr>
          <p:cNvSpPr/>
          <p:nvPr/>
        </p:nvSpPr>
        <p:spPr>
          <a:xfrm>
            <a:off x="6520548" y="1044539"/>
            <a:ext cx="4886018" cy="491932"/>
          </a:xfrm>
          <a:prstGeom prst="rect">
            <a:avLst/>
          </a:prstGeom>
          <a:solidFill>
            <a:schemeClr val="accent1"/>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ptos"/>
              <a:ea typeface="+mn-ea"/>
              <a:cs typeface="+mn-cs"/>
            </a:endParaRPr>
          </a:p>
        </p:txBody>
      </p:sp>
      <p:sp>
        <p:nvSpPr>
          <p:cNvPr id="50" name="Rectangle 49">
            <a:extLst>
              <a:ext uri="{FF2B5EF4-FFF2-40B4-BE49-F238E27FC236}">
                <a16:creationId xmlns:a16="http://schemas.microsoft.com/office/drawing/2014/main" id="{41161DDF-35D4-3F05-DED5-8B1EFE4E284A}"/>
              </a:ext>
            </a:extLst>
          </p:cNvPr>
          <p:cNvSpPr/>
          <p:nvPr/>
        </p:nvSpPr>
        <p:spPr>
          <a:xfrm>
            <a:off x="687874" y="1807824"/>
            <a:ext cx="1415161" cy="516661"/>
          </a:xfrm>
          <a:prstGeom prst="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ptos"/>
              <a:ea typeface="+mn-ea"/>
              <a:cs typeface="+mn-cs"/>
            </a:endParaRPr>
          </a:p>
        </p:txBody>
      </p:sp>
      <p:sp>
        <p:nvSpPr>
          <p:cNvPr id="51" name="Rectangle 50">
            <a:extLst>
              <a:ext uri="{FF2B5EF4-FFF2-40B4-BE49-F238E27FC236}">
                <a16:creationId xmlns:a16="http://schemas.microsoft.com/office/drawing/2014/main" id="{DD04B05A-34B0-4B2E-D14F-46851F951B8C}"/>
              </a:ext>
            </a:extLst>
          </p:cNvPr>
          <p:cNvSpPr/>
          <p:nvPr/>
        </p:nvSpPr>
        <p:spPr>
          <a:xfrm>
            <a:off x="687874" y="2790587"/>
            <a:ext cx="1415161" cy="516661"/>
          </a:xfrm>
          <a:prstGeom prst="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ptos"/>
              <a:ea typeface="+mn-ea"/>
              <a:cs typeface="+mn-cs"/>
            </a:endParaRPr>
          </a:p>
        </p:txBody>
      </p:sp>
      <p:sp>
        <p:nvSpPr>
          <p:cNvPr id="52" name="Rectangle 51">
            <a:extLst>
              <a:ext uri="{FF2B5EF4-FFF2-40B4-BE49-F238E27FC236}">
                <a16:creationId xmlns:a16="http://schemas.microsoft.com/office/drawing/2014/main" id="{7898FE3E-0CD7-9F4C-9854-A4A121E0C4BB}"/>
              </a:ext>
            </a:extLst>
          </p:cNvPr>
          <p:cNvSpPr/>
          <p:nvPr/>
        </p:nvSpPr>
        <p:spPr>
          <a:xfrm>
            <a:off x="673007" y="3720516"/>
            <a:ext cx="1415161" cy="516661"/>
          </a:xfrm>
          <a:prstGeom prst="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ptos"/>
              <a:ea typeface="+mn-ea"/>
              <a:cs typeface="+mn-cs"/>
            </a:endParaRPr>
          </a:p>
        </p:txBody>
      </p:sp>
      <p:sp>
        <p:nvSpPr>
          <p:cNvPr id="53" name="Rectangle 52">
            <a:extLst>
              <a:ext uri="{FF2B5EF4-FFF2-40B4-BE49-F238E27FC236}">
                <a16:creationId xmlns:a16="http://schemas.microsoft.com/office/drawing/2014/main" id="{0E344212-E62D-5061-4DC6-70D4C7ED2C6B}"/>
              </a:ext>
            </a:extLst>
          </p:cNvPr>
          <p:cNvSpPr/>
          <p:nvPr/>
        </p:nvSpPr>
        <p:spPr>
          <a:xfrm>
            <a:off x="687874" y="4715679"/>
            <a:ext cx="1415161" cy="516661"/>
          </a:xfrm>
          <a:prstGeom prst="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ptos"/>
              <a:ea typeface="+mn-ea"/>
              <a:cs typeface="+mn-cs"/>
            </a:endParaRPr>
          </a:p>
        </p:txBody>
      </p:sp>
      <p:sp>
        <p:nvSpPr>
          <p:cNvPr id="54" name="Rectangle 53">
            <a:extLst>
              <a:ext uri="{FF2B5EF4-FFF2-40B4-BE49-F238E27FC236}">
                <a16:creationId xmlns:a16="http://schemas.microsoft.com/office/drawing/2014/main" id="{01ED4B26-2110-CC92-3AD0-59AB4163FB25}"/>
              </a:ext>
            </a:extLst>
          </p:cNvPr>
          <p:cNvSpPr/>
          <p:nvPr/>
        </p:nvSpPr>
        <p:spPr>
          <a:xfrm>
            <a:off x="673007" y="5621269"/>
            <a:ext cx="1415161" cy="516661"/>
          </a:xfrm>
          <a:prstGeom prst="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ptos"/>
              <a:ea typeface="+mn-ea"/>
              <a:cs typeface="+mn-cs"/>
            </a:endParaRPr>
          </a:p>
        </p:txBody>
      </p:sp>
      <p:sp>
        <p:nvSpPr>
          <p:cNvPr id="55" name="TextBox 54">
            <a:extLst>
              <a:ext uri="{FF2B5EF4-FFF2-40B4-BE49-F238E27FC236}">
                <a16:creationId xmlns:a16="http://schemas.microsoft.com/office/drawing/2014/main" id="{ECA9BF3E-BD87-9608-348B-2E518DAA7698}"/>
              </a:ext>
            </a:extLst>
          </p:cNvPr>
          <p:cNvSpPr txBox="1"/>
          <p:nvPr/>
        </p:nvSpPr>
        <p:spPr>
          <a:xfrm>
            <a:off x="733920" y="1789155"/>
            <a:ext cx="1349610" cy="400110"/>
          </a:xfrm>
          <a:prstGeom prst="rect">
            <a:avLst/>
          </a:prstGeom>
          <a:noFill/>
        </p:spPr>
        <p:txBody>
          <a:bodyPr wrap="square">
            <a:spAutoFit/>
          </a:bodyPr>
          <a:lstStyle/>
          <a:p>
            <a:pPr lvl="0">
              <a:defRPr/>
            </a:pPr>
            <a:r>
              <a:rPr lang="en-IN" sz="1000" dirty="0">
                <a:solidFill>
                  <a:schemeClr val="bg1"/>
                </a:solidFill>
                <a:latin typeface="Verdana" panose="020B0604030504040204" pitchFamily="34" charset="0"/>
                <a:ea typeface="Verdana" panose="020B0604030504040204" pitchFamily="34" charset="0"/>
              </a:rPr>
              <a:t>Execute </a:t>
            </a:r>
            <a:r>
              <a:rPr lang="en-IN" sz="1000" dirty="0" err="1">
                <a:solidFill>
                  <a:schemeClr val="bg1"/>
                </a:solidFill>
                <a:latin typeface="Verdana" panose="020B0604030504040204" pitchFamily="34" charset="0"/>
                <a:ea typeface="Verdana" panose="020B0604030504040204" pitchFamily="34" charset="0"/>
              </a:rPr>
              <a:t>Multie</a:t>
            </a:r>
            <a:r>
              <a:rPr lang="en-IN" sz="1000" dirty="0">
                <a:solidFill>
                  <a:schemeClr val="bg1"/>
                </a:solidFill>
                <a:latin typeface="Verdana" panose="020B0604030504040204" pitchFamily="34" charset="0"/>
                <a:ea typeface="Verdana" panose="020B0604030504040204" pitchFamily="34" charset="0"/>
              </a:rPr>
              <a:t> Device Testing</a:t>
            </a:r>
            <a:endParaRPr kumimoji="0" lang="en-IN" sz="1000" b="0" i="0" u="none" strike="noStrike" kern="120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endParaRPr>
          </a:p>
        </p:txBody>
      </p:sp>
      <p:sp>
        <p:nvSpPr>
          <p:cNvPr id="56" name="TextBox 55">
            <a:extLst>
              <a:ext uri="{FF2B5EF4-FFF2-40B4-BE49-F238E27FC236}">
                <a16:creationId xmlns:a16="http://schemas.microsoft.com/office/drawing/2014/main" id="{7CA34FB2-4D3C-41BC-15D9-730BB93BE35F}"/>
              </a:ext>
            </a:extLst>
          </p:cNvPr>
          <p:cNvSpPr txBox="1"/>
          <p:nvPr/>
        </p:nvSpPr>
        <p:spPr>
          <a:xfrm>
            <a:off x="705782" y="2925806"/>
            <a:ext cx="1349610" cy="400110"/>
          </a:xfrm>
          <a:prstGeom prst="rect">
            <a:avLst/>
          </a:prstGeom>
          <a:noFill/>
        </p:spPr>
        <p:txBody>
          <a:bodyPr wrap="square">
            <a:spAutoFit/>
          </a:bodyPr>
          <a:lstStyle/>
          <a:p>
            <a:pPr lvl="0">
              <a:defRPr/>
            </a:pPr>
            <a:r>
              <a:rPr lang="en-IN" sz="1000" dirty="0">
                <a:solidFill>
                  <a:schemeClr val="bg1"/>
                </a:solidFill>
                <a:latin typeface="Verdana" panose="020B0604030504040204" pitchFamily="34" charset="0"/>
                <a:ea typeface="Verdana" panose="020B0604030504040204" pitchFamily="34" charset="0"/>
              </a:rPr>
              <a:t>User Acceptance Testing of Feature</a:t>
            </a:r>
            <a:endParaRPr kumimoji="0" lang="en-IN" sz="1000" b="0" i="0" u="none" strike="noStrike" kern="120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endParaRPr>
          </a:p>
        </p:txBody>
      </p:sp>
      <p:sp>
        <p:nvSpPr>
          <p:cNvPr id="57" name="TextBox 56">
            <a:extLst>
              <a:ext uri="{FF2B5EF4-FFF2-40B4-BE49-F238E27FC236}">
                <a16:creationId xmlns:a16="http://schemas.microsoft.com/office/drawing/2014/main" id="{A2F387ED-3CA0-2163-AC09-30AA919029FF}"/>
              </a:ext>
            </a:extLst>
          </p:cNvPr>
          <p:cNvSpPr txBox="1"/>
          <p:nvPr/>
        </p:nvSpPr>
        <p:spPr>
          <a:xfrm>
            <a:off x="687873" y="3765962"/>
            <a:ext cx="1497061" cy="400110"/>
          </a:xfrm>
          <a:prstGeom prst="rect">
            <a:avLst/>
          </a:prstGeom>
          <a:noFill/>
        </p:spPr>
        <p:txBody>
          <a:bodyPr wrap="square">
            <a:spAutoFit/>
          </a:bodyPr>
          <a:lstStyle/>
          <a:p>
            <a:pPr lvl="0">
              <a:defRPr/>
            </a:pPr>
            <a:r>
              <a:rPr lang="en-IN" sz="1000" dirty="0">
                <a:solidFill>
                  <a:schemeClr val="bg1"/>
                </a:solidFill>
                <a:latin typeface="Verdana" panose="020B0604030504040204" pitchFamily="34" charset="0"/>
                <a:ea typeface="Verdana" panose="020B0604030504040204" pitchFamily="34" charset="0"/>
              </a:rPr>
              <a:t>Execute Regression Testing</a:t>
            </a:r>
            <a:endParaRPr kumimoji="0" lang="en-IN" sz="1000" b="0" i="0" u="none" strike="noStrike" kern="120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endParaRPr>
          </a:p>
        </p:txBody>
      </p:sp>
      <p:sp>
        <p:nvSpPr>
          <p:cNvPr id="58" name="TextBox 57">
            <a:extLst>
              <a:ext uri="{FF2B5EF4-FFF2-40B4-BE49-F238E27FC236}">
                <a16:creationId xmlns:a16="http://schemas.microsoft.com/office/drawing/2014/main" id="{E3394726-8130-CA63-6D5E-7E0714DBD7B7}"/>
              </a:ext>
            </a:extLst>
          </p:cNvPr>
          <p:cNvSpPr txBox="1"/>
          <p:nvPr/>
        </p:nvSpPr>
        <p:spPr>
          <a:xfrm>
            <a:off x="755643" y="4783589"/>
            <a:ext cx="1349610" cy="400110"/>
          </a:xfrm>
          <a:prstGeom prst="rect">
            <a:avLst/>
          </a:prstGeom>
          <a:noFill/>
        </p:spPr>
        <p:txBody>
          <a:bodyPr wrap="square">
            <a:spAutoFit/>
          </a:bodyPr>
          <a:lstStyle/>
          <a:p>
            <a:pPr lvl="0">
              <a:defRPr/>
            </a:pPr>
            <a:r>
              <a:rPr lang="en-IN" sz="1000" dirty="0">
                <a:solidFill>
                  <a:schemeClr val="bg1"/>
                </a:solidFill>
                <a:latin typeface="Verdana" panose="020B0604030504040204" pitchFamily="34" charset="0"/>
                <a:ea typeface="Verdana" panose="020B0604030504040204" pitchFamily="34" charset="0"/>
              </a:rPr>
              <a:t>Performance Testing sign off</a:t>
            </a:r>
            <a:endParaRPr kumimoji="0" lang="en-IN" sz="1000" b="0" i="0" u="none" strike="noStrike" kern="120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endParaRPr>
          </a:p>
        </p:txBody>
      </p:sp>
      <p:sp>
        <p:nvSpPr>
          <p:cNvPr id="59" name="TextBox 58">
            <a:extLst>
              <a:ext uri="{FF2B5EF4-FFF2-40B4-BE49-F238E27FC236}">
                <a16:creationId xmlns:a16="http://schemas.microsoft.com/office/drawing/2014/main" id="{ACAB69B5-751C-2B48-22B1-D6DB8BC07D54}"/>
              </a:ext>
            </a:extLst>
          </p:cNvPr>
          <p:cNvSpPr txBox="1"/>
          <p:nvPr/>
        </p:nvSpPr>
        <p:spPr>
          <a:xfrm>
            <a:off x="733920" y="5756488"/>
            <a:ext cx="1349610" cy="400110"/>
          </a:xfrm>
          <a:prstGeom prst="rect">
            <a:avLst/>
          </a:prstGeom>
          <a:noFill/>
        </p:spPr>
        <p:txBody>
          <a:bodyPr wrap="square">
            <a:spAutoFit/>
          </a:bodyPr>
          <a:lstStyle/>
          <a:p>
            <a:pPr lvl="0">
              <a:defRPr/>
            </a:pPr>
            <a:r>
              <a:rPr lang="en-IN" sz="1000" dirty="0">
                <a:solidFill>
                  <a:schemeClr val="bg1"/>
                </a:solidFill>
                <a:latin typeface="Verdana" panose="020B0604030504040204" pitchFamily="34" charset="0"/>
                <a:ea typeface="Verdana" panose="020B0604030504040204" pitchFamily="34" charset="0"/>
              </a:rPr>
              <a:t>Performance Usability Testing</a:t>
            </a:r>
            <a:endParaRPr kumimoji="0" lang="en-IN" sz="1000" b="0" i="0" u="none" strike="noStrike" kern="120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endParaRPr>
          </a:p>
        </p:txBody>
      </p:sp>
      <p:sp>
        <p:nvSpPr>
          <p:cNvPr id="60" name="TextBox 59">
            <a:extLst>
              <a:ext uri="{FF2B5EF4-FFF2-40B4-BE49-F238E27FC236}">
                <a16:creationId xmlns:a16="http://schemas.microsoft.com/office/drawing/2014/main" id="{68C19FCC-0AE0-B9EB-FC9A-338736362786}"/>
              </a:ext>
            </a:extLst>
          </p:cNvPr>
          <p:cNvSpPr txBox="1"/>
          <p:nvPr/>
        </p:nvSpPr>
        <p:spPr>
          <a:xfrm>
            <a:off x="2186580" y="1136361"/>
            <a:ext cx="3369317" cy="400110"/>
          </a:xfrm>
          <a:prstGeom prst="rect">
            <a:avLst/>
          </a:prstGeom>
          <a:no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rPr>
              <a:t>Task</a:t>
            </a:r>
          </a:p>
        </p:txBody>
      </p:sp>
      <p:sp>
        <p:nvSpPr>
          <p:cNvPr id="61" name="TextBox 60">
            <a:extLst>
              <a:ext uri="{FF2B5EF4-FFF2-40B4-BE49-F238E27FC236}">
                <a16:creationId xmlns:a16="http://schemas.microsoft.com/office/drawing/2014/main" id="{55002B76-55F9-4ECC-2156-FD9A742D9CBA}"/>
              </a:ext>
            </a:extLst>
          </p:cNvPr>
          <p:cNvSpPr txBox="1"/>
          <p:nvPr/>
        </p:nvSpPr>
        <p:spPr>
          <a:xfrm>
            <a:off x="7278898" y="1090450"/>
            <a:ext cx="3369317" cy="400110"/>
          </a:xfrm>
          <a:prstGeom prst="rect">
            <a:avLst/>
          </a:prstGeom>
          <a:no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rPr>
              <a:t>Agentic AI Task</a:t>
            </a:r>
          </a:p>
        </p:txBody>
      </p:sp>
      <p:sp>
        <p:nvSpPr>
          <p:cNvPr id="63" name="TextBox 62">
            <a:extLst>
              <a:ext uri="{FF2B5EF4-FFF2-40B4-BE49-F238E27FC236}">
                <a16:creationId xmlns:a16="http://schemas.microsoft.com/office/drawing/2014/main" id="{A10C7803-F0CD-17FA-836A-0B7C2BABF24D}"/>
              </a:ext>
            </a:extLst>
          </p:cNvPr>
          <p:cNvSpPr txBox="1"/>
          <p:nvPr/>
        </p:nvSpPr>
        <p:spPr>
          <a:xfrm>
            <a:off x="6517257" y="1785470"/>
            <a:ext cx="4886012" cy="400110"/>
          </a:xfrm>
          <a:prstGeom prst="rect">
            <a:avLst/>
          </a:prstGeom>
          <a:noFill/>
        </p:spPr>
        <p:txBody>
          <a:bodyPr wrap="square">
            <a:spAutoFit/>
          </a:bodyPr>
          <a:lstStyle/>
          <a:p>
            <a:pPr lvl="0">
              <a:defRPr/>
            </a:pPr>
            <a:r>
              <a:rPr lang="en-IN" sz="1000" dirty="0">
                <a:latin typeface="Verdana" panose="020B0604030504040204" pitchFamily="34" charset="0"/>
                <a:ea typeface="Verdana" panose="020B0604030504040204" pitchFamily="34" charset="0"/>
              </a:rPr>
              <a:t>Ensure AI model inputs/outputs are mobile-optimized</a:t>
            </a:r>
            <a:br>
              <a:rPr lang="en-IN" sz="1000" dirty="0">
                <a:latin typeface="Verdana" panose="020B0604030504040204" pitchFamily="34" charset="0"/>
                <a:ea typeface="Verdana" panose="020B0604030504040204" pitchFamily="34" charset="0"/>
              </a:rPr>
            </a:br>
            <a:r>
              <a:rPr lang="en-IN" sz="1000" dirty="0">
                <a:latin typeface="Verdana" panose="020B0604030504040204" pitchFamily="34" charset="0"/>
                <a:ea typeface="Verdana" panose="020B0604030504040204" pitchFamily="34" charset="0"/>
              </a:rPr>
              <a:t>Test AI widgets (e.g., autocomplete, voice) on devices</a:t>
            </a:r>
            <a:endParaRPr kumimoji="0" lang="en-US" sz="10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endParaRPr>
          </a:p>
        </p:txBody>
      </p:sp>
      <p:sp>
        <p:nvSpPr>
          <p:cNvPr id="65" name="TextBox 64">
            <a:extLst>
              <a:ext uri="{FF2B5EF4-FFF2-40B4-BE49-F238E27FC236}">
                <a16:creationId xmlns:a16="http://schemas.microsoft.com/office/drawing/2014/main" id="{0A31EE27-962A-24AC-70B7-6A7889423A07}"/>
              </a:ext>
            </a:extLst>
          </p:cNvPr>
          <p:cNvSpPr txBox="1"/>
          <p:nvPr/>
        </p:nvSpPr>
        <p:spPr>
          <a:xfrm>
            <a:off x="6519725" y="2767179"/>
            <a:ext cx="4886012" cy="400110"/>
          </a:xfrm>
          <a:prstGeom prst="rect">
            <a:avLst/>
          </a:prstGeom>
          <a:noFill/>
        </p:spPr>
        <p:txBody>
          <a:bodyPr wrap="square">
            <a:spAutoFit/>
          </a:bodyPr>
          <a:lstStyle/>
          <a:p>
            <a:pPr lvl="0">
              <a:defRPr/>
            </a:pPr>
            <a:r>
              <a:rPr lang="en-IN" sz="1000" dirty="0">
                <a:latin typeface="Verdana" panose="020B0604030504040204" pitchFamily="34" charset="0"/>
                <a:ea typeface="Verdana" panose="020B0604030504040204" pitchFamily="34" charset="0"/>
              </a:rPr>
              <a:t>Assist users with AI-generated guidance or tooltips</a:t>
            </a:r>
            <a:br>
              <a:rPr lang="en-IN" sz="1000" dirty="0">
                <a:latin typeface="Verdana" panose="020B0604030504040204" pitchFamily="34" charset="0"/>
                <a:ea typeface="Verdana" panose="020B0604030504040204" pitchFamily="34" charset="0"/>
              </a:rPr>
            </a:br>
            <a:r>
              <a:rPr lang="en-IN" sz="1000" dirty="0">
                <a:latin typeface="Verdana" panose="020B0604030504040204" pitchFamily="34" charset="0"/>
                <a:ea typeface="Verdana" panose="020B0604030504040204" pitchFamily="34" charset="0"/>
              </a:rPr>
              <a:t>Capture qualitative feedback using sentiment analysis</a:t>
            </a:r>
            <a:endParaRPr kumimoji="0" lang="en-US" sz="10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endParaRPr>
          </a:p>
        </p:txBody>
      </p:sp>
      <p:sp>
        <p:nvSpPr>
          <p:cNvPr id="66" name="TextBox 65">
            <a:extLst>
              <a:ext uri="{FF2B5EF4-FFF2-40B4-BE49-F238E27FC236}">
                <a16:creationId xmlns:a16="http://schemas.microsoft.com/office/drawing/2014/main" id="{BCA84EFE-6859-5514-BDAB-763192414815}"/>
              </a:ext>
            </a:extLst>
          </p:cNvPr>
          <p:cNvSpPr txBox="1"/>
          <p:nvPr/>
        </p:nvSpPr>
        <p:spPr>
          <a:xfrm>
            <a:off x="6567430" y="3699418"/>
            <a:ext cx="4886012" cy="400110"/>
          </a:xfrm>
          <a:prstGeom prst="rect">
            <a:avLst/>
          </a:prstGeom>
          <a:noFill/>
        </p:spPr>
        <p:txBody>
          <a:bodyPr wrap="square">
            <a:spAutoFit/>
          </a:bodyPr>
          <a:lstStyle/>
          <a:p>
            <a:pPr lvl="0">
              <a:defRPr/>
            </a:pPr>
            <a:r>
              <a:rPr lang="en-IN" sz="1000" dirty="0">
                <a:latin typeface="Verdana" panose="020B0604030504040204" pitchFamily="34" charset="0"/>
                <a:ea typeface="Verdana" panose="020B0604030504040204" pitchFamily="34" charset="0"/>
              </a:rPr>
              <a:t>Run baseline and updated AI model comparisons</a:t>
            </a:r>
            <a:br>
              <a:rPr lang="en-IN" sz="1000" dirty="0">
                <a:latin typeface="Verdana" panose="020B0604030504040204" pitchFamily="34" charset="0"/>
                <a:ea typeface="Verdana" panose="020B0604030504040204" pitchFamily="34" charset="0"/>
              </a:rPr>
            </a:br>
            <a:r>
              <a:rPr lang="en-IN" sz="1000" dirty="0">
                <a:latin typeface="Verdana" panose="020B0604030504040204" pitchFamily="34" charset="0"/>
                <a:ea typeface="Verdana" panose="020B0604030504040204" pitchFamily="34" charset="0"/>
              </a:rPr>
              <a:t>Auto-flag prediction drift or dropped metrics</a:t>
            </a:r>
            <a:endParaRPr kumimoji="0" lang="en-US" sz="10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endParaRPr>
          </a:p>
        </p:txBody>
      </p:sp>
      <p:sp>
        <p:nvSpPr>
          <p:cNvPr id="67" name="TextBox 66">
            <a:extLst>
              <a:ext uri="{FF2B5EF4-FFF2-40B4-BE49-F238E27FC236}">
                <a16:creationId xmlns:a16="http://schemas.microsoft.com/office/drawing/2014/main" id="{DFC6A91D-B43D-AC91-F400-5E93DC55B259}"/>
              </a:ext>
            </a:extLst>
          </p:cNvPr>
          <p:cNvSpPr txBox="1"/>
          <p:nvPr/>
        </p:nvSpPr>
        <p:spPr>
          <a:xfrm>
            <a:off x="6567430" y="4715679"/>
            <a:ext cx="4886012" cy="400110"/>
          </a:xfrm>
          <a:prstGeom prst="rect">
            <a:avLst/>
          </a:prstGeom>
          <a:noFill/>
        </p:spPr>
        <p:txBody>
          <a:bodyPr wrap="square">
            <a:spAutoFit/>
          </a:bodyPr>
          <a:lstStyle/>
          <a:p>
            <a:pPr lvl="0">
              <a:defRPr/>
            </a:pPr>
            <a:r>
              <a:rPr lang="en-IN" sz="1000" dirty="0">
                <a:latin typeface="Verdana" panose="020B0604030504040204" pitchFamily="34" charset="0"/>
                <a:ea typeface="Verdana" panose="020B0604030504040204" pitchFamily="34" charset="0"/>
              </a:rPr>
              <a:t>Generate AI performance comparison dashboards</a:t>
            </a:r>
            <a:br>
              <a:rPr lang="en-IN" sz="1000" dirty="0">
                <a:latin typeface="Verdana" panose="020B0604030504040204" pitchFamily="34" charset="0"/>
                <a:ea typeface="Verdana" panose="020B0604030504040204" pitchFamily="34" charset="0"/>
              </a:rPr>
            </a:br>
            <a:r>
              <a:rPr lang="en-IN" sz="1000" dirty="0">
                <a:latin typeface="Verdana" panose="020B0604030504040204" pitchFamily="34" charset="0"/>
                <a:ea typeface="Verdana" panose="020B0604030504040204" pitchFamily="34" charset="0"/>
              </a:rPr>
              <a:t>Summarize load test outcomes using intelligent agents</a:t>
            </a:r>
            <a:endParaRPr kumimoji="0" lang="en-US" sz="10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endParaRPr>
          </a:p>
        </p:txBody>
      </p:sp>
      <p:sp>
        <p:nvSpPr>
          <p:cNvPr id="68" name="TextBox 67">
            <a:extLst>
              <a:ext uri="{FF2B5EF4-FFF2-40B4-BE49-F238E27FC236}">
                <a16:creationId xmlns:a16="http://schemas.microsoft.com/office/drawing/2014/main" id="{E9974519-8B61-947B-24CA-19CD5AF715D7}"/>
              </a:ext>
            </a:extLst>
          </p:cNvPr>
          <p:cNvSpPr txBox="1"/>
          <p:nvPr/>
        </p:nvSpPr>
        <p:spPr>
          <a:xfrm>
            <a:off x="6517257" y="5654726"/>
            <a:ext cx="4886012" cy="400110"/>
          </a:xfrm>
          <a:prstGeom prst="rect">
            <a:avLst/>
          </a:prstGeom>
          <a:noFill/>
        </p:spPr>
        <p:txBody>
          <a:bodyPr wrap="square">
            <a:spAutoFit/>
          </a:bodyPr>
          <a:lstStyle/>
          <a:p>
            <a:pPr lvl="0">
              <a:defRPr/>
            </a:pPr>
            <a:r>
              <a:rPr lang="en-IN" sz="1000" dirty="0">
                <a:latin typeface="Verdana" panose="020B0604030504040204" pitchFamily="34" charset="0"/>
                <a:ea typeface="Verdana" panose="020B0604030504040204" pitchFamily="34" charset="0"/>
              </a:rPr>
              <a:t>Run voice-of-customer analysis on AI feature usage</a:t>
            </a:r>
            <a:br>
              <a:rPr lang="en-IN" sz="1000" dirty="0">
                <a:latin typeface="Verdana" panose="020B0604030504040204" pitchFamily="34" charset="0"/>
                <a:ea typeface="Verdana" panose="020B0604030504040204" pitchFamily="34" charset="0"/>
              </a:rPr>
            </a:br>
            <a:r>
              <a:rPr lang="en-IN" sz="1000" dirty="0">
                <a:latin typeface="Verdana" panose="020B0604030504040204" pitchFamily="34" charset="0"/>
                <a:ea typeface="Verdana" panose="020B0604030504040204" pitchFamily="34" charset="0"/>
              </a:rPr>
              <a:t>Monitor user interactions and intent understanding</a:t>
            </a:r>
            <a:endParaRPr kumimoji="0" lang="en-US" sz="10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endParaRPr>
          </a:p>
        </p:txBody>
      </p:sp>
      <p:sp>
        <p:nvSpPr>
          <p:cNvPr id="69" name="TextBox 68">
            <a:extLst>
              <a:ext uri="{FF2B5EF4-FFF2-40B4-BE49-F238E27FC236}">
                <a16:creationId xmlns:a16="http://schemas.microsoft.com/office/drawing/2014/main" id="{9D204E29-2A68-9734-7CD2-E17F3E358BB2}"/>
              </a:ext>
            </a:extLst>
          </p:cNvPr>
          <p:cNvSpPr txBox="1"/>
          <p:nvPr/>
        </p:nvSpPr>
        <p:spPr>
          <a:xfrm>
            <a:off x="2224377" y="3681162"/>
            <a:ext cx="3247662" cy="400110"/>
          </a:xfrm>
          <a:prstGeom prst="rect">
            <a:avLst/>
          </a:prstGeom>
          <a:noFill/>
        </p:spPr>
        <p:txBody>
          <a:bodyPr wrap="square">
            <a:spAutoFit/>
          </a:bodyPr>
          <a:lstStyle/>
          <a:p>
            <a:pPr lvl="0">
              <a:defRPr/>
            </a:pPr>
            <a:r>
              <a:rPr lang="en-IN" sz="1000" dirty="0">
                <a:latin typeface="Verdana" panose="020B0604030504040204" pitchFamily="34" charset="0"/>
                <a:ea typeface="Verdana" panose="020B0604030504040204" pitchFamily="34" charset="0"/>
              </a:rPr>
              <a:t>Ensure new code doesn’t break existing functionality</a:t>
            </a:r>
            <a:endParaRPr kumimoji="0" lang="en-US" sz="10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endParaRPr>
          </a:p>
        </p:txBody>
      </p:sp>
      <p:sp>
        <p:nvSpPr>
          <p:cNvPr id="70" name="TextBox 69">
            <a:extLst>
              <a:ext uri="{FF2B5EF4-FFF2-40B4-BE49-F238E27FC236}">
                <a16:creationId xmlns:a16="http://schemas.microsoft.com/office/drawing/2014/main" id="{3538CFAD-109F-B10D-4F0A-A1A1A2317204}"/>
              </a:ext>
            </a:extLst>
          </p:cNvPr>
          <p:cNvSpPr txBox="1"/>
          <p:nvPr/>
        </p:nvSpPr>
        <p:spPr>
          <a:xfrm>
            <a:off x="2263006" y="4610285"/>
            <a:ext cx="3247662" cy="246221"/>
          </a:xfrm>
          <a:prstGeom prst="rect">
            <a:avLst/>
          </a:prstGeom>
          <a:noFill/>
        </p:spPr>
        <p:txBody>
          <a:bodyPr wrap="square">
            <a:spAutoFit/>
          </a:bodyPr>
          <a:lstStyle/>
          <a:p>
            <a:pPr lvl="0">
              <a:defRPr/>
            </a:pPr>
            <a:r>
              <a:rPr lang="en-IN" sz="1000" dirty="0">
                <a:latin typeface="Verdana" panose="020B0604030504040204" pitchFamily="34" charset="0"/>
                <a:ea typeface="Verdana" panose="020B0604030504040204" pitchFamily="34" charset="0"/>
              </a:rPr>
              <a:t>Final approval of performance test results</a:t>
            </a:r>
            <a:endParaRPr kumimoji="0" lang="en-US" sz="10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endParaRPr>
          </a:p>
        </p:txBody>
      </p:sp>
      <p:sp>
        <p:nvSpPr>
          <p:cNvPr id="71" name="TextBox 70">
            <a:extLst>
              <a:ext uri="{FF2B5EF4-FFF2-40B4-BE49-F238E27FC236}">
                <a16:creationId xmlns:a16="http://schemas.microsoft.com/office/drawing/2014/main" id="{041AD3CD-7F6E-582B-8259-29AEE7F6AE5A}"/>
              </a:ext>
            </a:extLst>
          </p:cNvPr>
          <p:cNvSpPr txBox="1"/>
          <p:nvPr/>
        </p:nvSpPr>
        <p:spPr>
          <a:xfrm>
            <a:off x="2263006" y="5593170"/>
            <a:ext cx="3247662" cy="400110"/>
          </a:xfrm>
          <a:prstGeom prst="rect">
            <a:avLst/>
          </a:prstGeom>
          <a:noFill/>
        </p:spPr>
        <p:txBody>
          <a:bodyPr wrap="square">
            <a:spAutoFit/>
          </a:bodyPr>
          <a:lstStyle/>
          <a:p>
            <a:pPr lvl="0">
              <a:defRPr/>
            </a:pPr>
            <a:r>
              <a:rPr lang="en-IN" sz="1000" dirty="0">
                <a:latin typeface="Verdana" panose="020B0604030504040204" pitchFamily="34" charset="0"/>
                <a:ea typeface="Verdana" panose="020B0604030504040204" pitchFamily="34" charset="0"/>
              </a:rPr>
              <a:t>Execute usability testing</a:t>
            </a:r>
            <a:br>
              <a:rPr lang="en-IN" sz="1000" dirty="0">
                <a:latin typeface="Verdana" panose="020B0604030504040204" pitchFamily="34" charset="0"/>
                <a:ea typeface="Verdana" panose="020B0604030504040204" pitchFamily="34" charset="0"/>
              </a:rPr>
            </a:br>
            <a:r>
              <a:rPr lang="en-IN" sz="1000" dirty="0">
                <a:latin typeface="Verdana" panose="020B0604030504040204" pitchFamily="34" charset="0"/>
                <a:ea typeface="Verdana" panose="020B0604030504040204" pitchFamily="34" charset="0"/>
              </a:rPr>
              <a:t>Gather end-user experience data</a:t>
            </a:r>
            <a:endParaRPr kumimoji="0" lang="en-US" sz="10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endParaRPr>
          </a:p>
        </p:txBody>
      </p:sp>
      <p:sp>
        <p:nvSpPr>
          <p:cNvPr id="72" name="TextBox 71">
            <a:extLst>
              <a:ext uri="{FF2B5EF4-FFF2-40B4-BE49-F238E27FC236}">
                <a16:creationId xmlns:a16="http://schemas.microsoft.com/office/drawing/2014/main" id="{E5B1527A-74F3-19F2-893A-5EE4C8B74F2A}"/>
              </a:ext>
            </a:extLst>
          </p:cNvPr>
          <p:cNvSpPr txBox="1"/>
          <p:nvPr/>
        </p:nvSpPr>
        <p:spPr>
          <a:xfrm>
            <a:off x="2238337" y="1767031"/>
            <a:ext cx="3272328" cy="400110"/>
          </a:xfrm>
          <a:prstGeom prst="rect">
            <a:avLst/>
          </a:prstGeom>
          <a:noFill/>
        </p:spPr>
        <p:txBody>
          <a:bodyPr wrap="square">
            <a:spAutoFit/>
          </a:bodyPr>
          <a:lstStyle/>
          <a:p>
            <a:pPr lvl="0">
              <a:defRPr/>
            </a:pPr>
            <a:r>
              <a:rPr lang="en-IN" sz="1000" dirty="0">
                <a:latin typeface="Verdana" panose="020B0604030504040204" pitchFamily="34" charset="0"/>
                <a:ea typeface="Verdana" panose="020B0604030504040204" pitchFamily="34" charset="0"/>
              </a:rPr>
              <a:t>Validate experience on phones, tablets, desktops</a:t>
            </a:r>
            <a:endParaRPr kumimoji="0" lang="en-US" sz="10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endParaRPr>
          </a:p>
        </p:txBody>
      </p:sp>
      <p:sp>
        <p:nvSpPr>
          <p:cNvPr id="73" name="TextBox 72">
            <a:extLst>
              <a:ext uri="{FF2B5EF4-FFF2-40B4-BE49-F238E27FC236}">
                <a16:creationId xmlns:a16="http://schemas.microsoft.com/office/drawing/2014/main" id="{7F608898-BE08-B648-0A62-C84FC078BA1C}"/>
              </a:ext>
            </a:extLst>
          </p:cNvPr>
          <p:cNvSpPr txBox="1"/>
          <p:nvPr/>
        </p:nvSpPr>
        <p:spPr>
          <a:xfrm>
            <a:off x="2185751" y="2833028"/>
            <a:ext cx="3324914" cy="400110"/>
          </a:xfrm>
          <a:prstGeom prst="rect">
            <a:avLst/>
          </a:prstGeom>
          <a:noFill/>
        </p:spPr>
        <p:txBody>
          <a:bodyPr wrap="square">
            <a:spAutoFit/>
          </a:bodyPr>
          <a:lstStyle/>
          <a:p>
            <a:pPr lvl="0">
              <a:defRPr/>
            </a:pPr>
            <a:r>
              <a:rPr lang="en-IN" sz="1000" dirty="0">
                <a:latin typeface="Verdana" panose="020B0604030504040204" pitchFamily="34" charset="0"/>
                <a:ea typeface="Verdana" panose="020B0604030504040204" pitchFamily="34" charset="0"/>
              </a:rPr>
              <a:t>Validate new feature sets</a:t>
            </a:r>
            <a:br>
              <a:rPr lang="en-IN" sz="1000" dirty="0">
                <a:latin typeface="Verdana" panose="020B0604030504040204" pitchFamily="34" charset="0"/>
                <a:ea typeface="Verdana" panose="020B0604030504040204" pitchFamily="34" charset="0"/>
              </a:rPr>
            </a:br>
            <a:r>
              <a:rPr lang="en-IN" sz="1000" dirty="0">
                <a:latin typeface="Verdana" panose="020B0604030504040204" pitchFamily="34" charset="0"/>
                <a:ea typeface="Verdana" panose="020B0604030504040204" pitchFamily="34" charset="0"/>
              </a:rPr>
              <a:t>Confirm alignment with business goals</a:t>
            </a:r>
            <a:endParaRPr kumimoji="0" lang="en-US" sz="10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endParaRPr>
          </a:p>
        </p:txBody>
      </p:sp>
      <p:grpSp>
        <p:nvGrpSpPr>
          <p:cNvPr id="37" name="Group 36">
            <a:extLst>
              <a:ext uri="{FF2B5EF4-FFF2-40B4-BE49-F238E27FC236}">
                <a16:creationId xmlns:a16="http://schemas.microsoft.com/office/drawing/2014/main" id="{3B0CFC2D-F46C-A029-AD81-82D433959426}"/>
              </a:ext>
            </a:extLst>
          </p:cNvPr>
          <p:cNvGrpSpPr/>
          <p:nvPr/>
        </p:nvGrpSpPr>
        <p:grpSpPr>
          <a:xfrm>
            <a:off x="3021164" y="601015"/>
            <a:ext cx="9172634" cy="276999"/>
            <a:chOff x="3021164" y="601015"/>
            <a:chExt cx="9172634" cy="276999"/>
          </a:xfrm>
        </p:grpSpPr>
        <p:sp>
          <p:nvSpPr>
            <p:cNvPr id="8" name="TextBox 7">
              <a:extLst>
                <a:ext uri="{FF2B5EF4-FFF2-40B4-BE49-F238E27FC236}">
                  <a16:creationId xmlns:a16="http://schemas.microsoft.com/office/drawing/2014/main" id="{3533D334-8A8A-D5D7-DF85-B4229DAB7914}"/>
                </a:ext>
              </a:extLst>
            </p:cNvPr>
            <p:cNvSpPr txBox="1"/>
            <p:nvPr/>
          </p:nvSpPr>
          <p:spPr>
            <a:xfrm>
              <a:off x="3021164" y="601015"/>
              <a:ext cx="2223936" cy="276999"/>
            </a:xfrm>
            <a:prstGeom prst="rect">
              <a:avLst/>
            </a:prstGeom>
            <a:noFill/>
          </p:spPr>
          <p:txBody>
            <a:bodyPr wrap="square" rtlCol="0">
              <a:spAutoFit/>
            </a:bodyPr>
            <a:lstStyle/>
            <a:p>
              <a:r>
                <a:rPr lang="en-IN" sz="1200" i="1">
                  <a:latin typeface="Verdana" panose="020B0604030504040204" pitchFamily="34" charset="0"/>
                  <a:ea typeface="Verdana" panose="020B0604030504040204" pitchFamily="34" charset="0"/>
                </a:rPr>
                <a:t>Responsible:</a:t>
              </a:r>
            </a:p>
          </p:txBody>
        </p:sp>
        <p:sp>
          <p:nvSpPr>
            <p:cNvPr id="14" name="TextBox 13">
              <a:extLst>
                <a:ext uri="{FF2B5EF4-FFF2-40B4-BE49-F238E27FC236}">
                  <a16:creationId xmlns:a16="http://schemas.microsoft.com/office/drawing/2014/main" id="{A26D0A93-CBF9-23D3-E002-CF0543AC65F0}"/>
                </a:ext>
              </a:extLst>
            </p:cNvPr>
            <p:cNvSpPr txBox="1"/>
            <p:nvPr/>
          </p:nvSpPr>
          <p:spPr>
            <a:xfrm>
              <a:off x="5337397" y="601015"/>
              <a:ext cx="2223936" cy="276999"/>
            </a:xfrm>
            <a:prstGeom prst="rect">
              <a:avLst/>
            </a:prstGeom>
            <a:noFill/>
          </p:spPr>
          <p:txBody>
            <a:bodyPr wrap="square" rtlCol="0">
              <a:spAutoFit/>
            </a:bodyPr>
            <a:lstStyle/>
            <a:p>
              <a:r>
                <a:rPr lang="en-IN" sz="1200" i="1">
                  <a:latin typeface="Verdana" panose="020B0604030504040204" pitchFamily="34" charset="0"/>
                  <a:ea typeface="Verdana" panose="020B0604030504040204" pitchFamily="34" charset="0"/>
                </a:rPr>
                <a:t>Accountable:</a:t>
              </a:r>
            </a:p>
          </p:txBody>
        </p:sp>
        <p:sp>
          <p:nvSpPr>
            <p:cNvPr id="35" name="TextBox 34">
              <a:extLst>
                <a:ext uri="{FF2B5EF4-FFF2-40B4-BE49-F238E27FC236}">
                  <a16:creationId xmlns:a16="http://schemas.microsoft.com/office/drawing/2014/main" id="{C9978D70-62B0-E1ED-D937-C2B14F929FAB}"/>
                </a:ext>
              </a:extLst>
            </p:cNvPr>
            <p:cNvSpPr txBox="1"/>
            <p:nvPr/>
          </p:nvSpPr>
          <p:spPr>
            <a:xfrm>
              <a:off x="9969862" y="601015"/>
              <a:ext cx="2223936" cy="276999"/>
            </a:xfrm>
            <a:prstGeom prst="rect">
              <a:avLst/>
            </a:prstGeom>
            <a:noFill/>
          </p:spPr>
          <p:txBody>
            <a:bodyPr wrap="square" rtlCol="0">
              <a:spAutoFit/>
            </a:bodyPr>
            <a:lstStyle/>
            <a:p>
              <a:r>
                <a:rPr lang="en-IN" sz="1200" i="1">
                  <a:latin typeface="Verdana" panose="020B0604030504040204" pitchFamily="34" charset="0"/>
                  <a:ea typeface="Verdana" panose="020B0604030504040204" pitchFamily="34" charset="0"/>
                </a:rPr>
                <a:t>Informed:</a:t>
              </a:r>
            </a:p>
          </p:txBody>
        </p:sp>
        <p:sp>
          <p:nvSpPr>
            <p:cNvPr id="36" name="TextBox 35">
              <a:extLst>
                <a:ext uri="{FF2B5EF4-FFF2-40B4-BE49-F238E27FC236}">
                  <a16:creationId xmlns:a16="http://schemas.microsoft.com/office/drawing/2014/main" id="{C277270F-73D6-D086-10F2-150BB598E921}"/>
                </a:ext>
              </a:extLst>
            </p:cNvPr>
            <p:cNvSpPr txBox="1"/>
            <p:nvPr/>
          </p:nvSpPr>
          <p:spPr>
            <a:xfrm>
              <a:off x="7653630" y="601015"/>
              <a:ext cx="2223936" cy="276999"/>
            </a:xfrm>
            <a:prstGeom prst="rect">
              <a:avLst/>
            </a:prstGeom>
            <a:noFill/>
          </p:spPr>
          <p:txBody>
            <a:bodyPr wrap="square" rtlCol="0">
              <a:spAutoFit/>
            </a:bodyPr>
            <a:lstStyle/>
            <a:p>
              <a:r>
                <a:rPr lang="en-IN" sz="1200" i="1">
                  <a:latin typeface="Verdana" panose="020B0604030504040204" pitchFamily="34" charset="0"/>
                  <a:ea typeface="Verdana" panose="020B0604030504040204" pitchFamily="34" charset="0"/>
                </a:rPr>
                <a:t>Consulted:</a:t>
              </a:r>
            </a:p>
          </p:txBody>
        </p:sp>
      </p:grpSp>
    </p:spTree>
    <p:extLst>
      <p:ext uri="{BB962C8B-B14F-4D97-AF65-F5344CB8AC3E}">
        <p14:creationId xmlns:p14="http://schemas.microsoft.com/office/powerpoint/2010/main" val="10267115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0C10E-855E-E3D1-E0F5-441300235B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7EF454-82E5-66CB-5087-2FCE2023CBB4}"/>
              </a:ext>
            </a:extLst>
          </p:cNvPr>
          <p:cNvSpPr>
            <a:spLocks noGrp="1"/>
          </p:cNvSpPr>
          <p:nvPr>
            <p:ph type="title"/>
          </p:nvPr>
        </p:nvSpPr>
        <p:spPr>
          <a:xfrm>
            <a:off x="593461" y="264653"/>
            <a:ext cx="10668000" cy="438725"/>
          </a:xfrm>
        </p:spPr>
        <p:txBody>
          <a:bodyPr/>
          <a:lstStyle/>
          <a:p>
            <a:r>
              <a:rPr lang="en-IN" dirty="0"/>
              <a:t>4.7 Deployment and Rollout</a:t>
            </a:r>
          </a:p>
        </p:txBody>
      </p:sp>
      <p:sp>
        <p:nvSpPr>
          <p:cNvPr id="3" name="Rectangle 2">
            <a:extLst>
              <a:ext uri="{FF2B5EF4-FFF2-40B4-BE49-F238E27FC236}">
                <a16:creationId xmlns:a16="http://schemas.microsoft.com/office/drawing/2014/main" id="{09FC86F3-881A-5056-CDEE-8A0D209FD4EB}"/>
              </a:ext>
            </a:extLst>
          </p:cNvPr>
          <p:cNvSpPr/>
          <p:nvPr/>
        </p:nvSpPr>
        <p:spPr>
          <a:xfrm>
            <a:off x="593461" y="5477113"/>
            <a:ext cx="11228615" cy="864831"/>
          </a:xfrm>
          <a:prstGeom prst="rect">
            <a:avLst/>
          </a:prstGeom>
          <a:solidFill>
            <a:sysClr val="window" lastClr="FFFFFF">
              <a:lumMod val="95000"/>
            </a:sysClr>
          </a:solidFill>
          <a:ln w="6350" cap="flat" cmpd="sng" algn="ctr">
            <a:noFill/>
            <a:prstDash val="solid"/>
            <a:miter lim="800000"/>
          </a:ln>
          <a:effectLst/>
        </p:spPr>
        <p:txBody>
          <a:bodyPr lIns="853440" rtlCol="0" anchor="ctr"/>
          <a:lstStyle/>
          <a:p>
            <a:pPr marL="0" marR="0" lvl="0" indent="0" algn="l" defTabSz="914013" rtl="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gradFill>
                <a:gsLst>
                  <a:gs pos="0">
                    <a:srgbClr val="00B140"/>
                  </a:gs>
                  <a:gs pos="100000">
                    <a:srgbClr val="0033B4">
                      <a:lumMod val="45000"/>
                      <a:lumOff val="55000"/>
                    </a:srgbClr>
                  </a:gs>
                </a:gsLst>
                <a:lin ang="13500000" scaled="1"/>
              </a:gradFill>
              <a:effectLst/>
              <a:uLnTx/>
              <a:uFillTx/>
              <a:latin typeface="HelveticaNeueLT Std" panose="020B0604020202020204" pitchFamily="34" charset="0"/>
              <a:ea typeface="MS PGothic" pitchFamily="34" charset="-128"/>
              <a:cs typeface="+mn-cs"/>
            </a:endParaRPr>
          </a:p>
        </p:txBody>
      </p:sp>
      <p:sp>
        <p:nvSpPr>
          <p:cNvPr id="4" name="Rectangle 3">
            <a:extLst>
              <a:ext uri="{FF2B5EF4-FFF2-40B4-BE49-F238E27FC236}">
                <a16:creationId xmlns:a16="http://schemas.microsoft.com/office/drawing/2014/main" id="{75B0865E-DC3B-C36E-EC3D-7B5C17D2A50D}"/>
              </a:ext>
            </a:extLst>
          </p:cNvPr>
          <p:cNvSpPr/>
          <p:nvPr/>
        </p:nvSpPr>
        <p:spPr>
          <a:xfrm>
            <a:off x="593461" y="3554953"/>
            <a:ext cx="11228615" cy="847789"/>
          </a:xfrm>
          <a:prstGeom prst="rect">
            <a:avLst/>
          </a:prstGeom>
          <a:solidFill>
            <a:sysClr val="window" lastClr="FFFFFF">
              <a:lumMod val="95000"/>
            </a:sysClr>
          </a:solidFill>
          <a:ln w="6350" cap="flat" cmpd="sng" algn="ctr">
            <a:noFill/>
            <a:prstDash val="solid"/>
            <a:miter lim="800000"/>
          </a:ln>
          <a:effectLst/>
        </p:spPr>
        <p:txBody>
          <a:bodyPr lIns="853440" rtlCol="0" anchor="ctr"/>
          <a:lstStyle/>
          <a:p>
            <a:pPr marL="0" marR="0" lvl="0" indent="0" algn="l" defTabSz="914013" rtl="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gradFill>
                <a:gsLst>
                  <a:gs pos="0">
                    <a:srgbClr val="00B140"/>
                  </a:gs>
                  <a:gs pos="100000">
                    <a:srgbClr val="0033B4">
                      <a:lumMod val="45000"/>
                      <a:lumOff val="55000"/>
                    </a:srgbClr>
                  </a:gs>
                </a:gsLst>
                <a:lin ang="13500000" scaled="1"/>
              </a:gradFill>
              <a:effectLst/>
              <a:uLnTx/>
              <a:uFillTx/>
              <a:latin typeface="HelveticaNeueLT Std" panose="020B0604020202020204" pitchFamily="34" charset="0"/>
              <a:ea typeface="MS PGothic" pitchFamily="34" charset="-128"/>
              <a:cs typeface="+mn-cs"/>
            </a:endParaRPr>
          </a:p>
        </p:txBody>
      </p:sp>
      <p:sp>
        <p:nvSpPr>
          <p:cNvPr id="5" name="Rectangle 4">
            <a:extLst>
              <a:ext uri="{FF2B5EF4-FFF2-40B4-BE49-F238E27FC236}">
                <a16:creationId xmlns:a16="http://schemas.microsoft.com/office/drawing/2014/main" id="{F884AF34-8067-33BD-BD47-1206C3A07560}"/>
              </a:ext>
            </a:extLst>
          </p:cNvPr>
          <p:cNvSpPr/>
          <p:nvPr/>
        </p:nvSpPr>
        <p:spPr>
          <a:xfrm>
            <a:off x="593461" y="4501604"/>
            <a:ext cx="11228615" cy="864831"/>
          </a:xfrm>
          <a:prstGeom prst="rect">
            <a:avLst/>
          </a:prstGeom>
          <a:solidFill>
            <a:sysClr val="window" lastClr="FFFFFF">
              <a:lumMod val="95000"/>
            </a:sysClr>
          </a:solidFill>
          <a:ln w="6350" cap="flat" cmpd="sng" algn="ctr">
            <a:noFill/>
            <a:prstDash val="solid"/>
            <a:miter lim="800000"/>
          </a:ln>
          <a:effectLst/>
        </p:spPr>
        <p:txBody>
          <a:bodyPr lIns="853440" rtlCol="0" anchor="ctr"/>
          <a:lstStyle/>
          <a:p>
            <a:pPr marL="0" marR="0" lvl="0" indent="0" algn="l" defTabSz="914013" rtl="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gradFill>
                <a:gsLst>
                  <a:gs pos="0">
                    <a:srgbClr val="00B140"/>
                  </a:gs>
                  <a:gs pos="100000">
                    <a:srgbClr val="0033B4">
                      <a:lumMod val="45000"/>
                      <a:lumOff val="55000"/>
                    </a:srgbClr>
                  </a:gs>
                </a:gsLst>
                <a:lin ang="13500000" scaled="1"/>
              </a:gradFill>
              <a:effectLst/>
              <a:uLnTx/>
              <a:uFillTx/>
              <a:latin typeface="HelveticaNeueLT Std" panose="020B0604020202020204" pitchFamily="34" charset="0"/>
              <a:ea typeface="MS PGothic" pitchFamily="34" charset="-128"/>
              <a:cs typeface="+mn-cs"/>
            </a:endParaRPr>
          </a:p>
        </p:txBody>
      </p:sp>
      <p:sp>
        <p:nvSpPr>
          <p:cNvPr id="6" name="Rectangle 5">
            <a:extLst>
              <a:ext uri="{FF2B5EF4-FFF2-40B4-BE49-F238E27FC236}">
                <a16:creationId xmlns:a16="http://schemas.microsoft.com/office/drawing/2014/main" id="{3124BA14-F18C-FFCC-CDD1-64798F01F50D}"/>
              </a:ext>
            </a:extLst>
          </p:cNvPr>
          <p:cNvSpPr/>
          <p:nvPr/>
        </p:nvSpPr>
        <p:spPr>
          <a:xfrm>
            <a:off x="593461" y="1647149"/>
            <a:ext cx="11228616" cy="847789"/>
          </a:xfrm>
          <a:prstGeom prst="rect">
            <a:avLst/>
          </a:prstGeom>
          <a:solidFill>
            <a:sysClr val="window" lastClr="FFFFFF">
              <a:lumMod val="95000"/>
            </a:sysClr>
          </a:solidFill>
          <a:ln w="6350" cap="flat" cmpd="sng" algn="ctr">
            <a:noFill/>
            <a:prstDash val="solid"/>
            <a:miter lim="800000"/>
          </a:ln>
          <a:effectLst/>
        </p:spPr>
        <p:txBody>
          <a:bodyPr lIns="853440" rtlCol="0" anchor="ctr"/>
          <a:lstStyle/>
          <a:p>
            <a:pPr marL="0" marR="0" lvl="0" indent="0" algn="l" defTabSz="914013" rtl="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gradFill>
                <a:gsLst>
                  <a:gs pos="0">
                    <a:srgbClr val="00B140"/>
                  </a:gs>
                  <a:gs pos="100000">
                    <a:srgbClr val="0033B4">
                      <a:lumMod val="45000"/>
                      <a:lumOff val="55000"/>
                    </a:srgbClr>
                  </a:gs>
                </a:gsLst>
                <a:lin ang="13500000" scaled="1"/>
              </a:gradFill>
              <a:effectLst/>
              <a:uLnTx/>
              <a:uFillTx/>
              <a:latin typeface="HelveticaNeueLT Std" panose="020B0604020202020204" pitchFamily="34" charset="0"/>
              <a:ea typeface="MS PGothic" pitchFamily="34" charset="-128"/>
              <a:cs typeface="+mn-cs"/>
            </a:endParaRPr>
          </a:p>
        </p:txBody>
      </p:sp>
      <p:sp>
        <p:nvSpPr>
          <p:cNvPr id="7" name="Rectangle 6">
            <a:extLst>
              <a:ext uri="{FF2B5EF4-FFF2-40B4-BE49-F238E27FC236}">
                <a16:creationId xmlns:a16="http://schemas.microsoft.com/office/drawing/2014/main" id="{BB93B174-023C-BBF1-5EBF-24E373F36D55}"/>
              </a:ext>
            </a:extLst>
          </p:cNvPr>
          <p:cNvSpPr/>
          <p:nvPr/>
        </p:nvSpPr>
        <p:spPr>
          <a:xfrm>
            <a:off x="593461" y="2593800"/>
            <a:ext cx="11228615" cy="864831"/>
          </a:xfrm>
          <a:prstGeom prst="rect">
            <a:avLst/>
          </a:prstGeom>
          <a:solidFill>
            <a:sysClr val="window" lastClr="FFFFFF">
              <a:lumMod val="95000"/>
            </a:sysClr>
          </a:solidFill>
          <a:ln w="6350" cap="flat" cmpd="sng" algn="ctr">
            <a:noFill/>
            <a:prstDash val="solid"/>
            <a:miter lim="800000"/>
          </a:ln>
          <a:effectLst/>
        </p:spPr>
        <p:txBody>
          <a:bodyPr lIns="853440" rtlCol="0" anchor="ctr"/>
          <a:lstStyle/>
          <a:p>
            <a:pPr marL="0" marR="0" lvl="0" indent="0" algn="l" defTabSz="914013" rtl="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gradFill>
                <a:gsLst>
                  <a:gs pos="0">
                    <a:srgbClr val="00B140"/>
                  </a:gs>
                  <a:gs pos="100000">
                    <a:srgbClr val="0033B4">
                      <a:lumMod val="45000"/>
                      <a:lumOff val="55000"/>
                    </a:srgbClr>
                  </a:gs>
                </a:gsLst>
                <a:lin ang="13500000" scaled="1"/>
              </a:gradFill>
              <a:effectLst/>
              <a:uLnTx/>
              <a:uFillTx/>
              <a:latin typeface="HelveticaNeueLT Std" panose="020B0604020202020204" pitchFamily="34" charset="0"/>
              <a:ea typeface="MS PGothic" pitchFamily="34" charset="-128"/>
              <a:cs typeface="+mn-cs"/>
            </a:endParaRPr>
          </a:p>
        </p:txBody>
      </p:sp>
      <p:sp>
        <p:nvSpPr>
          <p:cNvPr id="9" name="Rectangle 8">
            <a:extLst>
              <a:ext uri="{FF2B5EF4-FFF2-40B4-BE49-F238E27FC236}">
                <a16:creationId xmlns:a16="http://schemas.microsoft.com/office/drawing/2014/main" id="{407FE5AD-E917-71E0-E6E7-7B82698B37BD}"/>
              </a:ext>
            </a:extLst>
          </p:cNvPr>
          <p:cNvSpPr/>
          <p:nvPr/>
        </p:nvSpPr>
        <p:spPr>
          <a:xfrm>
            <a:off x="2186580" y="2610497"/>
            <a:ext cx="3369319" cy="836407"/>
          </a:xfrm>
          <a:prstGeom prst="rect">
            <a:avLst/>
          </a:prstGeom>
          <a:solidFill>
            <a:sysClr val="window" lastClr="FFFFFF"/>
          </a:solidFill>
          <a:ln w="25400" cap="flat" cmpd="sng" algn="ctr">
            <a:solidFill>
              <a:srgbClr val="6363C8">
                <a:alpha val="4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srgbClr val="000000"/>
              </a:solidFill>
              <a:effectLst/>
              <a:uLnTx/>
              <a:uFillTx/>
              <a:latin typeface="HelveticaNeueLT Std" panose="020B0604020202020204" pitchFamily="34" charset="0"/>
              <a:ea typeface="+mn-ea"/>
              <a:cs typeface="Arial" panose="020B0604020202020204" pitchFamily="34" charset="0"/>
            </a:endParaRPr>
          </a:p>
        </p:txBody>
      </p:sp>
      <p:sp>
        <p:nvSpPr>
          <p:cNvPr id="10" name="Rectangle 9">
            <a:extLst>
              <a:ext uri="{FF2B5EF4-FFF2-40B4-BE49-F238E27FC236}">
                <a16:creationId xmlns:a16="http://schemas.microsoft.com/office/drawing/2014/main" id="{C6C53263-9F64-A0FF-CDEE-ACE2181545C2}"/>
              </a:ext>
            </a:extLst>
          </p:cNvPr>
          <p:cNvSpPr/>
          <p:nvPr/>
        </p:nvSpPr>
        <p:spPr>
          <a:xfrm>
            <a:off x="2186580" y="1647952"/>
            <a:ext cx="3369319" cy="836407"/>
          </a:xfrm>
          <a:prstGeom prst="rect">
            <a:avLst/>
          </a:prstGeom>
          <a:solidFill>
            <a:sysClr val="window" lastClr="FFFFFF"/>
          </a:solidFill>
          <a:ln w="25400" cap="flat" cmpd="sng" algn="ctr">
            <a:solidFill>
              <a:srgbClr val="6363C8">
                <a:alpha val="40000"/>
              </a:srgbClr>
            </a:solidFill>
            <a:prstDash val="solid"/>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IN" sz="1400" b="0" i="0" u="none" strike="noStrike" kern="0" cap="none" spc="0" normalizeH="0" baseline="0" noProof="0">
              <a:ln>
                <a:noFill/>
              </a:ln>
              <a:solidFill>
                <a:srgbClr val="000000"/>
              </a:solidFill>
              <a:effectLst/>
              <a:uLnTx/>
              <a:uFillTx/>
              <a:latin typeface="HelveticaNeueLT Std" panose="020B0604020202020204" pitchFamily="34" charset="0"/>
              <a:ea typeface="+mn-ea"/>
              <a:cs typeface="Arial" panose="020B0604020202020204" pitchFamily="34" charset="0"/>
            </a:endParaRPr>
          </a:p>
        </p:txBody>
      </p:sp>
      <p:sp>
        <p:nvSpPr>
          <p:cNvPr id="11" name="Rectangle 10">
            <a:extLst>
              <a:ext uri="{FF2B5EF4-FFF2-40B4-BE49-F238E27FC236}">
                <a16:creationId xmlns:a16="http://schemas.microsoft.com/office/drawing/2014/main" id="{57F16D61-8CBB-F630-877B-7110FA944955}"/>
              </a:ext>
            </a:extLst>
          </p:cNvPr>
          <p:cNvSpPr/>
          <p:nvPr/>
        </p:nvSpPr>
        <p:spPr>
          <a:xfrm>
            <a:off x="2186580" y="3573044"/>
            <a:ext cx="3369319" cy="836407"/>
          </a:xfrm>
          <a:prstGeom prst="rect">
            <a:avLst/>
          </a:prstGeom>
          <a:solidFill>
            <a:sysClr val="window" lastClr="FFFFFF"/>
          </a:solidFill>
          <a:ln w="25400" cap="flat" cmpd="sng" algn="ctr">
            <a:solidFill>
              <a:srgbClr val="6363C8">
                <a:alpha val="4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srgbClr val="000000"/>
              </a:solidFill>
              <a:effectLst/>
              <a:uLnTx/>
              <a:uFillTx/>
              <a:latin typeface="HelveticaNeueLT Std" panose="020B0604020202020204" pitchFamily="34" charset="0"/>
              <a:ea typeface="+mn-ea"/>
              <a:cs typeface="Arial" panose="020B0604020202020204" pitchFamily="34" charset="0"/>
            </a:endParaRPr>
          </a:p>
        </p:txBody>
      </p:sp>
      <p:sp>
        <p:nvSpPr>
          <p:cNvPr id="12" name="Rectangle 11">
            <a:extLst>
              <a:ext uri="{FF2B5EF4-FFF2-40B4-BE49-F238E27FC236}">
                <a16:creationId xmlns:a16="http://schemas.microsoft.com/office/drawing/2014/main" id="{C2178EA8-1474-1D0B-64DF-F93E144A73FE}"/>
              </a:ext>
            </a:extLst>
          </p:cNvPr>
          <p:cNvSpPr/>
          <p:nvPr/>
        </p:nvSpPr>
        <p:spPr>
          <a:xfrm>
            <a:off x="2186580" y="4535589"/>
            <a:ext cx="3369319" cy="836407"/>
          </a:xfrm>
          <a:prstGeom prst="rect">
            <a:avLst/>
          </a:prstGeom>
          <a:solidFill>
            <a:sysClr val="window" lastClr="FFFFFF"/>
          </a:solidFill>
          <a:ln w="25400" cap="flat" cmpd="sng" algn="ctr">
            <a:solidFill>
              <a:srgbClr val="6363C8">
                <a:alpha val="4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srgbClr val="000000"/>
              </a:solidFill>
              <a:effectLst/>
              <a:uLnTx/>
              <a:uFillTx/>
              <a:latin typeface="HelveticaNeueLT Std" panose="020B0604020202020204" pitchFamily="34" charset="0"/>
              <a:ea typeface="+mn-ea"/>
              <a:cs typeface="Arial" panose="020B0604020202020204" pitchFamily="34" charset="0"/>
            </a:endParaRPr>
          </a:p>
        </p:txBody>
      </p:sp>
      <p:sp>
        <p:nvSpPr>
          <p:cNvPr id="13" name="Rectangle 12">
            <a:extLst>
              <a:ext uri="{FF2B5EF4-FFF2-40B4-BE49-F238E27FC236}">
                <a16:creationId xmlns:a16="http://schemas.microsoft.com/office/drawing/2014/main" id="{528B3241-EC4C-E5A0-4F5D-AB2A42537028}"/>
              </a:ext>
            </a:extLst>
          </p:cNvPr>
          <p:cNvSpPr/>
          <p:nvPr/>
        </p:nvSpPr>
        <p:spPr>
          <a:xfrm>
            <a:off x="2186580" y="5498133"/>
            <a:ext cx="3369319" cy="836407"/>
          </a:xfrm>
          <a:prstGeom prst="rect">
            <a:avLst/>
          </a:prstGeom>
          <a:solidFill>
            <a:sysClr val="window" lastClr="FFFFFF"/>
          </a:solidFill>
          <a:ln w="25400" cap="flat" cmpd="sng" algn="ctr">
            <a:solidFill>
              <a:srgbClr val="6363C8">
                <a:alpha val="4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srgbClr val="000000"/>
              </a:solidFill>
              <a:effectLst/>
              <a:uLnTx/>
              <a:uFillTx/>
              <a:latin typeface="HelveticaNeueLT Std" panose="020B0604020202020204" pitchFamily="34" charset="0"/>
              <a:ea typeface="+mn-ea"/>
              <a:cs typeface="Arial" panose="020B0604020202020204" pitchFamily="34" charset="0"/>
            </a:endParaRPr>
          </a:p>
        </p:txBody>
      </p:sp>
      <p:cxnSp>
        <p:nvCxnSpPr>
          <p:cNvPr id="20" name="Straight Connector 19">
            <a:extLst>
              <a:ext uri="{FF2B5EF4-FFF2-40B4-BE49-F238E27FC236}">
                <a16:creationId xmlns:a16="http://schemas.microsoft.com/office/drawing/2014/main" id="{4F4FFECB-0527-14EF-016C-8C5D8D92C16E}"/>
              </a:ext>
            </a:extLst>
          </p:cNvPr>
          <p:cNvCxnSpPr>
            <a:cxnSpLocks/>
          </p:cNvCxnSpPr>
          <p:nvPr/>
        </p:nvCxnSpPr>
        <p:spPr>
          <a:xfrm>
            <a:off x="5555898" y="1647952"/>
            <a:ext cx="0" cy="836407"/>
          </a:xfrm>
          <a:prstGeom prst="line">
            <a:avLst/>
          </a:prstGeom>
          <a:noFill/>
          <a:ln w="38100" cap="flat" cmpd="sng" algn="ctr">
            <a:solidFill>
              <a:srgbClr val="6363C8"/>
            </a:solidFill>
            <a:prstDash val="solid"/>
          </a:ln>
          <a:effectLst/>
        </p:spPr>
      </p:cxnSp>
      <p:cxnSp>
        <p:nvCxnSpPr>
          <p:cNvPr id="21" name="Straight Connector 20">
            <a:extLst>
              <a:ext uri="{FF2B5EF4-FFF2-40B4-BE49-F238E27FC236}">
                <a16:creationId xmlns:a16="http://schemas.microsoft.com/office/drawing/2014/main" id="{F5BD09D3-E8E8-EFA1-DA62-63625174AFDD}"/>
              </a:ext>
            </a:extLst>
          </p:cNvPr>
          <p:cNvCxnSpPr>
            <a:cxnSpLocks/>
          </p:cNvCxnSpPr>
          <p:nvPr/>
        </p:nvCxnSpPr>
        <p:spPr>
          <a:xfrm>
            <a:off x="5556722" y="2610497"/>
            <a:ext cx="0" cy="836407"/>
          </a:xfrm>
          <a:prstGeom prst="line">
            <a:avLst/>
          </a:prstGeom>
          <a:noFill/>
          <a:ln w="38100" cap="flat" cmpd="sng" algn="ctr">
            <a:solidFill>
              <a:srgbClr val="6363C8"/>
            </a:solidFill>
            <a:prstDash val="solid"/>
          </a:ln>
          <a:effectLst/>
        </p:spPr>
      </p:cxnSp>
      <p:cxnSp>
        <p:nvCxnSpPr>
          <p:cNvPr id="22" name="Straight Connector 21">
            <a:extLst>
              <a:ext uri="{FF2B5EF4-FFF2-40B4-BE49-F238E27FC236}">
                <a16:creationId xmlns:a16="http://schemas.microsoft.com/office/drawing/2014/main" id="{BCDBBA3B-FEF4-063E-393C-C7A18A782394}"/>
              </a:ext>
            </a:extLst>
          </p:cNvPr>
          <p:cNvCxnSpPr>
            <a:cxnSpLocks/>
          </p:cNvCxnSpPr>
          <p:nvPr/>
        </p:nvCxnSpPr>
        <p:spPr>
          <a:xfrm>
            <a:off x="5557544" y="3573044"/>
            <a:ext cx="0" cy="836407"/>
          </a:xfrm>
          <a:prstGeom prst="line">
            <a:avLst/>
          </a:prstGeom>
          <a:noFill/>
          <a:ln w="38100" cap="flat" cmpd="sng" algn="ctr">
            <a:solidFill>
              <a:srgbClr val="6363C8"/>
            </a:solidFill>
            <a:prstDash val="solid"/>
          </a:ln>
          <a:effectLst/>
        </p:spPr>
      </p:cxnSp>
      <p:cxnSp>
        <p:nvCxnSpPr>
          <p:cNvPr id="23" name="Straight Connector 22">
            <a:extLst>
              <a:ext uri="{FF2B5EF4-FFF2-40B4-BE49-F238E27FC236}">
                <a16:creationId xmlns:a16="http://schemas.microsoft.com/office/drawing/2014/main" id="{D4964314-1BD4-3CF5-2D9A-38F81F9344FF}"/>
              </a:ext>
            </a:extLst>
          </p:cNvPr>
          <p:cNvCxnSpPr>
            <a:cxnSpLocks/>
          </p:cNvCxnSpPr>
          <p:nvPr/>
        </p:nvCxnSpPr>
        <p:spPr>
          <a:xfrm>
            <a:off x="5558367" y="4535589"/>
            <a:ext cx="0" cy="836407"/>
          </a:xfrm>
          <a:prstGeom prst="line">
            <a:avLst/>
          </a:prstGeom>
          <a:noFill/>
          <a:ln w="38100" cap="flat" cmpd="sng" algn="ctr">
            <a:solidFill>
              <a:srgbClr val="6363C8"/>
            </a:solidFill>
            <a:prstDash val="solid"/>
          </a:ln>
          <a:effectLst/>
        </p:spPr>
      </p:cxnSp>
      <p:cxnSp>
        <p:nvCxnSpPr>
          <p:cNvPr id="24" name="Straight Connector 23">
            <a:extLst>
              <a:ext uri="{FF2B5EF4-FFF2-40B4-BE49-F238E27FC236}">
                <a16:creationId xmlns:a16="http://schemas.microsoft.com/office/drawing/2014/main" id="{8B794D02-5EEA-1169-8221-7C79C0966E31}"/>
              </a:ext>
            </a:extLst>
          </p:cNvPr>
          <p:cNvCxnSpPr>
            <a:cxnSpLocks/>
          </p:cNvCxnSpPr>
          <p:nvPr/>
        </p:nvCxnSpPr>
        <p:spPr>
          <a:xfrm>
            <a:off x="5559190" y="5498136"/>
            <a:ext cx="0" cy="836407"/>
          </a:xfrm>
          <a:prstGeom prst="line">
            <a:avLst/>
          </a:prstGeom>
          <a:noFill/>
          <a:ln w="38100" cap="flat" cmpd="sng" algn="ctr">
            <a:solidFill>
              <a:srgbClr val="6363C8"/>
            </a:solidFill>
            <a:prstDash val="solid"/>
          </a:ln>
          <a:effectLst/>
        </p:spPr>
      </p:cxnSp>
      <p:grpSp>
        <p:nvGrpSpPr>
          <p:cNvPr id="40" name="Group 39">
            <a:extLst>
              <a:ext uri="{FF2B5EF4-FFF2-40B4-BE49-F238E27FC236}">
                <a16:creationId xmlns:a16="http://schemas.microsoft.com/office/drawing/2014/main" id="{B18A5FCD-0AB9-1D47-1982-6FD01365957A}"/>
              </a:ext>
            </a:extLst>
          </p:cNvPr>
          <p:cNvGrpSpPr/>
          <p:nvPr/>
        </p:nvGrpSpPr>
        <p:grpSpPr>
          <a:xfrm>
            <a:off x="6520548" y="1647952"/>
            <a:ext cx="4886018" cy="4706808"/>
            <a:chOff x="5971036" y="1647952"/>
            <a:chExt cx="5435530" cy="4706808"/>
          </a:xfrm>
        </p:grpSpPr>
        <p:sp>
          <p:nvSpPr>
            <p:cNvPr id="15" name="Rectangle 14">
              <a:extLst>
                <a:ext uri="{FF2B5EF4-FFF2-40B4-BE49-F238E27FC236}">
                  <a16:creationId xmlns:a16="http://schemas.microsoft.com/office/drawing/2014/main" id="{8CB23745-90E9-60C4-B78D-CFF97BA8F5E6}"/>
                </a:ext>
              </a:extLst>
            </p:cNvPr>
            <p:cNvSpPr/>
            <p:nvPr/>
          </p:nvSpPr>
          <p:spPr>
            <a:xfrm>
              <a:off x="5971037" y="2610497"/>
              <a:ext cx="5435529" cy="836407"/>
            </a:xfrm>
            <a:prstGeom prst="rect">
              <a:avLst/>
            </a:prstGeom>
            <a:solidFill>
              <a:sysClr val="window" lastClr="FFFFFF"/>
            </a:solidFill>
            <a:ln w="25400" cap="flat" cmpd="sng" algn="ctr">
              <a:solidFill>
                <a:srgbClr val="007F62">
                  <a:alpha val="4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lumMod val="50000"/>
                    <a:lumOff val="50000"/>
                  </a:srgbClr>
                </a:solidFill>
                <a:effectLst/>
                <a:uLnTx/>
                <a:uFillTx/>
                <a:latin typeface="HelveticaNeueLT Std" panose="020B0604020202020204" pitchFamily="34" charset="0"/>
                <a:ea typeface="+mn-ea"/>
                <a:cs typeface="Arial" panose="020B0604020202020204" pitchFamily="34" charset="0"/>
              </a:endParaRPr>
            </a:p>
          </p:txBody>
        </p:sp>
        <p:sp>
          <p:nvSpPr>
            <p:cNvPr id="16" name="Rectangle 15">
              <a:extLst>
                <a:ext uri="{FF2B5EF4-FFF2-40B4-BE49-F238E27FC236}">
                  <a16:creationId xmlns:a16="http://schemas.microsoft.com/office/drawing/2014/main" id="{DCF6D53F-4A03-35A3-7AFF-018D6C624495}"/>
                </a:ext>
              </a:extLst>
            </p:cNvPr>
            <p:cNvSpPr/>
            <p:nvPr/>
          </p:nvSpPr>
          <p:spPr>
            <a:xfrm>
              <a:off x="5971037" y="1647952"/>
              <a:ext cx="5435529" cy="836407"/>
            </a:xfrm>
            <a:prstGeom prst="rect">
              <a:avLst/>
            </a:prstGeom>
            <a:solidFill>
              <a:sysClr val="window" lastClr="FFFFFF"/>
            </a:solidFill>
            <a:ln w="25400" cap="flat" cmpd="sng" algn="ctr">
              <a:solidFill>
                <a:srgbClr val="007F62">
                  <a:alpha val="40000"/>
                </a:srgbClr>
              </a:solidFill>
              <a:prstDash val="solid"/>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400" b="0" i="0" u="none" strike="noStrike" kern="0" cap="none" spc="0" normalizeH="0" baseline="0" noProof="0">
                <a:ln>
                  <a:noFill/>
                </a:ln>
                <a:solidFill>
                  <a:srgbClr val="000000">
                    <a:lumMod val="50000"/>
                    <a:lumOff val="50000"/>
                  </a:srgbClr>
                </a:solidFill>
                <a:effectLst/>
                <a:uLnTx/>
                <a:uFillTx/>
                <a:latin typeface="HelveticaNeueLT Std" panose="020B0604020202020204" pitchFamily="34" charset="0"/>
                <a:ea typeface="+mn-ea"/>
                <a:cs typeface="Arial" panose="020B0604020202020204" pitchFamily="34" charset="0"/>
              </a:endParaRPr>
            </a:p>
          </p:txBody>
        </p:sp>
        <p:sp>
          <p:nvSpPr>
            <p:cNvPr id="17" name="Rectangle 16">
              <a:extLst>
                <a:ext uri="{FF2B5EF4-FFF2-40B4-BE49-F238E27FC236}">
                  <a16:creationId xmlns:a16="http://schemas.microsoft.com/office/drawing/2014/main" id="{9FB1AC05-D277-0F69-ABC4-510F43D144B0}"/>
                </a:ext>
              </a:extLst>
            </p:cNvPr>
            <p:cNvSpPr/>
            <p:nvPr/>
          </p:nvSpPr>
          <p:spPr>
            <a:xfrm>
              <a:off x="5971037" y="3573044"/>
              <a:ext cx="5435529" cy="836407"/>
            </a:xfrm>
            <a:prstGeom prst="rect">
              <a:avLst/>
            </a:prstGeom>
            <a:solidFill>
              <a:sysClr val="window" lastClr="FFFFFF"/>
            </a:solidFill>
            <a:ln w="25400" cap="flat" cmpd="sng" algn="ctr">
              <a:solidFill>
                <a:srgbClr val="007F62">
                  <a:alpha val="4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srgbClr val="000000">
                    <a:lumMod val="50000"/>
                    <a:lumOff val="50000"/>
                  </a:srgbClr>
                </a:solidFill>
                <a:effectLst/>
                <a:uLnTx/>
                <a:uFillTx/>
                <a:latin typeface="HelveticaNeueLT Std" panose="020B0604020202020204" pitchFamily="34" charset="0"/>
                <a:ea typeface="+mn-ea"/>
                <a:cs typeface="Arial" panose="020B0604020202020204" pitchFamily="34" charset="0"/>
              </a:endParaRPr>
            </a:p>
          </p:txBody>
        </p:sp>
        <p:sp>
          <p:nvSpPr>
            <p:cNvPr id="18" name="Rectangle 17">
              <a:extLst>
                <a:ext uri="{FF2B5EF4-FFF2-40B4-BE49-F238E27FC236}">
                  <a16:creationId xmlns:a16="http://schemas.microsoft.com/office/drawing/2014/main" id="{BB424CBE-A31C-5162-30D4-D9ABD9560A2B}"/>
                </a:ext>
              </a:extLst>
            </p:cNvPr>
            <p:cNvSpPr/>
            <p:nvPr/>
          </p:nvSpPr>
          <p:spPr>
            <a:xfrm>
              <a:off x="5971037" y="4535589"/>
              <a:ext cx="5435529" cy="836407"/>
            </a:xfrm>
            <a:prstGeom prst="rect">
              <a:avLst/>
            </a:prstGeom>
            <a:solidFill>
              <a:sysClr val="window" lastClr="FFFFFF"/>
            </a:solidFill>
            <a:ln w="25400" cap="flat" cmpd="sng" algn="ctr">
              <a:solidFill>
                <a:srgbClr val="007F62">
                  <a:alpha val="4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lumMod val="50000"/>
                    <a:lumOff val="50000"/>
                  </a:srgbClr>
                </a:solidFill>
                <a:effectLst/>
                <a:uLnTx/>
                <a:uFillTx/>
                <a:latin typeface="HelveticaNeueLT Std" panose="020B0604020202020204" pitchFamily="34" charset="0"/>
                <a:ea typeface="+mn-ea"/>
                <a:cs typeface="Arial" panose="020B0604020202020204" pitchFamily="34" charset="0"/>
              </a:endParaRPr>
            </a:p>
          </p:txBody>
        </p:sp>
        <p:sp>
          <p:nvSpPr>
            <p:cNvPr id="19" name="Rectangle 18">
              <a:extLst>
                <a:ext uri="{FF2B5EF4-FFF2-40B4-BE49-F238E27FC236}">
                  <a16:creationId xmlns:a16="http://schemas.microsoft.com/office/drawing/2014/main" id="{C5917A26-53F7-B1ED-EFFC-EDA6FBC47ED8}"/>
                </a:ext>
              </a:extLst>
            </p:cNvPr>
            <p:cNvSpPr/>
            <p:nvPr/>
          </p:nvSpPr>
          <p:spPr>
            <a:xfrm>
              <a:off x="5971037" y="5498133"/>
              <a:ext cx="5435529" cy="836407"/>
            </a:xfrm>
            <a:prstGeom prst="rect">
              <a:avLst/>
            </a:prstGeom>
            <a:solidFill>
              <a:sysClr val="window" lastClr="FFFFFF"/>
            </a:solidFill>
            <a:ln w="25400" cap="flat" cmpd="sng" algn="ctr">
              <a:solidFill>
                <a:srgbClr val="007F62">
                  <a:alpha val="4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srgbClr val="000000">
                    <a:lumMod val="50000"/>
                    <a:lumOff val="50000"/>
                  </a:srgbClr>
                </a:solidFill>
                <a:effectLst/>
                <a:uLnTx/>
                <a:uFillTx/>
                <a:latin typeface="HelveticaNeueLT Std" panose="020B0604020202020204" pitchFamily="34" charset="0"/>
                <a:ea typeface="+mn-ea"/>
                <a:cs typeface="Arial" panose="020B0604020202020204" pitchFamily="34" charset="0"/>
              </a:endParaRPr>
            </a:p>
          </p:txBody>
        </p:sp>
        <p:cxnSp>
          <p:nvCxnSpPr>
            <p:cNvPr id="25" name="Straight Connector 24">
              <a:extLst>
                <a:ext uri="{FF2B5EF4-FFF2-40B4-BE49-F238E27FC236}">
                  <a16:creationId xmlns:a16="http://schemas.microsoft.com/office/drawing/2014/main" id="{C9FE8789-5C80-DB34-421A-E7D38F48E964}"/>
                </a:ext>
              </a:extLst>
            </p:cNvPr>
            <p:cNvCxnSpPr/>
            <p:nvPr/>
          </p:nvCxnSpPr>
          <p:spPr>
            <a:xfrm>
              <a:off x="5971036" y="1668169"/>
              <a:ext cx="0" cy="836407"/>
            </a:xfrm>
            <a:prstGeom prst="line">
              <a:avLst/>
            </a:prstGeom>
            <a:noFill/>
            <a:ln w="38100" cap="flat" cmpd="sng" algn="ctr">
              <a:solidFill>
                <a:srgbClr val="007F62"/>
              </a:solidFill>
              <a:prstDash val="solid"/>
            </a:ln>
            <a:effectLst/>
          </p:spPr>
        </p:cxnSp>
        <p:cxnSp>
          <p:nvCxnSpPr>
            <p:cNvPr id="26" name="Straight Connector 25">
              <a:extLst>
                <a:ext uri="{FF2B5EF4-FFF2-40B4-BE49-F238E27FC236}">
                  <a16:creationId xmlns:a16="http://schemas.microsoft.com/office/drawing/2014/main" id="{62F8C4FA-E0C4-9948-2BC7-9FC0873AC32E}"/>
                </a:ext>
              </a:extLst>
            </p:cNvPr>
            <p:cNvCxnSpPr/>
            <p:nvPr/>
          </p:nvCxnSpPr>
          <p:spPr>
            <a:xfrm>
              <a:off x="5971859" y="2630715"/>
              <a:ext cx="0" cy="836407"/>
            </a:xfrm>
            <a:prstGeom prst="line">
              <a:avLst/>
            </a:prstGeom>
            <a:noFill/>
            <a:ln w="38100" cap="flat" cmpd="sng" algn="ctr">
              <a:solidFill>
                <a:srgbClr val="007F62"/>
              </a:solidFill>
              <a:prstDash val="solid"/>
            </a:ln>
            <a:effectLst/>
          </p:spPr>
        </p:cxnSp>
        <p:cxnSp>
          <p:nvCxnSpPr>
            <p:cNvPr id="27" name="Straight Connector 26">
              <a:extLst>
                <a:ext uri="{FF2B5EF4-FFF2-40B4-BE49-F238E27FC236}">
                  <a16:creationId xmlns:a16="http://schemas.microsoft.com/office/drawing/2014/main" id="{7F8931AB-627D-7D43-06F9-71F00D449F4D}"/>
                </a:ext>
              </a:extLst>
            </p:cNvPr>
            <p:cNvCxnSpPr/>
            <p:nvPr/>
          </p:nvCxnSpPr>
          <p:spPr>
            <a:xfrm>
              <a:off x="5972683" y="3593261"/>
              <a:ext cx="0" cy="836407"/>
            </a:xfrm>
            <a:prstGeom prst="line">
              <a:avLst/>
            </a:prstGeom>
            <a:noFill/>
            <a:ln w="38100" cap="flat" cmpd="sng" algn="ctr">
              <a:solidFill>
                <a:srgbClr val="007F62"/>
              </a:solidFill>
              <a:prstDash val="solid"/>
            </a:ln>
            <a:effectLst/>
          </p:spPr>
        </p:cxnSp>
        <p:cxnSp>
          <p:nvCxnSpPr>
            <p:cNvPr id="28" name="Straight Connector 27">
              <a:extLst>
                <a:ext uri="{FF2B5EF4-FFF2-40B4-BE49-F238E27FC236}">
                  <a16:creationId xmlns:a16="http://schemas.microsoft.com/office/drawing/2014/main" id="{6E39E7AE-7A22-D007-E0C9-98139CDAE663}"/>
                </a:ext>
              </a:extLst>
            </p:cNvPr>
            <p:cNvCxnSpPr/>
            <p:nvPr/>
          </p:nvCxnSpPr>
          <p:spPr>
            <a:xfrm>
              <a:off x="5973505" y="4555807"/>
              <a:ext cx="0" cy="836407"/>
            </a:xfrm>
            <a:prstGeom prst="line">
              <a:avLst/>
            </a:prstGeom>
            <a:noFill/>
            <a:ln w="38100" cap="flat" cmpd="sng" algn="ctr">
              <a:solidFill>
                <a:srgbClr val="007F62"/>
              </a:solidFill>
              <a:prstDash val="solid"/>
            </a:ln>
            <a:effectLst/>
          </p:spPr>
        </p:cxnSp>
        <p:cxnSp>
          <p:nvCxnSpPr>
            <p:cNvPr id="29" name="Straight Connector 28">
              <a:extLst>
                <a:ext uri="{FF2B5EF4-FFF2-40B4-BE49-F238E27FC236}">
                  <a16:creationId xmlns:a16="http://schemas.microsoft.com/office/drawing/2014/main" id="{E207B5E4-C1A9-72BE-31E5-1F01022AD0F4}"/>
                </a:ext>
              </a:extLst>
            </p:cNvPr>
            <p:cNvCxnSpPr/>
            <p:nvPr/>
          </p:nvCxnSpPr>
          <p:spPr>
            <a:xfrm>
              <a:off x="5974328" y="5518353"/>
              <a:ext cx="0" cy="836407"/>
            </a:xfrm>
            <a:prstGeom prst="line">
              <a:avLst/>
            </a:prstGeom>
            <a:noFill/>
            <a:ln w="38100" cap="flat" cmpd="sng" algn="ctr">
              <a:solidFill>
                <a:srgbClr val="007F62"/>
              </a:solidFill>
              <a:prstDash val="solid"/>
            </a:ln>
            <a:effectLst/>
          </p:spPr>
        </p:cxnSp>
      </p:grpSp>
      <p:cxnSp>
        <p:nvCxnSpPr>
          <p:cNvPr id="30" name="Straight Connector 29">
            <a:extLst>
              <a:ext uri="{FF2B5EF4-FFF2-40B4-BE49-F238E27FC236}">
                <a16:creationId xmlns:a16="http://schemas.microsoft.com/office/drawing/2014/main" id="{3176F197-5178-C9A0-2510-C0F5AFCFF522}"/>
              </a:ext>
            </a:extLst>
          </p:cNvPr>
          <p:cNvCxnSpPr/>
          <p:nvPr/>
        </p:nvCxnSpPr>
        <p:spPr>
          <a:xfrm>
            <a:off x="5722988" y="2095000"/>
            <a:ext cx="456113" cy="0"/>
          </a:xfrm>
          <a:prstGeom prst="line">
            <a:avLst/>
          </a:prstGeom>
          <a:noFill/>
          <a:ln w="9525" cap="flat" cmpd="sng" algn="ctr">
            <a:solidFill>
              <a:srgbClr val="71758A"/>
            </a:solidFill>
            <a:prstDash val="solid"/>
            <a:headEnd type="oval" w="med" len="med"/>
            <a:tailEnd type="oval" w="med" len="med"/>
          </a:ln>
          <a:effectLst/>
        </p:spPr>
      </p:cxnSp>
      <p:cxnSp>
        <p:nvCxnSpPr>
          <p:cNvPr id="31" name="Straight Connector 30">
            <a:extLst>
              <a:ext uri="{FF2B5EF4-FFF2-40B4-BE49-F238E27FC236}">
                <a16:creationId xmlns:a16="http://schemas.microsoft.com/office/drawing/2014/main" id="{32359B66-A38D-15B3-39D7-06E7F7709738}"/>
              </a:ext>
            </a:extLst>
          </p:cNvPr>
          <p:cNvCxnSpPr/>
          <p:nvPr/>
        </p:nvCxnSpPr>
        <p:spPr>
          <a:xfrm>
            <a:off x="5722988" y="3041151"/>
            <a:ext cx="456113" cy="0"/>
          </a:xfrm>
          <a:prstGeom prst="line">
            <a:avLst/>
          </a:prstGeom>
          <a:noFill/>
          <a:ln w="9525" cap="flat" cmpd="sng" algn="ctr">
            <a:solidFill>
              <a:srgbClr val="71758A"/>
            </a:solidFill>
            <a:prstDash val="solid"/>
            <a:headEnd type="oval" w="med" len="med"/>
            <a:tailEnd type="oval" w="med" len="med"/>
          </a:ln>
          <a:effectLst/>
        </p:spPr>
      </p:cxnSp>
      <p:cxnSp>
        <p:nvCxnSpPr>
          <p:cNvPr id="32" name="Straight Connector 31">
            <a:extLst>
              <a:ext uri="{FF2B5EF4-FFF2-40B4-BE49-F238E27FC236}">
                <a16:creationId xmlns:a16="http://schemas.microsoft.com/office/drawing/2014/main" id="{510BD539-99DE-D7F3-836A-074D8EFC7B64}"/>
              </a:ext>
            </a:extLst>
          </p:cNvPr>
          <p:cNvCxnSpPr/>
          <p:nvPr/>
        </p:nvCxnSpPr>
        <p:spPr>
          <a:xfrm>
            <a:off x="5722988" y="3987300"/>
            <a:ext cx="456113" cy="0"/>
          </a:xfrm>
          <a:prstGeom prst="line">
            <a:avLst/>
          </a:prstGeom>
          <a:noFill/>
          <a:ln w="9525" cap="flat" cmpd="sng" algn="ctr">
            <a:solidFill>
              <a:srgbClr val="71758A"/>
            </a:solidFill>
            <a:prstDash val="solid"/>
            <a:headEnd type="oval" w="med" len="med"/>
            <a:tailEnd type="oval" w="med" len="med"/>
          </a:ln>
          <a:effectLst/>
        </p:spPr>
      </p:cxnSp>
      <p:cxnSp>
        <p:nvCxnSpPr>
          <p:cNvPr id="33" name="Straight Connector 32">
            <a:extLst>
              <a:ext uri="{FF2B5EF4-FFF2-40B4-BE49-F238E27FC236}">
                <a16:creationId xmlns:a16="http://schemas.microsoft.com/office/drawing/2014/main" id="{627716D8-C2E3-C0ED-4D70-446027029016}"/>
              </a:ext>
            </a:extLst>
          </p:cNvPr>
          <p:cNvCxnSpPr/>
          <p:nvPr/>
        </p:nvCxnSpPr>
        <p:spPr>
          <a:xfrm>
            <a:off x="5722988" y="4933451"/>
            <a:ext cx="456113" cy="0"/>
          </a:xfrm>
          <a:prstGeom prst="line">
            <a:avLst/>
          </a:prstGeom>
          <a:noFill/>
          <a:ln w="9525" cap="flat" cmpd="sng" algn="ctr">
            <a:solidFill>
              <a:srgbClr val="71758A"/>
            </a:solidFill>
            <a:prstDash val="solid"/>
            <a:headEnd type="oval" w="med" len="med"/>
            <a:tailEnd type="oval" w="med" len="med"/>
          </a:ln>
          <a:effectLst/>
        </p:spPr>
      </p:cxnSp>
      <p:cxnSp>
        <p:nvCxnSpPr>
          <p:cNvPr id="34" name="Straight Connector 33">
            <a:extLst>
              <a:ext uri="{FF2B5EF4-FFF2-40B4-BE49-F238E27FC236}">
                <a16:creationId xmlns:a16="http://schemas.microsoft.com/office/drawing/2014/main" id="{641A76F4-CC4F-94EF-5B7F-B4FACDAF6DD9}"/>
              </a:ext>
            </a:extLst>
          </p:cNvPr>
          <p:cNvCxnSpPr/>
          <p:nvPr/>
        </p:nvCxnSpPr>
        <p:spPr>
          <a:xfrm>
            <a:off x="5722988" y="5879600"/>
            <a:ext cx="456113" cy="0"/>
          </a:xfrm>
          <a:prstGeom prst="line">
            <a:avLst/>
          </a:prstGeom>
          <a:noFill/>
          <a:ln w="9525" cap="flat" cmpd="sng" algn="ctr">
            <a:solidFill>
              <a:srgbClr val="71758A"/>
            </a:solidFill>
            <a:prstDash val="solid"/>
            <a:headEnd type="oval" w="med" len="med"/>
            <a:tailEnd type="oval" w="med" len="med"/>
          </a:ln>
          <a:effectLst/>
        </p:spPr>
      </p:cxnSp>
      <p:sp>
        <p:nvSpPr>
          <p:cNvPr id="48" name="Rectangle 47">
            <a:extLst>
              <a:ext uri="{FF2B5EF4-FFF2-40B4-BE49-F238E27FC236}">
                <a16:creationId xmlns:a16="http://schemas.microsoft.com/office/drawing/2014/main" id="{1A019A4D-429C-8101-0AB2-92F83FA2CD1E}"/>
              </a:ext>
            </a:extLst>
          </p:cNvPr>
          <p:cNvSpPr/>
          <p:nvPr/>
        </p:nvSpPr>
        <p:spPr>
          <a:xfrm>
            <a:off x="2186580" y="1071271"/>
            <a:ext cx="3369318" cy="491932"/>
          </a:xfrm>
          <a:prstGeom prst="rect">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ptos"/>
              <a:ea typeface="+mn-ea"/>
              <a:cs typeface="+mn-cs"/>
            </a:endParaRPr>
          </a:p>
        </p:txBody>
      </p:sp>
      <p:sp>
        <p:nvSpPr>
          <p:cNvPr id="49" name="Rectangle 48">
            <a:extLst>
              <a:ext uri="{FF2B5EF4-FFF2-40B4-BE49-F238E27FC236}">
                <a16:creationId xmlns:a16="http://schemas.microsoft.com/office/drawing/2014/main" id="{8D158EBE-B2C1-0F4F-655C-86457D26F40F}"/>
              </a:ext>
            </a:extLst>
          </p:cNvPr>
          <p:cNvSpPr/>
          <p:nvPr/>
        </p:nvSpPr>
        <p:spPr>
          <a:xfrm>
            <a:off x="6520548" y="1044539"/>
            <a:ext cx="4886018" cy="491932"/>
          </a:xfrm>
          <a:prstGeom prst="rect">
            <a:avLst/>
          </a:prstGeom>
          <a:solidFill>
            <a:schemeClr val="accent1"/>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ptos"/>
              <a:ea typeface="+mn-ea"/>
              <a:cs typeface="+mn-cs"/>
            </a:endParaRPr>
          </a:p>
        </p:txBody>
      </p:sp>
      <p:sp>
        <p:nvSpPr>
          <p:cNvPr id="50" name="Rectangle 49">
            <a:extLst>
              <a:ext uri="{FF2B5EF4-FFF2-40B4-BE49-F238E27FC236}">
                <a16:creationId xmlns:a16="http://schemas.microsoft.com/office/drawing/2014/main" id="{ABB3F557-31BF-130D-AFED-C178F5E4B80D}"/>
              </a:ext>
            </a:extLst>
          </p:cNvPr>
          <p:cNvSpPr/>
          <p:nvPr/>
        </p:nvSpPr>
        <p:spPr>
          <a:xfrm>
            <a:off x="687874" y="1807824"/>
            <a:ext cx="1415161" cy="516661"/>
          </a:xfrm>
          <a:prstGeom prst="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ptos"/>
              <a:ea typeface="+mn-ea"/>
              <a:cs typeface="+mn-cs"/>
            </a:endParaRPr>
          </a:p>
        </p:txBody>
      </p:sp>
      <p:sp>
        <p:nvSpPr>
          <p:cNvPr id="51" name="Rectangle 50">
            <a:extLst>
              <a:ext uri="{FF2B5EF4-FFF2-40B4-BE49-F238E27FC236}">
                <a16:creationId xmlns:a16="http://schemas.microsoft.com/office/drawing/2014/main" id="{02CB0F1F-CB57-D3D5-1F2D-BD206658737C}"/>
              </a:ext>
            </a:extLst>
          </p:cNvPr>
          <p:cNvSpPr/>
          <p:nvPr/>
        </p:nvSpPr>
        <p:spPr>
          <a:xfrm>
            <a:off x="687874" y="2790587"/>
            <a:ext cx="1415161" cy="516661"/>
          </a:xfrm>
          <a:prstGeom prst="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ptos"/>
              <a:ea typeface="+mn-ea"/>
              <a:cs typeface="+mn-cs"/>
            </a:endParaRPr>
          </a:p>
        </p:txBody>
      </p:sp>
      <p:sp>
        <p:nvSpPr>
          <p:cNvPr id="52" name="Rectangle 51">
            <a:extLst>
              <a:ext uri="{FF2B5EF4-FFF2-40B4-BE49-F238E27FC236}">
                <a16:creationId xmlns:a16="http://schemas.microsoft.com/office/drawing/2014/main" id="{6876FC80-3179-B249-3E66-52F5EAC95DBA}"/>
              </a:ext>
            </a:extLst>
          </p:cNvPr>
          <p:cNvSpPr/>
          <p:nvPr/>
        </p:nvSpPr>
        <p:spPr>
          <a:xfrm>
            <a:off x="673007" y="3720516"/>
            <a:ext cx="1415161" cy="516661"/>
          </a:xfrm>
          <a:prstGeom prst="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ptos"/>
              <a:ea typeface="+mn-ea"/>
              <a:cs typeface="+mn-cs"/>
            </a:endParaRPr>
          </a:p>
        </p:txBody>
      </p:sp>
      <p:sp>
        <p:nvSpPr>
          <p:cNvPr id="53" name="Rectangle 52">
            <a:extLst>
              <a:ext uri="{FF2B5EF4-FFF2-40B4-BE49-F238E27FC236}">
                <a16:creationId xmlns:a16="http://schemas.microsoft.com/office/drawing/2014/main" id="{E342B8D8-2601-06F0-8708-3969633CF6E8}"/>
              </a:ext>
            </a:extLst>
          </p:cNvPr>
          <p:cNvSpPr/>
          <p:nvPr/>
        </p:nvSpPr>
        <p:spPr>
          <a:xfrm>
            <a:off x="687874" y="4715679"/>
            <a:ext cx="1415161" cy="516661"/>
          </a:xfrm>
          <a:prstGeom prst="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ptos"/>
              <a:ea typeface="+mn-ea"/>
              <a:cs typeface="+mn-cs"/>
            </a:endParaRPr>
          </a:p>
        </p:txBody>
      </p:sp>
      <p:sp>
        <p:nvSpPr>
          <p:cNvPr id="54" name="Rectangle 53">
            <a:extLst>
              <a:ext uri="{FF2B5EF4-FFF2-40B4-BE49-F238E27FC236}">
                <a16:creationId xmlns:a16="http://schemas.microsoft.com/office/drawing/2014/main" id="{A7B0F954-414E-1D4C-7F39-B0A6656F2321}"/>
              </a:ext>
            </a:extLst>
          </p:cNvPr>
          <p:cNvSpPr/>
          <p:nvPr/>
        </p:nvSpPr>
        <p:spPr>
          <a:xfrm>
            <a:off x="673007" y="5621269"/>
            <a:ext cx="1415161" cy="516661"/>
          </a:xfrm>
          <a:prstGeom prst="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ptos"/>
              <a:ea typeface="+mn-ea"/>
              <a:cs typeface="+mn-cs"/>
            </a:endParaRPr>
          </a:p>
        </p:txBody>
      </p:sp>
      <p:sp>
        <p:nvSpPr>
          <p:cNvPr id="55" name="TextBox 54">
            <a:extLst>
              <a:ext uri="{FF2B5EF4-FFF2-40B4-BE49-F238E27FC236}">
                <a16:creationId xmlns:a16="http://schemas.microsoft.com/office/drawing/2014/main" id="{3D483048-43DB-F09A-5733-2DC4A0248B78}"/>
              </a:ext>
            </a:extLst>
          </p:cNvPr>
          <p:cNvSpPr txBox="1"/>
          <p:nvPr/>
        </p:nvSpPr>
        <p:spPr>
          <a:xfrm>
            <a:off x="720649" y="1840893"/>
            <a:ext cx="1349610"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rPr>
              <a:t>Deployment Architecture</a:t>
            </a:r>
          </a:p>
        </p:txBody>
      </p:sp>
      <p:sp>
        <p:nvSpPr>
          <p:cNvPr id="56" name="TextBox 55">
            <a:extLst>
              <a:ext uri="{FF2B5EF4-FFF2-40B4-BE49-F238E27FC236}">
                <a16:creationId xmlns:a16="http://schemas.microsoft.com/office/drawing/2014/main" id="{58B742F4-FCE2-88D9-870F-49DD7E2A958D}"/>
              </a:ext>
            </a:extLst>
          </p:cNvPr>
          <p:cNvSpPr txBox="1"/>
          <p:nvPr/>
        </p:nvSpPr>
        <p:spPr>
          <a:xfrm>
            <a:off x="705782" y="2925806"/>
            <a:ext cx="1349610"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rPr>
              <a:t>Setup Health &amp; Monitoring</a:t>
            </a:r>
          </a:p>
        </p:txBody>
      </p:sp>
      <p:sp>
        <p:nvSpPr>
          <p:cNvPr id="57" name="TextBox 56">
            <a:extLst>
              <a:ext uri="{FF2B5EF4-FFF2-40B4-BE49-F238E27FC236}">
                <a16:creationId xmlns:a16="http://schemas.microsoft.com/office/drawing/2014/main" id="{71FD8504-5F01-C9EB-1DF2-A4D95DA185B4}"/>
              </a:ext>
            </a:extLst>
          </p:cNvPr>
          <p:cNvSpPr txBox="1"/>
          <p:nvPr/>
        </p:nvSpPr>
        <p:spPr>
          <a:xfrm>
            <a:off x="738558" y="3864189"/>
            <a:ext cx="1349610"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rPr>
              <a:t>Data Readiness</a:t>
            </a:r>
          </a:p>
        </p:txBody>
      </p:sp>
      <p:sp>
        <p:nvSpPr>
          <p:cNvPr id="58" name="TextBox 57">
            <a:extLst>
              <a:ext uri="{FF2B5EF4-FFF2-40B4-BE49-F238E27FC236}">
                <a16:creationId xmlns:a16="http://schemas.microsoft.com/office/drawing/2014/main" id="{45B9D531-1EE6-FF4C-4DA8-4021C5FF3888}"/>
              </a:ext>
            </a:extLst>
          </p:cNvPr>
          <p:cNvSpPr txBox="1"/>
          <p:nvPr/>
        </p:nvSpPr>
        <p:spPr>
          <a:xfrm>
            <a:off x="733920" y="4850898"/>
            <a:ext cx="1349610"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rPr>
              <a:t>Packaging</a:t>
            </a:r>
          </a:p>
        </p:txBody>
      </p:sp>
      <p:sp>
        <p:nvSpPr>
          <p:cNvPr id="59" name="TextBox 58">
            <a:extLst>
              <a:ext uri="{FF2B5EF4-FFF2-40B4-BE49-F238E27FC236}">
                <a16:creationId xmlns:a16="http://schemas.microsoft.com/office/drawing/2014/main" id="{87140902-2822-D307-D2E9-EE812FE50C94}"/>
              </a:ext>
            </a:extLst>
          </p:cNvPr>
          <p:cNvSpPr txBox="1"/>
          <p:nvPr/>
        </p:nvSpPr>
        <p:spPr>
          <a:xfrm>
            <a:off x="733920" y="5756488"/>
            <a:ext cx="1349610"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rPr>
              <a:t>Release Management</a:t>
            </a:r>
          </a:p>
        </p:txBody>
      </p:sp>
      <p:sp>
        <p:nvSpPr>
          <p:cNvPr id="60" name="TextBox 59">
            <a:extLst>
              <a:ext uri="{FF2B5EF4-FFF2-40B4-BE49-F238E27FC236}">
                <a16:creationId xmlns:a16="http://schemas.microsoft.com/office/drawing/2014/main" id="{00E1EE78-2C16-F66D-BEFA-0638D3379C7E}"/>
              </a:ext>
            </a:extLst>
          </p:cNvPr>
          <p:cNvSpPr txBox="1"/>
          <p:nvPr/>
        </p:nvSpPr>
        <p:spPr>
          <a:xfrm>
            <a:off x="2186580" y="1136361"/>
            <a:ext cx="3369317" cy="400110"/>
          </a:xfrm>
          <a:prstGeom prst="rect">
            <a:avLst/>
          </a:prstGeom>
          <a:no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rPr>
              <a:t>Task</a:t>
            </a:r>
          </a:p>
        </p:txBody>
      </p:sp>
      <p:sp>
        <p:nvSpPr>
          <p:cNvPr id="61" name="TextBox 60">
            <a:extLst>
              <a:ext uri="{FF2B5EF4-FFF2-40B4-BE49-F238E27FC236}">
                <a16:creationId xmlns:a16="http://schemas.microsoft.com/office/drawing/2014/main" id="{4D1AF35E-5099-C75C-F39C-BBF9964813E3}"/>
              </a:ext>
            </a:extLst>
          </p:cNvPr>
          <p:cNvSpPr txBox="1"/>
          <p:nvPr/>
        </p:nvSpPr>
        <p:spPr>
          <a:xfrm>
            <a:off x="7278898" y="1090450"/>
            <a:ext cx="3369317" cy="400110"/>
          </a:xfrm>
          <a:prstGeom prst="rect">
            <a:avLst/>
          </a:prstGeom>
          <a:no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rPr>
              <a:t>Agentic AI Task</a:t>
            </a:r>
          </a:p>
        </p:txBody>
      </p:sp>
      <p:sp>
        <p:nvSpPr>
          <p:cNvPr id="63" name="TextBox 62">
            <a:extLst>
              <a:ext uri="{FF2B5EF4-FFF2-40B4-BE49-F238E27FC236}">
                <a16:creationId xmlns:a16="http://schemas.microsoft.com/office/drawing/2014/main" id="{2957CDC8-CE1C-402A-9674-A5B6392842E4}"/>
              </a:ext>
            </a:extLst>
          </p:cNvPr>
          <p:cNvSpPr txBox="1"/>
          <p:nvPr/>
        </p:nvSpPr>
        <p:spPr>
          <a:xfrm>
            <a:off x="6520548" y="1668169"/>
            <a:ext cx="4886012"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ptos"/>
                <a:ea typeface="+mn-ea"/>
                <a:cs typeface="+mn-cs"/>
              </a:rPr>
              <a:t>Refine architecture for AI model deployment (e.g., containerization).</a:t>
            </a:r>
          </a:p>
        </p:txBody>
      </p:sp>
      <p:sp>
        <p:nvSpPr>
          <p:cNvPr id="65" name="TextBox 64">
            <a:extLst>
              <a:ext uri="{FF2B5EF4-FFF2-40B4-BE49-F238E27FC236}">
                <a16:creationId xmlns:a16="http://schemas.microsoft.com/office/drawing/2014/main" id="{4C0BC082-BB2D-8C25-61D7-D0D881F4E66C}"/>
              </a:ext>
            </a:extLst>
          </p:cNvPr>
          <p:cNvSpPr txBox="1"/>
          <p:nvPr/>
        </p:nvSpPr>
        <p:spPr>
          <a:xfrm>
            <a:off x="6519725" y="2767179"/>
            <a:ext cx="4886012" cy="738664"/>
          </a:xfrm>
          <a:prstGeom prst="rect">
            <a:avLst/>
          </a:prstGeom>
          <a:noFill/>
        </p:spPr>
        <p:txBody>
          <a:bodyPr wrap="square">
            <a:spAutoFit/>
          </a:bodyPr>
          <a:lstStyle/>
          <a:p>
            <a:pPr>
              <a:defRPr/>
            </a:pPr>
            <a:r>
              <a:rPr kumimoji="0" lang="en-US" sz="1400" b="0" i="0" u="none" strike="noStrike" kern="1200" cap="none" spc="0" normalizeH="0" baseline="0" noProof="0">
                <a:ln>
                  <a:noFill/>
                </a:ln>
                <a:solidFill>
                  <a:srgbClr val="000000"/>
                </a:solidFill>
                <a:effectLst/>
                <a:uLnTx/>
                <a:uFillTx/>
                <a:latin typeface="Aptos"/>
                <a:ea typeface="+mn-ea"/>
                <a:cs typeface="+mn-cs"/>
              </a:rPr>
              <a:t>Define monitoring metrics for AI models (e.g., drift detection, accuracy tracking)</a:t>
            </a:r>
            <a:endParaRPr kumimoji="0" lang="en-US" sz="14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ptos"/>
                <a:ea typeface="+mn-ea"/>
                <a:cs typeface="+mn-cs"/>
              </a:rPr>
              <a:t>u</a:t>
            </a:r>
            <a:endParaRPr kumimoji="0" lang="en-US" sz="14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endParaRPr>
          </a:p>
        </p:txBody>
      </p:sp>
      <p:sp>
        <p:nvSpPr>
          <p:cNvPr id="66" name="TextBox 65">
            <a:extLst>
              <a:ext uri="{FF2B5EF4-FFF2-40B4-BE49-F238E27FC236}">
                <a16:creationId xmlns:a16="http://schemas.microsoft.com/office/drawing/2014/main" id="{CEF07E52-4A80-C19C-EBDB-75C6BE6DD086}"/>
              </a:ext>
            </a:extLst>
          </p:cNvPr>
          <p:cNvSpPr txBox="1"/>
          <p:nvPr/>
        </p:nvSpPr>
        <p:spPr>
          <a:xfrm>
            <a:off x="6567430" y="3699418"/>
            <a:ext cx="4886012"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ptos"/>
                <a:ea typeface="+mn-ea"/>
                <a:cs typeface="+mn-cs"/>
              </a:rPr>
              <a:t>Migrate and validate training and inference data</a:t>
            </a:r>
            <a:endParaRPr kumimoji="0" lang="en-US" sz="14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endParaRPr>
          </a:p>
        </p:txBody>
      </p:sp>
      <p:sp>
        <p:nvSpPr>
          <p:cNvPr id="67" name="TextBox 66">
            <a:extLst>
              <a:ext uri="{FF2B5EF4-FFF2-40B4-BE49-F238E27FC236}">
                <a16:creationId xmlns:a16="http://schemas.microsoft.com/office/drawing/2014/main" id="{31E36BED-4894-FC5E-2EA6-95DE82720F37}"/>
              </a:ext>
            </a:extLst>
          </p:cNvPr>
          <p:cNvSpPr txBox="1"/>
          <p:nvPr/>
        </p:nvSpPr>
        <p:spPr>
          <a:xfrm>
            <a:off x="6567430" y="4672135"/>
            <a:ext cx="4886012" cy="73866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ptos"/>
                <a:ea typeface="+mn-ea"/>
                <a:cs typeface="+mn-cs"/>
              </a:rPr>
              <a:t>Enable autonomous deployment and validation of AI systems, including package definition, script execution, release documentation, and issue tracking</a:t>
            </a:r>
          </a:p>
        </p:txBody>
      </p:sp>
      <p:sp>
        <p:nvSpPr>
          <p:cNvPr id="68" name="TextBox 67">
            <a:extLst>
              <a:ext uri="{FF2B5EF4-FFF2-40B4-BE49-F238E27FC236}">
                <a16:creationId xmlns:a16="http://schemas.microsoft.com/office/drawing/2014/main" id="{E5EE8FA4-1EC2-55B6-6DB4-BF6F1D19FC59}"/>
              </a:ext>
            </a:extLst>
          </p:cNvPr>
          <p:cNvSpPr txBox="1"/>
          <p:nvPr/>
        </p:nvSpPr>
        <p:spPr>
          <a:xfrm>
            <a:off x="6517257" y="5654726"/>
            <a:ext cx="4886012"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ptos"/>
                <a:ea typeface="+mn-ea"/>
                <a:cs typeface="+mn-cs"/>
              </a:rPr>
              <a:t>Plan AI model releases and rollback procedures</a:t>
            </a:r>
            <a:endParaRPr kumimoji="0" lang="en-US" sz="14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endParaRPr>
          </a:p>
        </p:txBody>
      </p:sp>
      <p:sp>
        <p:nvSpPr>
          <p:cNvPr id="69" name="TextBox 68">
            <a:extLst>
              <a:ext uri="{FF2B5EF4-FFF2-40B4-BE49-F238E27FC236}">
                <a16:creationId xmlns:a16="http://schemas.microsoft.com/office/drawing/2014/main" id="{A6C4F8DD-622E-0C09-F1A9-53AA14969E48}"/>
              </a:ext>
            </a:extLst>
          </p:cNvPr>
          <p:cNvSpPr txBox="1"/>
          <p:nvPr/>
        </p:nvSpPr>
        <p:spPr>
          <a:xfrm>
            <a:off x="2263006" y="3614406"/>
            <a:ext cx="3247662"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ptos"/>
                <a:ea typeface="+mn-ea"/>
                <a:cs typeface="+mn-cs"/>
              </a:rPr>
              <a:t>Migrate, create, and validate data for accurate and complete system integration</a:t>
            </a:r>
          </a:p>
        </p:txBody>
      </p:sp>
      <p:sp>
        <p:nvSpPr>
          <p:cNvPr id="70" name="TextBox 69">
            <a:extLst>
              <a:ext uri="{FF2B5EF4-FFF2-40B4-BE49-F238E27FC236}">
                <a16:creationId xmlns:a16="http://schemas.microsoft.com/office/drawing/2014/main" id="{CCE49093-FF8C-7B79-1685-169CB4AE597E}"/>
              </a:ext>
            </a:extLst>
          </p:cNvPr>
          <p:cNvSpPr txBox="1"/>
          <p:nvPr/>
        </p:nvSpPr>
        <p:spPr>
          <a:xfrm>
            <a:off x="2263006" y="4610285"/>
            <a:ext cx="3247662"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ptos"/>
                <a:ea typeface="+mn-ea"/>
                <a:cs typeface="+mn-cs"/>
              </a:rPr>
              <a:t>Prepare, validate, and document the installation and release process, ensuring final checks and issue communication</a:t>
            </a:r>
          </a:p>
        </p:txBody>
      </p:sp>
      <p:sp>
        <p:nvSpPr>
          <p:cNvPr id="71" name="TextBox 70">
            <a:extLst>
              <a:ext uri="{FF2B5EF4-FFF2-40B4-BE49-F238E27FC236}">
                <a16:creationId xmlns:a16="http://schemas.microsoft.com/office/drawing/2014/main" id="{DA1D2D8C-A078-7B92-1294-AC7A562E4DEE}"/>
              </a:ext>
            </a:extLst>
          </p:cNvPr>
          <p:cNvSpPr txBox="1"/>
          <p:nvPr/>
        </p:nvSpPr>
        <p:spPr>
          <a:xfrm>
            <a:off x="2263006" y="5593170"/>
            <a:ext cx="3247662"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ptos"/>
                <a:ea typeface="+mn-ea"/>
                <a:cs typeface="+mn-cs"/>
              </a:rPr>
              <a:t>Plan and execute system release, integration, and rollback procedures with validated builds and deployments</a:t>
            </a:r>
          </a:p>
        </p:txBody>
      </p:sp>
      <p:sp>
        <p:nvSpPr>
          <p:cNvPr id="72" name="TextBox 71">
            <a:extLst>
              <a:ext uri="{FF2B5EF4-FFF2-40B4-BE49-F238E27FC236}">
                <a16:creationId xmlns:a16="http://schemas.microsoft.com/office/drawing/2014/main" id="{6D0DD883-B489-B618-EA9D-DAA1C82F1D37}"/>
              </a:ext>
            </a:extLst>
          </p:cNvPr>
          <p:cNvSpPr txBox="1"/>
          <p:nvPr/>
        </p:nvSpPr>
        <p:spPr>
          <a:xfrm>
            <a:off x="2238337" y="1767031"/>
            <a:ext cx="3272328"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ptos"/>
                <a:ea typeface="+mn-ea"/>
                <a:cs typeface="+mn-cs"/>
              </a:rPr>
              <a:t>Refine Deployment Architecture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ptos"/>
              <a:ea typeface="+mn-ea"/>
              <a:cs typeface="+mn-cs"/>
            </a:endParaRPr>
          </a:p>
        </p:txBody>
      </p:sp>
      <p:sp>
        <p:nvSpPr>
          <p:cNvPr id="73" name="TextBox 72">
            <a:extLst>
              <a:ext uri="{FF2B5EF4-FFF2-40B4-BE49-F238E27FC236}">
                <a16:creationId xmlns:a16="http://schemas.microsoft.com/office/drawing/2014/main" id="{CE08DBD5-BE3A-5766-415A-FF656DEBF6B3}"/>
              </a:ext>
            </a:extLst>
          </p:cNvPr>
          <p:cNvSpPr txBox="1"/>
          <p:nvPr/>
        </p:nvSpPr>
        <p:spPr>
          <a:xfrm>
            <a:off x="2185751" y="2833028"/>
            <a:ext cx="3324914"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ptos"/>
                <a:ea typeface="+mn-ea"/>
                <a:cs typeface="+mn-cs"/>
              </a:rPr>
              <a:t>Establish monitoring and alerting infrastructure with defined SLAs for proactive system oversight</a:t>
            </a:r>
          </a:p>
        </p:txBody>
      </p:sp>
      <p:grpSp>
        <p:nvGrpSpPr>
          <p:cNvPr id="37" name="Group 36">
            <a:extLst>
              <a:ext uri="{FF2B5EF4-FFF2-40B4-BE49-F238E27FC236}">
                <a16:creationId xmlns:a16="http://schemas.microsoft.com/office/drawing/2014/main" id="{B87553F6-49EF-E878-7165-77D46B8A31D2}"/>
              </a:ext>
            </a:extLst>
          </p:cNvPr>
          <p:cNvGrpSpPr/>
          <p:nvPr/>
        </p:nvGrpSpPr>
        <p:grpSpPr>
          <a:xfrm>
            <a:off x="3021164" y="601015"/>
            <a:ext cx="9172634" cy="276999"/>
            <a:chOff x="3021164" y="601015"/>
            <a:chExt cx="9172634" cy="276999"/>
          </a:xfrm>
        </p:grpSpPr>
        <p:sp>
          <p:nvSpPr>
            <p:cNvPr id="8" name="TextBox 7">
              <a:extLst>
                <a:ext uri="{FF2B5EF4-FFF2-40B4-BE49-F238E27FC236}">
                  <a16:creationId xmlns:a16="http://schemas.microsoft.com/office/drawing/2014/main" id="{C5A86B4B-4E40-63C1-5331-CD2614397C39}"/>
                </a:ext>
              </a:extLst>
            </p:cNvPr>
            <p:cNvSpPr txBox="1"/>
            <p:nvPr/>
          </p:nvSpPr>
          <p:spPr>
            <a:xfrm>
              <a:off x="3021164" y="601015"/>
              <a:ext cx="2223936" cy="276999"/>
            </a:xfrm>
            <a:prstGeom prst="rect">
              <a:avLst/>
            </a:prstGeom>
            <a:noFill/>
          </p:spPr>
          <p:txBody>
            <a:bodyPr wrap="square" rtlCol="0">
              <a:spAutoFit/>
            </a:bodyPr>
            <a:lstStyle/>
            <a:p>
              <a:r>
                <a:rPr lang="en-IN" sz="1200" i="1">
                  <a:latin typeface="Verdana" panose="020B0604030504040204" pitchFamily="34" charset="0"/>
                  <a:ea typeface="Verdana" panose="020B0604030504040204" pitchFamily="34" charset="0"/>
                </a:rPr>
                <a:t>Responsible:</a:t>
              </a:r>
            </a:p>
          </p:txBody>
        </p:sp>
        <p:sp>
          <p:nvSpPr>
            <p:cNvPr id="14" name="TextBox 13">
              <a:extLst>
                <a:ext uri="{FF2B5EF4-FFF2-40B4-BE49-F238E27FC236}">
                  <a16:creationId xmlns:a16="http://schemas.microsoft.com/office/drawing/2014/main" id="{2D732CEA-3B90-7C18-662E-C99E404D607E}"/>
                </a:ext>
              </a:extLst>
            </p:cNvPr>
            <p:cNvSpPr txBox="1"/>
            <p:nvPr/>
          </p:nvSpPr>
          <p:spPr>
            <a:xfrm>
              <a:off x="5337397" y="601015"/>
              <a:ext cx="2223936" cy="276999"/>
            </a:xfrm>
            <a:prstGeom prst="rect">
              <a:avLst/>
            </a:prstGeom>
            <a:noFill/>
          </p:spPr>
          <p:txBody>
            <a:bodyPr wrap="square" rtlCol="0">
              <a:spAutoFit/>
            </a:bodyPr>
            <a:lstStyle/>
            <a:p>
              <a:r>
                <a:rPr lang="en-IN" sz="1200" i="1">
                  <a:latin typeface="Verdana" panose="020B0604030504040204" pitchFamily="34" charset="0"/>
                  <a:ea typeface="Verdana" panose="020B0604030504040204" pitchFamily="34" charset="0"/>
                </a:rPr>
                <a:t>Accountable:</a:t>
              </a:r>
            </a:p>
          </p:txBody>
        </p:sp>
        <p:sp>
          <p:nvSpPr>
            <p:cNvPr id="35" name="TextBox 34">
              <a:extLst>
                <a:ext uri="{FF2B5EF4-FFF2-40B4-BE49-F238E27FC236}">
                  <a16:creationId xmlns:a16="http://schemas.microsoft.com/office/drawing/2014/main" id="{7A349F45-9B1D-5D40-480D-F506F71DFC35}"/>
                </a:ext>
              </a:extLst>
            </p:cNvPr>
            <p:cNvSpPr txBox="1"/>
            <p:nvPr/>
          </p:nvSpPr>
          <p:spPr>
            <a:xfrm>
              <a:off x="9969862" y="601015"/>
              <a:ext cx="2223936" cy="276999"/>
            </a:xfrm>
            <a:prstGeom prst="rect">
              <a:avLst/>
            </a:prstGeom>
            <a:noFill/>
          </p:spPr>
          <p:txBody>
            <a:bodyPr wrap="square" rtlCol="0">
              <a:spAutoFit/>
            </a:bodyPr>
            <a:lstStyle/>
            <a:p>
              <a:r>
                <a:rPr lang="en-IN" sz="1200" i="1">
                  <a:latin typeface="Verdana" panose="020B0604030504040204" pitchFamily="34" charset="0"/>
                  <a:ea typeface="Verdana" panose="020B0604030504040204" pitchFamily="34" charset="0"/>
                </a:rPr>
                <a:t>Informed:</a:t>
              </a:r>
            </a:p>
          </p:txBody>
        </p:sp>
        <p:sp>
          <p:nvSpPr>
            <p:cNvPr id="36" name="TextBox 35">
              <a:extLst>
                <a:ext uri="{FF2B5EF4-FFF2-40B4-BE49-F238E27FC236}">
                  <a16:creationId xmlns:a16="http://schemas.microsoft.com/office/drawing/2014/main" id="{240E1B58-CAF8-9A9B-5428-7531F94DD7AC}"/>
                </a:ext>
              </a:extLst>
            </p:cNvPr>
            <p:cNvSpPr txBox="1"/>
            <p:nvPr/>
          </p:nvSpPr>
          <p:spPr>
            <a:xfrm>
              <a:off x="7653630" y="601015"/>
              <a:ext cx="2223936" cy="276999"/>
            </a:xfrm>
            <a:prstGeom prst="rect">
              <a:avLst/>
            </a:prstGeom>
            <a:noFill/>
          </p:spPr>
          <p:txBody>
            <a:bodyPr wrap="square" rtlCol="0">
              <a:spAutoFit/>
            </a:bodyPr>
            <a:lstStyle/>
            <a:p>
              <a:r>
                <a:rPr lang="en-IN" sz="1200" i="1">
                  <a:latin typeface="Verdana" panose="020B0604030504040204" pitchFamily="34" charset="0"/>
                  <a:ea typeface="Verdana" panose="020B0604030504040204" pitchFamily="34" charset="0"/>
                </a:rPr>
                <a:t>Consulted:</a:t>
              </a:r>
            </a:p>
          </p:txBody>
        </p:sp>
      </p:grpSp>
    </p:spTree>
    <p:extLst>
      <p:ext uri="{BB962C8B-B14F-4D97-AF65-F5344CB8AC3E}">
        <p14:creationId xmlns:p14="http://schemas.microsoft.com/office/powerpoint/2010/main" val="33276440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04AB9-916E-A3C6-6CC4-50BD0C2210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832203-904C-3BC5-8D27-421E5F067073}"/>
              </a:ext>
            </a:extLst>
          </p:cNvPr>
          <p:cNvSpPr>
            <a:spLocks noGrp="1"/>
          </p:cNvSpPr>
          <p:nvPr>
            <p:ph type="title"/>
          </p:nvPr>
        </p:nvSpPr>
        <p:spPr>
          <a:xfrm>
            <a:off x="593461" y="264653"/>
            <a:ext cx="10668000" cy="438725"/>
          </a:xfrm>
        </p:spPr>
        <p:txBody>
          <a:bodyPr/>
          <a:lstStyle/>
          <a:p>
            <a:r>
              <a:rPr lang="en-IN"/>
              <a:t>Deployment and Rollout (Contd.)</a:t>
            </a:r>
          </a:p>
        </p:txBody>
      </p:sp>
      <p:sp>
        <p:nvSpPr>
          <p:cNvPr id="4" name="Rectangle 3">
            <a:extLst>
              <a:ext uri="{FF2B5EF4-FFF2-40B4-BE49-F238E27FC236}">
                <a16:creationId xmlns:a16="http://schemas.microsoft.com/office/drawing/2014/main" id="{6449DA5F-FA8D-64B2-1E9B-70799D3D4EEF}"/>
              </a:ext>
            </a:extLst>
          </p:cNvPr>
          <p:cNvSpPr/>
          <p:nvPr/>
        </p:nvSpPr>
        <p:spPr>
          <a:xfrm>
            <a:off x="593461" y="3554953"/>
            <a:ext cx="11228615" cy="847789"/>
          </a:xfrm>
          <a:prstGeom prst="rect">
            <a:avLst/>
          </a:prstGeom>
          <a:solidFill>
            <a:sysClr val="window" lastClr="FFFFFF">
              <a:lumMod val="95000"/>
            </a:sysClr>
          </a:solidFill>
          <a:ln w="6350" cap="flat" cmpd="sng" algn="ctr">
            <a:noFill/>
            <a:prstDash val="solid"/>
            <a:miter lim="800000"/>
          </a:ln>
          <a:effectLst/>
        </p:spPr>
        <p:txBody>
          <a:bodyPr lIns="853440" rtlCol="0" anchor="ctr"/>
          <a:lstStyle/>
          <a:p>
            <a:pPr marL="0" marR="0" lvl="0" indent="0" algn="l" defTabSz="914013" rtl="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gradFill>
                <a:gsLst>
                  <a:gs pos="0">
                    <a:srgbClr val="00B140"/>
                  </a:gs>
                  <a:gs pos="100000">
                    <a:srgbClr val="0033B4">
                      <a:lumMod val="45000"/>
                      <a:lumOff val="55000"/>
                    </a:srgbClr>
                  </a:gs>
                </a:gsLst>
                <a:lin ang="13500000" scaled="1"/>
              </a:gradFill>
              <a:effectLst/>
              <a:uLnTx/>
              <a:uFillTx/>
              <a:latin typeface="HelveticaNeueLT Std" panose="020B0604020202020204" pitchFamily="34" charset="0"/>
              <a:ea typeface="MS PGothic" pitchFamily="34" charset="-128"/>
              <a:cs typeface="+mn-cs"/>
            </a:endParaRPr>
          </a:p>
        </p:txBody>
      </p:sp>
      <p:sp>
        <p:nvSpPr>
          <p:cNvPr id="5" name="Rectangle 4">
            <a:extLst>
              <a:ext uri="{FF2B5EF4-FFF2-40B4-BE49-F238E27FC236}">
                <a16:creationId xmlns:a16="http://schemas.microsoft.com/office/drawing/2014/main" id="{ACD0CC46-AAA5-6550-5FBE-43EA7F159BDA}"/>
              </a:ext>
            </a:extLst>
          </p:cNvPr>
          <p:cNvSpPr/>
          <p:nvPr/>
        </p:nvSpPr>
        <p:spPr>
          <a:xfrm>
            <a:off x="593461" y="4501604"/>
            <a:ext cx="11228615" cy="864831"/>
          </a:xfrm>
          <a:prstGeom prst="rect">
            <a:avLst/>
          </a:prstGeom>
          <a:solidFill>
            <a:sysClr val="window" lastClr="FFFFFF">
              <a:lumMod val="95000"/>
            </a:sysClr>
          </a:solidFill>
          <a:ln w="6350" cap="flat" cmpd="sng" algn="ctr">
            <a:noFill/>
            <a:prstDash val="solid"/>
            <a:miter lim="800000"/>
          </a:ln>
          <a:effectLst/>
        </p:spPr>
        <p:txBody>
          <a:bodyPr lIns="853440" rtlCol="0" anchor="ctr"/>
          <a:lstStyle/>
          <a:p>
            <a:pPr marL="0" marR="0" lvl="0" indent="0" algn="l" defTabSz="914013" rtl="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gradFill>
                <a:gsLst>
                  <a:gs pos="0">
                    <a:srgbClr val="00B140"/>
                  </a:gs>
                  <a:gs pos="100000">
                    <a:srgbClr val="0033B4">
                      <a:lumMod val="45000"/>
                      <a:lumOff val="55000"/>
                    </a:srgbClr>
                  </a:gs>
                </a:gsLst>
                <a:lin ang="13500000" scaled="1"/>
              </a:gradFill>
              <a:effectLst/>
              <a:uLnTx/>
              <a:uFillTx/>
              <a:latin typeface="HelveticaNeueLT Std" panose="020B0604020202020204" pitchFamily="34" charset="0"/>
              <a:ea typeface="MS PGothic" pitchFamily="34" charset="-128"/>
              <a:cs typeface="+mn-cs"/>
            </a:endParaRPr>
          </a:p>
        </p:txBody>
      </p:sp>
      <p:sp>
        <p:nvSpPr>
          <p:cNvPr id="6" name="Rectangle 5">
            <a:extLst>
              <a:ext uri="{FF2B5EF4-FFF2-40B4-BE49-F238E27FC236}">
                <a16:creationId xmlns:a16="http://schemas.microsoft.com/office/drawing/2014/main" id="{70FDECA9-AE2F-C5E7-9661-250DFB7F2B4C}"/>
              </a:ext>
            </a:extLst>
          </p:cNvPr>
          <p:cNvSpPr/>
          <p:nvPr/>
        </p:nvSpPr>
        <p:spPr>
          <a:xfrm>
            <a:off x="593461" y="1647149"/>
            <a:ext cx="11228616" cy="847789"/>
          </a:xfrm>
          <a:prstGeom prst="rect">
            <a:avLst/>
          </a:prstGeom>
          <a:solidFill>
            <a:sysClr val="window" lastClr="FFFFFF">
              <a:lumMod val="95000"/>
            </a:sysClr>
          </a:solidFill>
          <a:ln w="6350" cap="flat" cmpd="sng" algn="ctr">
            <a:noFill/>
            <a:prstDash val="solid"/>
            <a:miter lim="800000"/>
          </a:ln>
          <a:effectLst/>
        </p:spPr>
        <p:txBody>
          <a:bodyPr lIns="853440" rtlCol="0" anchor="ctr"/>
          <a:lstStyle/>
          <a:p>
            <a:pPr marL="0" marR="0" lvl="0" indent="0" algn="l" defTabSz="914013" rtl="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gradFill>
                <a:gsLst>
                  <a:gs pos="0">
                    <a:srgbClr val="00B140"/>
                  </a:gs>
                  <a:gs pos="100000">
                    <a:srgbClr val="0033B4">
                      <a:lumMod val="45000"/>
                      <a:lumOff val="55000"/>
                    </a:srgbClr>
                  </a:gs>
                </a:gsLst>
                <a:lin ang="13500000" scaled="1"/>
              </a:gradFill>
              <a:effectLst/>
              <a:uLnTx/>
              <a:uFillTx/>
              <a:latin typeface="HelveticaNeueLT Std" panose="020B0604020202020204" pitchFamily="34" charset="0"/>
              <a:ea typeface="MS PGothic" pitchFamily="34" charset="-128"/>
              <a:cs typeface="+mn-cs"/>
            </a:endParaRPr>
          </a:p>
        </p:txBody>
      </p:sp>
      <p:sp>
        <p:nvSpPr>
          <p:cNvPr id="7" name="Rectangle 6">
            <a:extLst>
              <a:ext uri="{FF2B5EF4-FFF2-40B4-BE49-F238E27FC236}">
                <a16:creationId xmlns:a16="http://schemas.microsoft.com/office/drawing/2014/main" id="{DBAF0560-8A66-D3E9-31EF-C8CDE39C5283}"/>
              </a:ext>
            </a:extLst>
          </p:cNvPr>
          <p:cNvSpPr/>
          <p:nvPr/>
        </p:nvSpPr>
        <p:spPr>
          <a:xfrm>
            <a:off x="593461" y="2593800"/>
            <a:ext cx="11228615" cy="864831"/>
          </a:xfrm>
          <a:prstGeom prst="rect">
            <a:avLst/>
          </a:prstGeom>
          <a:solidFill>
            <a:sysClr val="window" lastClr="FFFFFF">
              <a:lumMod val="95000"/>
            </a:sysClr>
          </a:solidFill>
          <a:ln w="6350" cap="flat" cmpd="sng" algn="ctr">
            <a:noFill/>
            <a:prstDash val="solid"/>
            <a:miter lim="800000"/>
          </a:ln>
          <a:effectLst/>
        </p:spPr>
        <p:txBody>
          <a:bodyPr lIns="853440" rtlCol="0" anchor="ctr"/>
          <a:lstStyle/>
          <a:p>
            <a:pPr marL="0" marR="0" lvl="0" indent="0" algn="l" defTabSz="914013" rtl="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gradFill>
                <a:gsLst>
                  <a:gs pos="0">
                    <a:srgbClr val="00B140"/>
                  </a:gs>
                  <a:gs pos="100000">
                    <a:srgbClr val="0033B4">
                      <a:lumMod val="45000"/>
                      <a:lumOff val="55000"/>
                    </a:srgbClr>
                  </a:gs>
                </a:gsLst>
                <a:lin ang="13500000" scaled="1"/>
              </a:gradFill>
              <a:effectLst/>
              <a:uLnTx/>
              <a:uFillTx/>
              <a:latin typeface="HelveticaNeueLT Std" panose="020B0604020202020204" pitchFamily="34" charset="0"/>
              <a:ea typeface="MS PGothic" pitchFamily="34" charset="-128"/>
              <a:cs typeface="+mn-cs"/>
            </a:endParaRPr>
          </a:p>
        </p:txBody>
      </p:sp>
      <p:sp>
        <p:nvSpPr>
          <p:cNvPr id="9" name="Rectangle 8">
            <a:extLst>
              <a:ext uri="{FF2B5EF4-FFF2-40B4-BE49-F238E27FC236}">
                <a16:creationId xmlns:a16="http://schemas.microsoft.com/office/drawing/2014/main" id="{48E55594-41A4-3521-1285-5DC218656374}"/>
              </a:ext>
            </a:extLst>
          </p:cNvPr>
          <p:cNvSpPr/>
          <p:nvPr/>
        </p:nvSpPr>
        <p:spPr>
          <a:xfrm>
            <a:off x="2186580" y="2610497"/>
            <a:ext cx="3369319" cy="836407"/>
          </a:xfrm>
          <a:prstGeom prst="rect">
            <a:avLst/>
          </a:prstGeom>
          <a:solidFill>
            <a:sysClr val="window" lastClr="FFFFFF"/>
          </a:solidFill>
          <a:ln w="25400" cap="flat" cmpd="sng" algn="ctr">
            <a:solidFill>
              <a:srgbClr val="6363C8">
                <a:alpha val="4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srgbClr val="000000"/>
              </a:solidFill>
              <a:effectLst/>
              <a:uLnTx/>
              <a:uFillTx/>
              <a:latin typeface="HelveticaNeueLT Std" panose="020B0604020202020204" pitchFamily="34" charset="0"/>
              <a:ea typeface="+mn-ea"/>
              <a:cs typeface="Arial" panose="020B0604020202020204" pitchFamily="34" charset="0"/>
            </a:endParaRPr>
          </a:p>
        </p:txBody>
      </p:sp>
      <p:sp>
        <p:nvSpPr>
          <p:cNvPr id="10" name="Rectangle 9">
            <a:extLst>
              <a:ext uri="{FF2B5EF4-FFF2-40B4-BE49-F238E27FC236}">
                <a16:creationId xmlns:a16="http://schemas.microsoft.com/office/drawing/2014/main" id="{4133E25B-B193-D96D-97B0-D4217E3DFD4C}"/>
              </a:ext>
            </a:extLst>
          </p:cNvPr>
          <p:cNvSpPr/>
          <p:nvPr/>
        </p:nvSpPr>
        <p:spPr>
          <a:xfrm>
            <a:off x="2186580" y="1647952"/>
            <a:ext cx="3369319" cy="836407"/>
          </a:xfrm>
          <a:prstGeom prst="rect">
            <a:avLst/>
          </a:prstGeom>
          <a:solidFill>
            <a:sysClr val="window" lastClr="FFFFFF"/>
          </a:solidFill>
          <a:ln w="25400" cap="flat" cmpd="sng" algn="ctr">
            <a:solidFill>
              <a:srgbClr val="6363C8">
                <a:alpha val="40000"/>
              </a:srgbClr>
            </a:solidFill>
            <a:prstDash val="solid"/>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IN" sz="1400" b="0" i="0" u="none" strike="noStrike" kern="0" cap="none" spc="0" normalizeH="0" baseline="0" noProof="0">
              <a:ln>
                <a:noFill/>
              </a:ln>
              <a:solidFill>
                <a:srgbClr val="000000"/>
              </a:solidFill>
              <a:effectLst/>
              <a:uLnTx/>
              <a:uFillTx/>
              <a:latin typeface="HelveticaNeueLT Std" panose="020B0604020202020204" pitchFamily="34" charset="0"/>
              <a:ea typeface="+mn-ea"/>
              <a:cs typeface="Arial" panose="020B0604020202020204" pitchFamily="34" charset="0"/>
            </a:endParaRPr>
          </a:p>
        </p:txBody>
      </p:sp>
      <p:sp>
        <p:nvSpPr>
          <p:cNvPr id="11" name="Rectangle 10">
            <a:extLst>
              <a:ext uri="{FF2B5EF4-FFF2-40B4-BE49-F238E27FC236}">
                <a16:creationId xmlns:a16="http://schemas.microsoft.com/office/drawing/2014/main" id="{9579F72B-9625-3CD7-E038-34A8D0D2BD0A}"/>
              </a:ext>
            </a:extLst>
          </p:cNvPr>
          <p:cNvSpPr/>
          <p:nvPr/>
        </p:nvSpPr>
        <p:spPr>
          <a:xfrm>
            <a:off x="2186580" y="3573044"/>
            <a:ext cx="3369319" cy="836407"/>
          </a:xfrm>
          <a:prstGeom prst="rect">
            <a:avLst/>
          </a:prstGeom>
          <a:solidFill>
            <a:sysClr val="window" lastClr="FFFFFF"/>
          </a:solidFill>
          <a:ln w="25400" cap="flat" cmpd="sng" algn="ctr">
            <a:solidFill>
              <a:srgbClr val="6363C8">
                <a:alpha val="4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srgbClr val="000000"/>
              </a:solidFill>
              <a:effectLst/>
              <a:uLnTx/>
              <a:uFillTx/>
              <a:latin typeface="HelveticaNeueLT Std" panose="020B0604020202020204" pitchFamily="34" charset="0"/>
              <a:ea typeface="+mn-ea"/>
              <a:cs typeface="Arial" panose="020B0604020202020204" pitchFamily="34" charset="0"/>
            </a:endParaRPr>
          </a:p>
        </p:txBody>
      </p:sp>
      <p:sp>
        <p:nvSpPr>
          <p:cNvPr id="12" name="Rectangle 11">
            <a:extLst>
              <a:ext uri="{FF2B5EF4-FFF2-40B4-BE49-F238E27FC236}">
                <a16:creationId xmlns:a16="http://schemas.microsoft.com/office/drawing/2014/main" id="{51903B6B-80AB-F42F-FD44-C133FB0C4537}"/>
              </a:ext>
            </a:extLst>
          </p:cNvPr>
          <p:cNvSpPr/>
          <p:nvPr/>
        </p:nvSpPr>
        <p:spPr>
          <a:xfrm>
            <a:off x="2186580" y="4535589"/>
            <a:ext cx="3369319" cy="836407"/>
          </a:xfrm>
          <a:prstGeom prst="rect">
            <a:avLst/>
          </a:prstGeom>
          <a:solidFill>
            <a:sysClr val="window" lastClr="FFFFFF"/>
          </a:solidFill>
          <a:ln w="25400" cap="flat" cmpd="sng" algn="ctr">
            <a:solidFill>
              <a:srgbClr val="6363C8">
                <a:alpha val="4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srgbClr val="000000"/>
              </a:solidFill>
              <a:effectLst/>
              <a:uLnTx/>
              <a:uFillTx/>
              <a:latin typeface="HelveticaNeueLT Std" panose="020B0604020202020204" pitchFamily="34" charset="0"/>
              <a:ea typeface="+mn-ea"/>
              <a:cs typeface="Arial" panose="020B0604020202020204" pitchFamily="34" charset="0"/>
            </a:endParaRPr>
          </a:p>
        </p:txBody>
      </p:sp>
      <p:cxnSp>
        <p:nvCxnSpPr>
          <p:cNvPr id="20" name="Straight Connector 19">
            <a:extLst>
              <a:ext uri="{FF2B5EF4-FFF2-40B4-BE49-F238E27FC236}">
                <a16:creationId xmlns:a16="http://schemas.microsoft.com/office/drawing/2014/main" id="{13647EDC-E6C0-64CF-F8C3-94A502BA2A27}"/>
              </a:ext>
            </a:extLst>
          </p:cNvPr>
          <p:cNvCxnSpPr>
            <a:cxnSpLocks/>
          </p:cNvCxnSpPr>
          <p:nvPr/>
        </p:nvCxnSpPr>
        <p:spPr>
          <a:xfrm>
            <a:off x="5555898" y="1647952"/>
            <a:ext cx="0" cy="836407"/>
          </a:xfrm>
          <a:prstGeom prst="line">
            <a:avLst/>
          </a:prstGeom>
          <a:noFill/>
          <a:ln w="38100" cap="flat" cmpd="sng" algn="ctr">
            <a:solidFill>
              <a:srgbClr val="6363C8"/>
            </a:solidFill>
            <a:prstDash val="solid"/>
          </a:ln>
          <a:effectLst/>
        </p:spPr>
      </p:cxnSp>
      <p:cxnSp>
        <p:nvCxnSpPr>
          <p:cNvPr id="21" name="Straight Connector 20">
            <a:extLst>
              <a:ext uri="{FF2B5EF4-FFF2-40B4-BE49-F238E27FC236}">
                <a16:creationId xmlns:a16="http://schemas.microsoft.com/office/drawing/2014/main" id="{186123A1-50CC-A741-A12D-375FEAEA617F}"/>
              </a:ext>
            </a:extLst>
          </p:cNvPr>
          <p:cNvCxnSpPr>
            <a:cxnSpLocks/>
          </p:cNvCxnSpPr>
          <p:nvPr/>
        </p:nvCxnSpPr>
        <p:spPr>
          <a:xfrm>
            <a:off x="5556722" y="2610497"/>
            <a:ext cx="0" cy="836407"/>
          </a:xfrm>
          <a:prstGeom prst="line">
            <a:avLst/>
          </a:prstGeom>
          <a:noFill/>
          <a:ln w="38100" cap="flat" cmpd="sng" algn="ctr">
            <a:solidFill>
              <a:srgbClr val="6363C8"/>
            </a:solidFill>
            <a:prstDash val="solid"/>
          </a:ln>
          <a:effectLst/>
        </p:spPr>
      </p:cxnSp>
      <p:cxnSp>
        <p:nvCxnSpPr>
          <p:cNvPr id="22" name="Straight Connector 21">
            <a:extLst>
              <a:ext uri="{FF2B5EF4-FFF2-40B4-BE49-F238E27FC236}">
                <a16:creationId xmlns:a16="http://schemas.microsoft.com/office/drawing/2014/main" id="{2318B648-9757-D468-5E21-9861FF93032F}"/>
              </a:ext>
            </a:extLst>
          </p:cNvPr>
          <p:cNvCxnSpPr>
            <a:cxnSpLocks/>
          </p:cNvCxnSpPr>
          <p:nvPr/>
        </p:nvCxnSpPr>
        <p:spPr>
          <a:xfrm>
            <a:off x="5557544" y="3573044"/>
            <a:ext cx="0" cy="836407"/>
          </a:xfrm>
          <a:prstGeom prst="line">
            <a:avLst/>
          </a:prstGeom>
          <a:noFill/>
          <a:ln w="38100" cap="flat" cmpd="sng" algn="ctr">
            <a:solidFill>
              <a:srgbClr val="6363C8"/>
            </a:solidFill>
            <a:prstDash val="solid"/>
          </a:ln>
          <a:effectLst/>
        </p:spPr>
      </p:cxnSp>
      <p:cxnSp>
        <p:nvCxnSpPr>
          <p:cNvPr id="23" name="Straight Connector 22">
            <a:extLst>
              <a:ext uri="{FF2B5EF4-FFF2-40B4-BE49-F238E27FC236}">
                <a16:creationId xmlns:a16="http://schemas.microsoft.com/office/drawing/2014/main" id="{50D54DD1-6986-3B17-3220-1C00219BE1A2}"/>
              </a:ext>
            </a:extLst>
          </p:cNvPr>
          <p:cNvCxnSpPr>
            <a:cxnSpLocks/>
          </p:cNvCxnSpPr>
          <p:nvPr/>
        </p:nvCxnSpPr>
        <p:spPr>
          <a:xfrm>
            <a:off x="5558367" y="4535589"/>
            <a:ext cx="0" cy="836407"/>
          </a:xfrm>
          <a:prstGeom prst="line">
            <a:avLst/>
          </a:prstGeom>
          <a:noFill/>
          <a:ln w="38100" cap="flat" cmpd="sng" algn="ctr">
            <a:solidFill>
              <a:srgbClr val="6363C8"/>
            </a:solidFill>
            <a:prstDash val="solid"/>
          </a:ln>
          <a:effectLst/>
        </p:spPr>
      </p:cxnSp>
      <p:grpSp>
        <p:nvGrpSpPr>
          <p:cNvPr id="40" name="Group 39">
            <a:extLst>
              <a:ext uri="{FF2B5EF4-FFF2-40B4-BE49-F238E27FC236}">
                <a16:creationId xmlns:a16="http://schemas.microsoft.com/office/drawing/2014/main" id="{FA23C4A4-B8D7-FC96-3624-588FAFDB9182}"/>
              </a:ext>
            </a:extLst>
          </p:cNvPr>
          <p:cNvGrpSpPr/>
          <p:nvPr/>
        </p:nvGrpSpPr>
        <p:grpSpPr>
          <a:xfrm>
            <a:off x="6520548" y="1647952"/>
            <a:ext cx="4886018" cy="3744262"/>
            <a:chOff x="5971036" y="1647952"/>
            <a:chExt cx="5435530" cy="3744262"/>
          </a:xfrm>
        </p:grpSpPr>
        <p:sp>
          <p:nvSpPr>
            <p:cNvPr id="15" name="Rectangle 14">
              <a:extLst>
                <a:ext uri="{FF2B5EF4-FFF2-40B4-BE49-F238E27FC236}">
                  <a16:creationId xmlns:a16="http://schemas.microsoft.com/office/drawing/2014/main" id="{9758D6A9-9031-35D9-DC1E-BAC21E814D7B}"/>
                </a:ext>
              </a:extLst>
            </p:cNvPr>
            <p:cNvSpPr/>
            <p:nvPr/>
          </p:nvSpPr>
          <p:spPr>
            <a:xfrm>
              <a:off x="5971037" y="2610497"/>
              <a:ext cx="5435529" cy="836407"/>
            </a:xfrm>
            <a:prstGeom prst="rect">
              <a:avLst/>
            </a:prstGeom>
            <a:solidFill>
              <a:sysClr val="window" lastClr="FFFFFF"/>
            </a:solidFill>
            <a:ln w="25400" cap="flat" cmpd="sng" algn="ctr">
              <a:solidFill>
                <a:srgbClr val="007F62">
                  <a:alpha val="4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lumMod val="50000"/>
                    <a:lumOff val="50000"/>
                  </a:srgbClr>
                </a:solidFill>
                <a:effectLst/>
                <a:uLnTx/>
                <a:uFillTx/>
                <a:latin typeface="HelveticaNeueLT Std" panose="020B0604020202020204" pitchFamily="34" charset="0"/>
                <a:ea typeface="+mn-ea"/>
                <a:cs typeface="Arial" panose="020B0604020202020204" pitchFamily="34" charset="0"/>
              </a:endParaRPr>
            </a:p>
          </p:txBody>
        </p:sp>
        <p:sp>
          <p:nvSpPr>
            <p:cNvPr id="16" name="Rectangle 15">
              <a:extLst>
                <a:ext uri="{FF2B5EF4-FFF2-40B4-BE49-F238E27FC236}">
                  <a16:creationId xmlns:a16="http://schemas.microsoft.com/office/drawing/2014/main" id="{1CDA3B96-9547-5052-2021-C324AE69B7D1}"/>
                </a:ext>
              </a:extLst>
            </p:cNvPr>
            <p:cNvSpPr/>
            <p:nvPr/>
          </p:nvSpPr>
          <p:spPr>
            <a:xfrm>
              <a:off x="5971037" y="1647952"/>
              <a:ext cx="5435529" cy="836407"/>
            </a:xfrm>
            <a:prstGeom prst="rect">
              <a:avLst/>
            </a:prstGeom>
            <a:solidFill>
              <a:sysClr val="window" lastClr="FFFFFF"/>
            </a:solidFill>
            <a:ln w="25400" cap="flat" cmpd="sng" algn="ctr">
              <a:solidFill>
                <a:srgbClr val="007F62">
                  <a:alpha val="40000"/>
                </a:srgbClr>
              </a:solidFill>
              <a:prstDash val="solid"/>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400" b="0" i="0" u="none" strike="noStrike" kern="0" cap="none" spc="0" normalizeH="0" baseline="0" noProof="0">
                <a:ln>
                  <a:noFill/>
                </a:ln>
                <a:solidFill>
                  <a:srgbClr val="000000">
                    <a:lumMod val="50000"/>
                    <a:lumOff val="50000"/>
                  </a:srgbClr>
                </a:solidFill>
                <a:effectLst/>
                <a:uLnTx/>
                <a:uFillTx/>
                <a:latin typeface="HelveticaNeueLT Std" panose="020B0604020202020204" pitchFamily="34" charset="0"/>
                <a:ea typeface="+mn-ea"/>
                <a:cs typeface="Arial" panose="020B0604020202020204" pitchFamily="34" charset="0"/>
              </a:endParaRPr>
            </a:p>
          </p:txBody>
        </p:sp>
        <p:sp>
          <p:nvSpPr>
            <p:cNvPr id="17" name="Rectangle 16">
              <a:extLst>
                <a:ext uri="{FF2B5EF4-FFF2-40B4-BE49-F238E27FC236}">
                  <a16:creationId xmlns:a16="http://schemas.microsoft.com/office/drawing/2014/main" id="{6C1A3A37-6824-19B1-1FAA-54313C7236A9}"/>
                </a:ext>
              </a:extLst>
            </p:cNvPr>
            <p:cNvSpPr/>
            <p:nvPr/>
          </p:nvSpPr>
          <p:spPr>
            <a:xfrm>
              <a:off x="5971037" y="3573044"/>
              <a:ext cx="5435529" cy="836407"/>
            </a:xfrm>
            <a:prstGeom prst="rect">
              <a:avLst/>
            </a:prstGeom>
            <a:solidFill>
              <a:sysClr val="window" lastClr="FFFFFF"/>
            </a:solidFill>
            <a:ln w="25400" cap="flat" cmpd="sng" algn="ctr">
              <a:solidFill>
                <a:srgbClr val="007F62">
                  <a:alpha val="4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400" b="0" i="0" u="none" strike="noStrike" kern="0" cap="none" spc="0" normalizeH="0" baseline="0" noProof="0">
                <a:ln>
                  <a:noFill/>
                </a:ln>
                <a:solidFill>
                  <a:srgbClr val="000000">
                    <a:lumMod val="50000"/>
                    <a:lumOff val="50000"/>
                  </a:srgbClr>
                </a:solidFill>
                <a:effectLst/>
                <a:uLnTx/>
                <a:uFillTx/>
                <a:latin typeface="HelveticaNeueLT Std" panose="020B0604020202020204" pitchFamily="34" charset="0"/>
                <a:ea typeface="+mn-ea"/>
                <a:cs typeface="Arial" panose="020B0604020202020204" pitchFamily="34" charset="0"/>
              </a:endParaRPr>
            </a:p>
          </p:txBody>
        </p:sp>
        <p:sp>
          <p:nvSpPr>
            <p:cNvPr id="18" name="Rectangle 17">
              <a:extLst>
                <a:ext uri="{FF2B5EF4-FFF2-40B4-BE49-F238E27FC236}">
                  <a16:creationId xmlns:a16="http://schemas.microsoft.com/office/drawing/2014/main" id="{C10C3D07-99F5-F572-5B3D-A3B8E3CB0B79}"/>
                </a:ext>
              </a:extLst>
            </p:cNvPr>
            <p:cNvSpPr/>
            <p:nvPr/>
          </p:nvSpPr>
          <p:spPr>
            <a:xfrm>
              <a:off x="5971037" y="4535589"/>
              <a:ext cx="5435529" cy="836407"/>
            </a:xfrm>
            <a:prstGeom prst="rect">
              <a:avLst/>
            </a:prstGeom>
            <a:solidFill>
              <a:sysClr val="window" lastClr="FFFFFF"/>
            </a:solidFill>
            <a:ln w="25400" cap="flat" cmpd="sng" algn="ctr">
              <a:solidFill>
                <a:srgbClr val="007F62">
                  <a:alpha val="4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000000">
                    <a:lumMod val="50000"/>
                    <a:lumOff val="50000"/>
                  </a:srgbClr>
                </a:solidFill>
                <a:effectLst/>
                <a:uLnTx/>
                <a:uFillTx/>
                <a:latin typeface="HelveticaNeueLT Std" panose="020B0604020202020204" pitchFamily="34" charset="0"/>
                <a:ea typeface="+mn-ea"/>
                <a:cs typeface="Arial" panose="020B0604020202020204" pitchFamily="34" charset="0"/>
              </a:endParaRPr>
            </a:p>
          </p:txBody>
        </p:sp>
        <p:cxnSp>
          <p:nvCxnSpPr>
            <p:cNvPr id="25" name="Straight Connector 24">
              <a:extLst>
                <a:ext uri="{FF2B5EF4-FFF2-40B4-BE49-F238E27FC236}">
                  <a16:creationId xmlns:a16="http://schemas.microsoft.com/office/drawing/2014/main" id="{20707603-B6C8-8E22-84DF-FEDEE17EAD3F}"/>
                </a:ext>
              </a:extLst>
            </p:cNvPr>
            <p:cNvCxnSpPr/>
            <p:nvPr/>
          </p:nvCxnSpPr>
          <p:spPr>
            <a:xfrm>
              <a:off x="5971036" y="1668169"/>
              <a:ext cx="0" cy="836407"/>
            </a:xfrm>
            <a:prstGeom prst="line">
              <a:avLst/>
            </a:prstGeom>
            <a:noFill/>
            <a:ln w="38100" cap="flat" cmpd="sng" algn="ctr">
              <a:solidFill>
                <a:srgbClr val="007F62"/>
              </a:solidFill>
              <a:prstDash val="solid"/>
            </a:ln>
            <a:effectLst/>
          </p:spPr>
        </p:cxnSp>
        <p:cxnSp>
          <p:nvCxnSpPr>
            <p:cNvPr id="26" name="Straight Connector 25">
              <a:extLst>
                <a:ext uri="{FF2B5EF4-FFF2-40B4-BE49-F238E27FC236}">
                  <a16:creationId xmlns:a16="http://schemas.microsoft.com/office/drawing/2014/main" id="{67ECB084-B289-0262-A0E0-64F991A5B474}"/>
                </a:ext>
              </a:extLst>
            </p:cNvPr>
            <p:cNvCxnSpPr/>
            <p:nvPr/>
          </p:nvCxnSpPr>
          <p:spPr>
            <a:xfrm>
              <a:off x="5971859" y="2630715"/>
              <a:ext cx="0" cy="836407"/>
            </a:xfrm>
            <a:prstGeom prst="line">
              <a:avLst/>
            </a:prstGeom>
            <a:noFill/>
            <a:ln w="38100" cap="flat" cmpd="sng" algn="ctr">
              <a:solidFill>
                <a:srgbClr val="007F62"/>
              </a:solidFill>
              <a:prstDash val="solid"/>
            </a:ln>
            <a:effectLst/>
          </p:spPr>
        </p:cxnSp>
        <p:cxnSp>
          <p:nvCxnSpPr>
            <p:cNvPr id="27" name="Straight Connector 26">
              <a:extLst>
                <a:ext uri="{FF2B5EF4-FFF2-40B4-BE49-F238E27FC236}">
                  <a16:creationId xmlns:a16="http://schemas.microsoft.com/office/drawing/2014/main" id="{CA0103C1-1491-AC75-9D52-3BD8F6CE0210}"/>
                </a:ext>
              </a:extLst>
            </p:cNvPr>
            <p:cNvCxnSpPr/>
            <p:nvPr/>
          </p:nvCxnSpPr>
          <p:spPr>
            <a:xfrm>
              <a:off x="5972683" y="3593261"/>
              <a:ext cx="0" cy="836407"/>
            </a:xfrm>
            <a:prstGeom prst="line">
              <a:avLst/>
            </a:prstGeom>
            <a:noFill/>
            <a:ln w="38100" cap="flat" cmpd="sng" algn="ctr">
              <a:solidFill>
                <a:srgbClr val="007F62"/>
              </a:solidFill>
              <a:prstDash val="solid"/>
            </a:ln>
            <a:effectLst/>
          </p:spPr>
        </p:cxnSp>
        <p:cxnSp>
          <p:nvCxnSpPr>
            <p:cNvPr id="28" name="Straight Connector 27">
              <a:extLst>
                <a:ext uri="{FF2B5EF4-FFF2-40B4-BE49-F238E27FC236}">
                  <a16:creationId xmlns:a16="http://schemas.microsoft.com/office/drawing/2014/main" id="{9C8721DF-2EE2-1EAD-DB5C-2F0995C96E10}"/>
                </a:ext>
              </a:extLst>
            </p:cNvPr>
            <p:cNvCxnSpPr/>
            <p:nvPr/>
          </p:nvCxnSpPr>
          <p:spPr>
            <a:xfrm>
              <a:off x="5973505" y="4555807"/>
              <a:ext cx="0" cy="836407"/>
            </a:xfrm>
            <a:prstGeom prst="line">
              <a:avLst/>
            </a:prstGeom>
            <a:noFill/>
            <a:ln w="38100" cap="flat" cmpd="sng" algn="ctr">
              <a:solidFill>
                <a:srgbClr val="007F62"/>
              </a:solidFill>
              <a:prstDash val="solid"/>
            </a:ln>
            <a:effectLst/>
          </p:spPr>
        </p:cxnSp>
      </p:grpSp>
      <p:cxnSp>
        <p:nvCxnSpPr>
          <p:cNvPr id="30" name="Straight Connector 29">
            <a:extLst>
              <a:ext uri="{FF2B5EF4-FFF2-40B4-BE49-F238E27FC236}">
                <a16:creationId xmlns:a16="http://schemas.microsoft.com/office/drawing/2014/main" id="{06A43E9B-A69C-1BA4-FC47-F137829A671C}"/>
              </a:ext>
            </a:extLst>
          </p:cNvPr>
          <p:cNvCxnSpPr/>
          <p:nvPr/>
        </p:nvCxnSpPr>
        <p:spPr>
          <a:xfrm>
            <a:off x="5722988" y="2095000"/>
            <a:ext cx="456113" cy="0"/>
          </a:xfrm>
          <a:prstGeom prst="line">
            <a:avLst/>
          </a:prstGeom>
          <a:noFill/>
          <a:ln w="9525" cap="flat" cmpd="sng" algn="ctr">
            <a:solidFill>
              <a:srgbClr val="71758A"/>
            </a:solidFill>
            <a:prstDash val="solid"/>
            <a:headEnd type="oval" w="med" len="med"/>
            <a:tailEnd type="oval" w="med" len="med"/>
          </a:ln>
          <a:effectLst/>
        </p:spPr>
      </p:cxnSp>
      <p:cxnSp>
        <p:nvCxnSpPr>
          <p:cNvPr id="31" name="Straight Connector 30">
            <a:extLst>
              <a:ext uri="{FF2B5EF4-FFF2-40B4-BE49-F238E27FC236}">
                <a16:creationId xmlns:a16="http://schemas.microsoft.com/office/drawing/2014/main" id="{F7BB343C-C986-DD10-E08E-1EE90B1013CA}"/>
              </a:ext>
            </a:extLst>
          </p:cNvPr>
          <p:cNvCxnSpPr/>
          <p:nvPr/>
        </p:nvCxnSpPr>
        <p:spPr>
          <a:xfrm>
            <a:off x="5722988" y="3041151"/>
            <a:ext cx="456113" cy="0"/>
          </a:xfrm>
          <a:prstGeom prst="line">
            <a:avLst/>
          </a:prstGeom>
          <a:noFill/>
          <a:ln w="9525" cap="flat" cmpd="sng" algn="ctr">
            <a:solidFill>
              <a:srgbClr val="71758A"/>
            </a:solidFill>
            <a:prstDash val="solid"/>
            <a:headEnd type="oval" w="med" len="med"/>
            <a:tailEnd type="oval" w="med" len="med"/>
          </a:ln>
          <a:effectLst/>
        </p:spPr>
      </p:cxnSp>
      <p:cxnSp>
        <p:nvCxnSpPr>
          <p:cNvPr id="32" name="Straight Connector 31">
            <a:extLst>
              <a:ext uri="{FF2B5EF4-FFF2-40B4-BE49-F238E27FC236}">
                <a16:creationId xmlns:a16="http://schemas.microsoft.com/office/drawing/2014/main" id="{02F9B62A-9F61-699A-B059-4438AD740F8D}"/>
              </a:ext>
            </a:extLst>
          </p:cNvPr>
          <p:cNvCxnSpPr/>
          <p:nvPr/>
        </p:nvCxnSpPr>
        <p:spPr>
          <a:xfrm>
            <a:off x="5722988" y="3987300"/>
            <a:ext cx="456113" cy="0"/>
          </a:xfrm>
          <a:prstGeom prst="line">
            <a:avLst/>
          </a:prstGeom>
          <a:noFill/>
          <a:ln w="9525" cap="flat" cmpd="sng" algn="ctr">
            <a:solidFill>
              <a:srgbClr val="71758A"/>
            </a:solidFill>
            <a:prstDash val="solid"/>
            <a:headEnd type="oval" w="med" len="med"/>
            <a:tailEnd type="oval" w="med" len="med"/>
          </a:ln>
          <a:effectLst/>
        </p:spPr>
      </p:cxnSp>
      <p:cxnSp>
        <p:nvCxnSpPr>
          <p:cNvPr id="33" name="Straight Connector 32">
            <a:extLst>
              <a:ext uri="{FF2B5EF4-FFF2-40B4-BE49-F238E27FC236}">
                <a16:creationId xmlns:a16="http://schemas.microsoft.com/office/drawing/2014/main" id="{BEA7696D-3ED0-9AF7-8613-DCA88DC0D94F}"/>
              </a:ext>
            </a:extLst>
          </p:cNvPr>
          <p:cNvCxnSpPr/>
          <p:nvPr/>
        </p:nvCxnSpPr>
        <p:spPr>
          <a:xfrm>
            <a:off x="5722988" y="4933451"/>
            <a:ext cx="456113" cy="0"/>
          </a:xfrm>
          <a:prstGeom prst="line">
            <a:avLst/>
          </a:prstGeom>
          <a:noFill/>
          <a:ln w="9525" cap="flat" cmpd="sng" algn="ctr">
            <a:solidFill>
              <a:srgbClr val="71758A"/>
            </a:solidFill>
            <a:prstDash val="solid"/>
            <a:headEnd type="oval" w="med" len="med"/>
            <a:tailEnd type="oval" w="med" len="med"/>
          </a:ln>
          <a:effectLst/>
        </p:spPr>
      </p:cxnSp>
      <p:sp>
        <p:nvSpPr>
          <p:cNvPr id="48" name="Rectangle 47">
            <a:extLst>
              <a:ext uri="{FF2B5EF4-FFF2-40B4-BE49-F238E27FC236}">
                <a16:creationId xmlns:a16="http://schemas.microsoft.com/office/drawing/2014/main" id="{28774C72-6D85-8979-F707-A7BE7AEE08EE}"/>
              </a:ext>
            </a:extLst>
          </p:cNvPr>
          <p:cNvSpPr/>
          <p:nvPr/>
        </p:nvSpPr>
        <p:spPr>
          <a:xfrm>
            <a:off x="2186580" y="1071271"/>
            <a:ext cx="3369318" cy="491932"/>
          </a:xfrm>
          <a:prstGeom prst="rect">
            <a:avLst/>
          </a:prstGeom>
          <a:solidFill>
            <a:schemeClr val="accent4"/>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ptos"/>
              <a:ea typeface="+mn-ea"/>
              <a:cs typeface="+mn-cs"/>
            </a:endParaRPr>
          </a:p>
        </p:txBody>
      </p:sp>
      <p:sp>
        <p:nvSpPr>
          <p:cNvPr id="49" name="Rectangle 48">
            <a:extLst>
              <a:ext uri="{FF2B5EF4-FFF2-40B4-BE49-F238E27FC236}">
                <a16:creationId xmlns:a16="http://schemas.microsoft.com/office/drawing/2014/main" id="{A6891F60-BE58-FC3B-A061-2B9AA0ADF835}"/>
              </a:ext>
            </a:extLst>
          </p:cNvPr>
          <p:cNvSpPr/>
          <p:nvPr/>
        </p:nvSpPr>
        <p:spPr>
          <a:xfrm>
            <a:off x="6520548" y="1044539"/>
            <a:ext cx="4886018" cy="491932"/>
          </a:xfrm>
          <a:prstGeom prst="rect">
            <a:avLst/>
          </a:prstGeom>
          <a:solidFill>
            <a:schemeClr val="accent1"/>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ptos"/>
              <a:ea typeface="+mn-ea"/>
              <a:cs typeface="+mn-cs"/>
            </a:endParaRPr>
          </a:p>
        </p:txBody>
      </p:sp>
      <p:sp>
        <p:nvSpPr>
          <p:cNvPr id="50" name="Rectangle 49">
            <a:extLst>
              <a:ext uri="{FF2B5EF4-FFF2-40B4-BE49-F238E27FC236}">
                <a16:creationId xmlns:a16="http://schemas.microsoft.com/office/drawing/2014/main" id="{F4BF258F-A3C4-7F13-4071-D5943D83F793}"/>
              </a:ext>
            </a:extLst>
          </p:cNvPr>
          <p:cNvSpPr/>
          <p:nvPr/>
        </p:nvSpPr>
        <p:spPr>
          <a:xfrm>
            <a:off x="687874" y="1807824"/>
            <a:ext cx="1415161" cy="516661"/>
          </a:xfrm>
          <a:prstGeom prst="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ptos"/>
              <a:ea typeface="+mn-ea"/>
              <a:cs typeface="+mn-cs"/>
            </a:endParaRPr>
          </a:p>
        </p:txBody>
      </p:sp>
      <p:sp>
        <p:nvSpPr>
          <p:cNvPr id="51" name="Rectangle 50">
            <a:extLst>
              <a:ext uri="{FF2B5EF4-FFF2-40B4-BE49-F238E27FC236}">
                <a16:creationId xmlns:a16="http://schemas.microsoft.com/office/drawing/2014/main" id="{4F785A6B-D097-D348-BC6C-8BAA7BEE8293}"/>
              </a:ext>
            </a:extLst>
          </p:cNvPr>
          <p:cNvSpPr/>
          <p:nvPr/>
        </p:nvSpPr>
        <p:spPr>
          <a:xfrm>
            <a:off x="687874" y="2790587"/>
            <a:ext cx="1415161" cy="516661"/>
          </a:xfrm>
          <a:prstGeom prst="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ptos"/>
              <a:ea typeface="+mn-ea"/>
              <a:cs typeface="+mn-cs"/>
            </a:endParaRPr>
          </a:p>
        </p:txBody>
      </p:sp>
      <p:sp>
        <p:nvSpPr>
          <p:cNvPr id="52" name="Rectangle 51">
            <a:extLst>
              <a:ext uri="{FF2B5EF4-FFF2-40B4-BE49-F238E27FC236}">
                <a16:creationId xmlns:a16="http://schemas.microsoft.com/office/drawing/2014/main" id="{23BC5A3F-5E6A-F741-E456-0BB42823C888}"/>
              </a:ext>
            </a:extLst>
          </p:cNvPr>
          <p:cNvSpPr/>
          <p:nvPr/>
        </p:nvSpPr>
        <p:spPr>
          <a:xfrm>
            <a:off x="673007" y="3720516"/>
            <a:ext cx="1415161" cy="516661"/>
          </a:xfrm>
          <a:prstGeom prst="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ptos"/>
              <a:ea typeface="+mn-ea"/>
              <a:cs typeface="+mn-cs"/>
            </a:endParaRPr>
          </a:p>
        </p:txBody>
      </p:sp>
      <p:sp>
        <p:nvSpPr>
          <p:cNvPr id="53" name="Rectangle 52">
            <a:extLst>
              <a:ext uri="{FF2B5EF4-FFF2-40B4-BE49-F238E27FC236}">
                <a16:creationId xmlns:a16="http://schemas.microsoft.com/office/drawing/2014/main" id="{1CE6E7BF-D0A1-FC29-069D-F0A0D83AF2FE}"/>
              </a:ext>
            </a:extLst>
          </p:cNvPr>
          <p:cNvSpPr/>
          <p:nvPr/>
        </p:nvSpPr>
        <p:spPr>
          <a:xfrm>
            <a:off x="687874" y="4715679"/>
            <a:ext cx="1415161" cy="516661"/>
          </a:xfrm>
          <a:prstGeom prst="rect">
            <a:avLst/>
          </a:prstGeom>
          <a:solidFill>
            <a:schemeClr val="accent6"/>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Aptos"/>
              <a:ea typeface="+mn-ea"/>
              <a:cs typeface="+mn-cs"/>
            </a:endParaRPr>
          </a:p>
        </p:txBody>
      </p:sp>
      <p:sp>
        <p:nvSpPr>
          <p:cNvPr id="55" name="TextBox 54">
            <a:extLst>
              <a:ext uri="{FF2B5EF4-FFF2-40B4-BE49-F238E27FC236}">
                <a16:creationId xmlns:a16="http://schemas.microsoft.com/office/drawing/2014/main" id="{C7045BDA-B118-8F45-A6B6-BCF3B34F55C9}"/>
              </a:ext>
            </a:extLst>
          </p:cNvPr>
          <p:cNvSpPr txBox="1"/>
          <p:nvPr/>
        </p:nvSpPr>
        <p:spPr>
          <a:xfrm>
            <a:off x="720649" y="1840893"/>
            <a:ext cx="1349610"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rPr>
              <a:t>Test Deployment &amp; Sign-Off</a:t>
            </a:r>
          </a:p>
        </p:txBody>
      </p:sp>
      <p:sp>
        <p:nvSpPr>
          <p:cNvPr id="56" name="TextBox 55">
            <a:extLst>
              <a:ext uri="{FF2B5EF4-FFF2-40B4-BE49-F238E27FC236}">
                <a16:creationId xmlns:a16="http://schemas.microsoft.com/office/drawing/2014/main" id="{DFE7C5EF-DC6C-1AD3-334D-FC8C63200468}"/>
              </a:ext>
            </a:extLst>
          </p:cNvPr>
          <p:cNvSpPr txBox="1"/>
          <p:nvPr/>
        </p:nvSpPr>
        <p:spPr>
          <a:xfrm>
            <a:off x="705782" y="2925806"/>
            <a:ext cx="1349610"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rPr>
              <a:t>Operational Readiness</a:t>
            </a:r>
          </a:p>
        </p:txBody>
      </p:sp>
      <p:sp>
        <p:nvSpPr>
          <p:cNvPr id="57" name="TextBox 56">
            <a:extLst>
              <a:ext uri="{FF2B5EF4-FFF2-40B4-BE49-F238E27FC236}">
                <a16:creationId xmlns:a16="http://schemas.microsoft.com/office/drawing/2014/main" id="{9B6F4222-DB8B-EAA1-7201-96D198EC921D}"/>
              </a:ext>
            </a:extLst>
          </p:cNvPr>
          <p:cNvSpPr txBox="1"/>
          <p:nvPr/>
        </p:nvSpPr>
        <p:spPr>
          <a:xfrm>
            <a:off x="738558" y="3744445"/>
            <a:ext cx="1349610" cy="55399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rPr>
              <a:t>Performance &amp; NFR Benchmarking</a:t>
            </a:r>
          </a:p>
        </p:txBody>
      </p:sp>
      <p:sp>
        <p:nvSpPr>
          <p:cNvPr id="58" name="TextBox 57">
            <a:extLst>
              <a:ext uri="{FF2B5EF4-FFF2-40B4-BE49-F238E27FC236}">
                <a16:creationId xmlns:a16="http://schemas.microsoft.com/office/drawing/2014/main" id="{16535312-150F-66C1-B7B6-AA28B17C95F5}"/>
              </a:ext>
            </a:extLst>
          </p:cNvPr>
          <p:cNvSpPr txBox="1"/>
          <p:nvPr/>
        </p:nvSpPr>
        <p:spPr>
          <a:xfrm>
            <a:off x="733920" y="4850898"/>
            <a:ext cx="1349610"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rPr>
              <a:t>Manage Beta Testing</a:t>
            </a:r>
          </a:p>
        </p:txBody>
      </p:sp>
      <p:sp>
        <p:nvSpPr>
          <p:cNvPr id="60" name="TextBox 59">
            <a:extLst>
              <a:ext uri="{FF2B5EF4-FFF2-40B4-BE49-F238E27FC236}">
                <a16:creationId xmlns:a16="http://schemas.microsoft.com/office/drawing/2014/main" id="{537B89B2-F94D-54BC-EF50-F13363E06C29}"/>
              </a:ext>
            </a:extLst>
          </p:cNvPr>
          <p:cNvSpPr txBox="1"/>
          <p:nvPr/>
        </p:nvSpPr>
        <p:spPr>
          <a:xfrm>
            <a:off x="2186580" y="1136361"/>
            <a:ext cx="3369317" cy="400110"/>
          </a:xfrm>
          <a:prstGeom prst="rect">
            <a:avLst/>
          </a:prstGeom>
          <a:no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rPr>
              <a:t>Task</a:t>
            </a:r>
          </a:p>
        </p:txBody>
      </p:sp>
      <p:sp>
        <p:nvSpPr>
          <p:cNvPr id="61" name="TextBox 60">
            <a:extLst>
              <a:ext uri="{FF2B5EF4-FFF2-40B4-BE49-F238E27FC236}">
                <a16:creationId xmlns:a16="http://schemas.microsoft.com/office/drawing/2014/main" id="{FF7091ED-2B5E-ABCF-5E60-1EB597341B76}"/>
              </a:ext>
            </a:extLst>
          </p:cNvPr>
          <p:cNvSpPr txBox="1"/>
          <p:nvPr/>
        </p:nvSpPr>
        <p:spPr>
          <a:xfrm>
            <a:off x="7278898" y="1090450"/>
            <a:ext cx="3369317" cy="400110"/>
          </a:xfrm>
          <a:prstGeom prst="rect">
            <a:avLst/>
          </a:prstGeom>
          <a:noFill/>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rPr>
              <a:t>Agentic AI Task</a:t>
            </a:r>
          </a:p>
        </p:txBody>
      </p:sp>
      <p:sp>
        <p:nvSpPr>
          <p:cNvPr id="63" name="TextBox 62">
            <a:extLst>
              <a:ext uri="{FF2B5EF4-FFF2-40B4-BE49-F238E27FC236}">
                <a16:creationId xmlns:a16="http://schemas.microsoft.com/office/drawing/2014/main" id="{D0206FC1-1753-DF3C-8351-CEABD2C483CD}"/>
              </a:ext>
            </a:extLst>
          </p:cNvPr>
          <p:cNvSpPr txBox="1"/>
          <p:nvPr/>
        </p:nvSpPr>
        <p:spPr>
          <a:xfrm>
            <a:off x="6520548" y="1668169"/>
            <a:ext cx="4886012"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ptos"/>
                <a:ea typeface="+mn-ea"/>
                <a:cs typeface="+mn-cs"/>
              </a:rPr>
              <a:t>Autonomously validate deployment quality and environment readiness through AI-driven checks and delivery verification</a:t>
            </a:r>
          </a:p>
        </p:txBody>
      </p:sp>
      <p:sp>
        <p:nvSpPr>
          <p:cNvPr id="65" name="TextBox 64">
            <a:extLst>
              <a:ext uri="{FF2B5EF4-FFF2-40B4-BE49-F238E27FC236}">
                <a16:creationId xmlns:a16="http://schemas.microsoft.com/office/drawing/2014/main" id="{AC945BF7-D7B1-5629-3FD5-27B4D44224B2}"/>
              </a:ext>
            </a:extLst>
          </p:cNvPr>
          <p:cNvSpPr txBox="1"/>
          <p:nvPr/>
        </p:nvSpPr>
        <p:spPr>
          <a:xfrm>
            <a:off x="6519725" y="2767179"/>
            <a:ext cx="4886012" cy="523220"/>
          </a:xfrm>
          <a:prstGeom prst="rect">
            <a:avLst/>
          </a:prstGeom>
          <a:noFill/>
        </p:spPr>
        <p:txBody>
          <a:bodyPr wrap="square">
            <a:spAutoFit/>
          </a:bodyPr>
          <a:lstStyle/>
          <a:p>
            <a:pPr>
              <a:defRPr/>
            </a:pPr>
            <a:r>
              <a:rPr kumimoji="0" lang="en-US" sz="1400" b="0" i="0" u="none" strike="noStrike" kern="1200" cap="none" spc="0" normalizeH="0" baseline="0" noProof="0">
                <a:ln>
                  <a:noFill/>
                </a:ln>
                <a:solidFill>
                  <a:srgbClr val="000000"/>
                </a:solidFill>
                <a:effectLst/>
                <a:uLnTx/>
                <a:uFillTx/>
                <a:latin typeface="Aptos"/>
                <a:ea typeface="+mn-ea"/>
                <a:cs typeface="+mn-cs"/>
              </a:rPr>
              <a:t>Transition AI systems to production and plan post-implementation support</a:t>
            </a:r>
            <a:endParaRPr kumimoji="0" lang="en-US" sz="1400" b="0" i="0" u="none" strike="noStrike" kern="1200" cap="none" spc="0" normalizeH="0" baseline="0" noProof="0">
              <a:ln>
                <a:noFill/>
              </a:ln>
              <a:solidFill>
                <a:srgbClr val="000000"/>
              </a:solidFill>
              <a:effectLst/>
              <a:uLnTx/>
              <a:uFillTx/>
              <a:latin typeface="Verdana" panose="020B0604030504040204" pitchFamily="34" charset="0"/>
              <a:ea typeface="Verdana" panose="020B0604030504040204" pitchFamily="34" charset="0"/>
              <a:cs typeface="+mn-cs"/>
            </a:endParaRPr>
          </a:p>
        </p:txBody>
      </p:sp>
      <p:sp>
        <p:nvSpPr>
          <p:cNvPr id="66" name="TextBox 65">
            <a:extLst>
              <a:ext uri="{FF2B5EF4-FFF2-40B4-BE49-F238E27FC236}">
                <a16:creationId xmlns:a16="http://schemas.microsoft.com/office/drawing/2014/main" id="{AD779995-391A-E6CD-1FE5-B39313BED3A2}"/>
              </a:ext>
            </a:extLst>
          </p:cNvPr>
          <p:cNvSpPr txBox="1"/>
          <p:nvPr/>
        </p:nvSpPr>
        <p:spPr>
          <a:xfrm>
            <a:off x="6567430" y="3699418"/>
            <a:ext cx="4886012" cy="73866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ptos"/>
                <a:ea typeface="+mn-ea"/>
                <a:cs typeface="+mn-cs"/>
              </a:rPr>
              <a:t>Autonomously perform system behavior analysis, including load, performance, and NFR tracking, using AI-driven monitoring and optimization</a:t>
            </a:r>
          </a:p>
        </p:txBody>
      </p:sp>
      <p:sp>
        <p:nvSpPr>
          <p:cNvPr id="67" name="TextBox 66">
            <a:extLst>
              <a:ext uri="{FF2B5EF4-FFF2-40B4-BE49-F238E27FC236}">
                <a16:creationId xmlns:a16="http://schemas.microsoft.com/office/drawing/2014/main" id="{2CA320FE-F978-FBFB-BAEE-253E724A1BC0}"/>
              </a:ext>
            </a:extLst>
          </p:cNvPr>
          <p:cNvSpPr txBox="1"/>
          <p:nvPr/>
        </p:nvSpPr>
        <p:spPr>
          <a:xfrm>
            <a:off x="6567430" y="4672135"/>
            <a:ext cx="4886012" cy="73866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ptos"/>
                <a:ea typeface="+mn-ea"/>
                <a:cs typeface="+mn-cs"/>
              </a:rPr>
              <a:t>Autonomously manage beta testing lifecycle—recruit testers, analyze feedback, triage defects, and update the product backlog with AI-driven insights</a:t>
            </a:r>
          </a:p>
        </p:txBody>
      </p:sp>
      <p:sp>
        <p:nvSpPr>
          <p:cNvPr id="69" name="TextBox 68">
            <a:extLst>
              <a:ext uri="{FF2B5EF4-FFF2-40B4-BE49-F238E27FC236}">
                <a16:creationId xmlns:a16="http://schemas.microsoft.com/office/drawing/2014/main" id="{DE85E880-CD48-06CF-2F78-730AB7A34042}"/>
              </a:ext>
            </a:extLst>
          </p:cNvPr>
          <p:cNvSpPr txBox="1"/>
          <p:nvPr/>
        </p:nvSpPr>
        <p:spPr>
          <a:xfrm>
            <a:off x="2263006" y="3614406"/>
            <a:ext cx="3247662"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ptos"/>
                <a:ea typeface="+mn-ea"/>
                <a:cs typeface="+mn-cs"/>
              </a:rPr>
              <a:t>Conduct final system behavior checks, including load, performance, and other non-functional requirements (NFR) tracking</a:t>
            </a:r>
          </a:p>
        </p:txBody>
      </p:sp>
      <p:sp>
        <p:nvSpPr>
          <p:cNvPr id="70" name="TextBox 69">
            <a:extLst>
              <a:ext uri="{FF2B5EF4-FFF2-40B4-BE49-F238E27FC236}">
                <a16:creationId xmlns:a16="http://schemas.microsoft.com/office/drawing/2014/main" id="{D5AC7063-54C2-6DE5-BC04-FF864806CA09}"/>
              </a:ext>
            </a:extLst>
          </p:cNvPr>
          <p:cNvSpPr txBox="1"/>
          <p:nvPr/>
        </p:nvSpPr>
        <p:spPr>
          <a:xfrm>
            <a:off x="2263006" y="4610285"/>
            <a:ext cx="3247662"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ptos"/>
                <a:ea typeface="+mn-ea"/>
                <a:cs typeface="+mn-cs"/>
              </a:rPr>
              <a:t>Plan and manage beta testing, including tester recruitment, defect triage, feedback collection, and backlog updates</a:t>
            </a:r>
          </a:p>
        </p:txBody>
      </p:sp>
      <p:sp>
        <p:nvSpPr>
          <p:cNvPr id="72" name="TextBox 71">
            <a:extLst>
              <a:ext uri="{FF2B5EF4-FFF2-40B4-BE49-F238E27FC236}">
                <a16:creationId xmlns:a16="http://schemas.microsoft.com/office/drawing/2014/main" id="{C9DA82FB-D599-1F55-60E1-5F6C18191A5E}"/>
              </a:ext>
            </a:extLst>
          </p:cNvPr>
          <p:cNvSpPr txBox="1"/>
          <p:nvPr/>
        </p:nvSpPr>
        <p:spPr>
          <a:xfrm>
            <a:off x="2238337" y="1767031"/>
            <a:ext cx="3272328"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ptos"/>
                <a:ea typeface="+mn-ea"/>
                <a:cs typeface="+mn-cs"/>
              </a:rPr>
              <a:t>Ensure quality assurance through delivery verification, environment validation, and deployment sanity checks</a:t>
            </a:r>
          </a:p>
        </p:txBody>
      </p:sp>
      <p:sp>
        <p:nvSpPr>
          <p:cNvPr id="73" name="TextBox 72">
            <a:extLst>
              <a:ext uri="{FF2B5EF4-FFF2-40B4-BE49-F238E27FC236}">
                <a16:creationId xmlns:a16="http://schemas.microsoft.com/office/drawing/2014/main" id="{378A8A15-FC58-69E8-4D75-2C5433DEC404}"/>
              </a:ext>
            </a:extLst>
          </p:cNvPr>
          <p:cNvSpPr txBox="1"/>
          <p:nvPr/>
        </p:nvSpPr>
        <p:spPr>
          <a:xfrm>
            <a:off x="2185751" y="2713282"/>
            <a:ext cx="3324914"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ptos"/>
                <a:ea typeface="+mn-ea"/>
                <a:cs typeface="+mn-cs"/>
              </a:rPr>
              <a:t>Plan and manage the transition, post-implementation support, resources, environments, and operations for smooth handover</a:t>
            </a:r>
          </a:p>
        </p:txBody>
      </p:sp>
      <p:grpSp>
        <p:nvGrpSpPr>
          <p:cNvPr id="37" name="Group 36">
            <a:extLst>
              <a:ext uri="{FF2B5EF4-FFF2-40B4-BE49-F238E27FC236}">
                <a16:creationId xmlns:a16="http://schemas.microsoft.com/office/drawing/2014/main" id="{FDAF3AF6-553E-0C71-6C95-D17D870A02C2}"/>
              </a:ext>
            </a:extLst>
          </p:cNvPr>
          <p:cNvGrpSpPr/>
          <p:nvPr/>
        </p:nvGrpSpPr>
        <p:grpSpPr>
          <a:xfrm>
            <a:off x="3021164" y="601015"/>
            <a:ext cx="9172634" cy="276999"/>
            <a:chOff x="3021164" y="601015"/>
            <a:chExt cx="9172634" cy="276999"/>
          </a:xfrm>
        </p:grpSpPr>
        <p:sp>
          <p:nvSpPr>
            <p:cNvPr id="8" name="TextBox 7">
              <a:extLst>
                <a:ext uri="{FF2B5EF4-FFF2-40B4-BE49-F238E27FC236}">
                  <a16:creationId xmlns:a16="http://schemas.microsoft.com/office/drawing/2014/main" id="{49C2BF65-4D21-2A9B-3653-E25266796D77}"/>
                </a:ext>
              </a:extLst>
            </p:cNvPr>
            <p:cNvSpPr txBox="1"/>
            <p:nvPr/>
          </p:nvSpPr>
          <p:spPr>
            <a:xfrm>
              <a:off x="3021164" y="601015"/>
              <a:ext cx="2223936" cy="276999"/>
            </a:xfrm>
            <a:prstGeom prst="rect">
              <a:avLst/>
            </a:prstGeom>
            <a:noFill/>
          </p:spPr>
          <p:txBody>
            <a:bodyPr wrap="square" rtlCol="0">
              <a:spAutoFit/>
            </a:bodyPr>
            <a:lstStyle/>
            <a:p>
              <a:r>
                <a:rPr lang="en-IN" sz="1200" i="1">
                  <a:latin typeface="Verdana" panose="020B0604030504040204" pitchFamily="34" charset="0"/>
                  <a:ea typeface="Verdana" panose="020B0604030504040204" pitchFamily="34" charset="0"/>
                </a:rPr>
                <a:t>Responsible:</a:t>
              </a:r>
            </a:p>
          </p:txBody>
        </p:sp>
        <p:sp>
          <p:nvSpPr>
            <p:cNvPr id="14" name="TextBox 13">
              <a:extLst>
                <a:ext uri="{FF2B5EF4-FFF2-40B4-BE49-F238E27FC236}">
                  <a16:creationId xmlns:a16="http://schemas.microsoft.com/office/drawing/2014/main" id="{C7ECDED3-4F3A-A060-4DFB-64CFCF7045F3}"/>
                </a:ext>
              </a:extLst>
            </p:cNvPr>
            <p:cNvSpPr txBox="1"/>
            <p:nvPr/>
          </p:nvSpPr>
          <p:spPr>
            <a:xfrm>
              <a:off x="5337397" y="601015"/>
              <a:ext cx="2223936" cy="276999"/>
            </a:xfrm>
            <a:prstGeom prst="rect">
              <a:avLst/>
            </a:prstGeom>
            <a:noFill/>
          </p:spPr>
          <p:txBody>
            <a:bodyPr wrap="square" rtlCol="0">
              <a:spAutoFit/>
            </a:bodyPr>
            <a:lstStyle/>
            <a:p>
              <a:r>
                <a:rPr lang="en-IN" sz="1200" i="1">
                  <a:latin typeface="Verdana" panose="020B0604030504040204" pitchFamily="34" charset="0"/>
                  <a:ea typeface="Verdana" panose="020B0604030504040204" pitchFamily="34" charset="0"/>
                </a:rPr>
                <a:t>Accountable:</a:t>
              </a:r>
            </a:p>
          </p:txBody>
        </p:sp>
        <p:sp>
          <p:nvSpPr>
            <p:cNvPr id="35" name="TextBox 34">
              <a:extLst>
                <a:ext uri="{FF2B5EF4-FFF2-40B4-BE49-F238E27FC236}">
                  <a16:creationId xmlns:a16="http://schemas.microsoft.com/office/drawing/2014/main" id="{73DE8BFD-BCF5-C3CD-44C5-5F26B391D8B9}"/>
                </a:ext>
              </a:extLst>
            </p:cNvPr>
            <p:cNvSpPr txBox="1"/>
            <p:nvPr/>
          </p:nvSpPr>
          <p:spPr>
            <a:xfrm>
              <a:off x="9969862" y="601015"/>
              <a:ext cx="2223936" cy="276999"/>
            </a:xfrm>
            <a:prstGeom prst="rect">
              <a:avLst/>
            </a:prstGeom>
            <a:noFill/>
          </p:spPr>
          <p:txBody>
            <a:bodyPr wrap="square" rtlCol="0">
              <a:spAutoFit/>
            </a:bodyPr>
            <a:lstStyle/>
            <a:p>
              <a:r>
                <a:rPr lang="en-IN" sz="1200" i="1">
                  <a:latin typeface="Verdana" panose="020B0604030504040204" pitchFamily="34" charset="0"/>
                  <a:ea typeface="Verdana" panose="020B0604030504040204" pitchFamily="34" charset="0"/>
                </a:rPr>
                <a:t>Informed:</a:t>
              </a:r>
            </a:p>
          </p:txBody>
        </p:sp>
        <p:sp>
          <p:nvSpPr>
            <p:cNvPr id="36" name="TextBox 35">
              <a:extLst>
                <a:ext uri="{FF2B5EF4-FFF2-40B4-BE49-F238E27FC236}">
                  <a16:creationId xmlns:a16="http://schemas.microsoft.com/office/drawing/2014/main" id="{3CFF2133-8C9E-9D8D-300A-83007DF87E68}"/>
                </a:ext>
              </a:extLst>
            </p:cNvPr>
            <p:cNvSpPr txBox="1"/>
            <p:nvPr/>
          </p:nvSpPr>
          <p:spPr>
            <a:xfrm>
              <a:off x="7653630" y="601015"/>
              <a:ext cx="2223936" cy="276999"/>
            </a:xfrm>
            <a:prstGeom prst="rect">
              <a:avLst/>
            </a:prstGeom>
            <a:noFill/>
          </p:spPr>
          <p:txBody>
            <a:bodyPr wrap="square" rtlCol="0">
              <a:spAutoFit/>
            </a:bodyPr>
            <a:lstStyle/>
            <a:p>
              <a:r>
                <a:rPr lang="en-IN" sz="1200" i="1">
                  <a:latin typeface="Verdana" panose="020B0604030504040204" pitchFamily="34" charset="0"/>
                  <a:ea typeface="Verdana" panose="020B0604030504040204" pitchFamily="34" charset="0"/>
                </a:rPr>
                <a:t>Consulted:</a:t>
              </a:r>
            </a:p>
          </p:txBody>
        </p:sp>
      </p:grpSp>
    </p:spTree>
    <p:extLst>
      <p:ext uri="{BB962C8B-B14F-4D97-AF65-F5344CB8AC3E}">
        <p14:creationId xmlns:p14="http://schemas.microsoft.com/office/powerpoint/2010/main" val="10649838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7" name="Straight Arrow Connector 36">
            <a:extLst>
              <a:ext uri="{FF2B5EF4-FFF2-40B4-BE49-F238E27FC236}">
                <a16:creationId xmlns:a16="http://schemas.microsoft.com/office/drawing/2014/main" id="{0F76246B-A97C-B323-FAC7-9932C63B871F}"/>
              </a:ext>
            </a:extLst>
          </p:cNvPr>
          <p:cNvCxnSpPr>
            <a:cxnSpLocks/>
          </p:cNvCxnSpPr>
          <p:nvPr/>
        </p:nvCxnSpPr>
        <p:spPr>
          <a:xfrm>
            <a:off x="589526" y="1678519"/>
            <a:ext cx="10958894" cy="0"/>
          </a:xfrm>
          <a:prstGeom prst="straightConnector1">
            <a:avLst/>
          </a:prstGeom>
          <a:noFill/>
          <a:ln w="38100" cap="flat" cmpd="sng" algn="ctr">
            <a:solidFill>
              <a:schemeClr val="accent6"/>
            </a:solidFill>
            <a:prstDash val="sysDot"/>
            <a:miter lim="800000"/>
            <a:tailEnd type="triangle"/>
          </a:ln>
          <a:effectLst/>
        </p:spPr>
      </p:cxnSp>
      <p:sp>
        <p:nvSpPr>
          <p:cNvPr id="2" name="Title 1">
            <a:extLst>
              <a:ext uri="{FF2B5EF4-FFF2-40B4-BE49-F238E27FC236}">
                <a16:creationId xmlns:a16="http://schemas.microsoft.com/office/drawing/2014/main" id="{687A7ED5-837C-AD58-244D-3B6E9561ECB2}"/>
              </a:ext>
            </a:extLst>
          </p:cNvPr>
          <p:cNvSpPr>
            <a:spLocks noGrp="1"/>
          </p:cNvSpPr>
          <p:nvPr>
            <p:ph type="title"/>
          </p:nvPr>
        </p:nvSpPr>
        <p:spPr/>
        <p:txBody>
          <a:bodyPr/>
          <a:lstStyle/>
          <a:p>
            <a:r>
              <a:rPr lang="en-IN" dirty="0"/>
              <a:t>5. Agent Lifecycle Management</a:t>
            </a:r>
          </a:p>
        </p:txBody>
      </p:sp>
      <p:sp>
        <p:nvSpPr>
          <p:cNvPr id="36" name="Oval 35">
            <a:extLst>
              <a:ext uri="{FF2B5EF4-FFF2-40B4-BE49-F238E27FC236}">
                <a16:creationId xmlns:a16="http://schemas.microsoft.com/office/drawing/2014/main" id="{A500984B-FF70-9F1A-E510-5B2682105F83}"/>
              </a:ext>
            </a:extLst>
          </p:cNvPr>
          <p:cNvSpPr/>
          <p:nvPr/>
        </p:nvSpPr>
        <p:spPr>
          <a:xfrm>
            <a:off x="1877980" y="1630611"/>
            <a:ext cx="122669" cy="123834"/>
          </a:xfrm>
          <a:prstGeom prst="ellipse">
            <a:avLst/>
          </a:prstGeom>
          <a:solidFill>
            <a:schemeClr val="accent6">
              <a:lumMod val="75000"/>
            </a:scheme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entury Gothic" panose="020B0502020202020204" pitchFamily="34" charset="0"/>
              <a:ea typeface="+mn-ea"/>
              <a:cs typeface="+mn-cs"/>
            </a:endParaRPr>
          </a:p>
        </p:txBody>
      </p:sp>
      <p:cxnSp>
        <p:nvCxnSpPr>
          <p:cNvPr id="39" name="Straight Connector 38">
            <a:extLst>
              <a:ext uri="{FF2B5EF4-FFF2-40B4-BE49-F238E27FC236}">
                <a16:creationId xmlns:a16="http://schemas.microsoft.com/office/drawing/2014/main" id="{7E46BFDC-F2A8-FE03-DE5D-81A6C5F66B8A}"/>
              </a:ext>
            </a:extLst>
          </p:cNvPr>
          <p:cNvCxnSpPr>
            <a:cxnSpLocks/>
          </p:cNvCxnSpPr>
          <p:nvPr/>
        </p:nvCxnSpPr>
        <p:spPr>
          <a:xfrm>
            <a:off x="4063015" y="1260678"/>
            <a:ext cx="0" cy="701047"/>
          </a:xfrm>
          <a:prstGeom prst="line">
            <a:avLst/>
          </a:prstGeom>
          <a:noFill/>
          <a:ln w="19050" cap="flat" cmpd="sng" algn="ctr">
            <a:solidFill>
              <a:srgbClr val="FFFFFF">
                <a:alpha val="47000"/>
              </a:srgbClr>
            </a:solidFill>
            <a:prstDash val="solid"/>
            <a:miter lim="800000"/>
          </a:ln>
          <a:effectLst/>
        </p:spPr>
      </p:cxnSp>
      <p:cxnSp>
        <p:nvCxnSpPr>
          <p:cNvPr id="40" name="Straight Connector 39">
            <a:extLst>
              <a:ext uri="{FF2B5EF4-FFF2-40B4-BE49-F238E27FC236}">
                <a16:creationId xmlns:a16="http://schemas.microsoft.com/office/drawing/2014/main" id="{11C1F1DC-48D4-C205-028E-9D7A2D605B48}"/>
              </a:ext>
            </a:extLst>
          </p:cNvPr>
          <p:cNvCxnSpPr>
            <a:cxnSpLocks/>
          </p:cNvCxnSpPr>
          <p:nvPr/>
        </p:nvCxnSpPr>
        <p:spPr>
          <a:xfrm flipH="1">
            <a:off x="8275826" y="3032883"/>
            <a:ext cx="10336" cy="1196900"/>
          </a:xfrm>
          <a:prstGeom prst="line">
            <a:avLst/>
          </a:prstGeom>
          <a:noFill/>
          <a:ln w="19050" cap="flat" cmpd="sng" algn="ctr">
            <a:solidFill>
              <a:srgbClr val="FFFFFF">
                <a:alpha val="47000"/>
              </a:srgbClr>
            </a:solidFill>
            <a:prstDash val="solid"/>
            <a:miter lim="800000"/>
          </a:ln>
          <a:effectLst/>
        </p:spPr>
      </p:cxnSp>
      <p:cxnSp>
        <p:nvCxnSpPr>
          <p:cNvPr id="41" name="Straight Connector 40">
            <a:extLst>
              <a:ext uri="{FF2B5EF4-FFF2-40B4-BE49-F238E27FC236}">
                <a16:creationId xmlns:a16="http://schemas.microsoft.com/office/drawing/2014/main" id="{0CEB405E-F87D-89A0-5157-76D84BA01EDE}"/>
              </a:ext>
            </a:extLst>
          </p:cNvPr>
          <p:cNvCxnSpPr>
            <a:cxnSpLocks/>
          </p:cNvCxnSpPr>
          <p:nvPr/>
        </p:nvCxnSpPr>
        <p:spPr>
          <a:xfrm>
            <a:off x="8280994" y="3032883"/>
            <a:ext cx="0" cy="1547134"/>
          </a:xfrm>
          <a:prstGeom prst="line">
            <a:avLst/>
          </a:prstGeom>
          <a:noFill/>
          <a:ln w="19050" cap="flat" cmpd="sng" algn="ctr">
            <a:solidFill>
              <a:srgbClr val="FFFFFF">
                <a:alpha val="47000"/>
              </a:srgbClr>
            </a:solidFill>
            <a:prstDash val="solid"/>
            <a:miter lim="800000"/>
          </a:ln>
          <a:effectLst/>
        </p:spPr>
      </p:cxnSp>
      <p:cxnSp>
        <p:nvCxnSpPr>
          <p:cNvPr id="43" name="Straight Connector 42">
            <a:extLst>
              <a:ext uri="{FF2B5EF4-FFF2-40B4-BE49-F238E27FC236}">
                <a16:creationId xmlns:a16="http://schemas.microsoft.com/office/drawing/2014/main" id="{4006EE34-21AB-91C5-AAC8-89748F98728C}"/>
              </a:ext>
            </a:extLst>
          </p:cNvPr>
          <p:cNvCxnSpPr>
            <a:cxnSpLocks/>
          </p:cNvCxnSpPr>
          <p:nvPr/>
        </p:nvCxnSpPr>
        <p:spPr>
          <a:xfrm>
            <a:off x="10391682" y="3032883"/>
            <a:ext cx="0" cy="1547134"/>
          </a:xfrm>
          <a:prstGeom prst="line">
            <a:avLst/>
          </a:prstGeom>
          <a:noFill/>
          <a:ln w="19050" cap="flat" cmpd="sng" algn="ctr">
            <a:solidFill>
              <a:srgbClr val="FFFFFF">
                <a:alpha val="47000"/>
              </a:srgbClr>
            </a:solidFill>
            <a:prstDash val="solid"/>
            <a:miter lim="800000"/>
          </a:ln>
          <a:effectLst/>
        </p:spPr>
      </p:cxnSp>
      <p:sp>
        <p:nvSpPr>
          <p:cNvPr id="44" name="Oval 43">
            <a:extLst>
              <a:ext uri="{FF2B5EF4-FFF2-40B4-BE49-F238E27FC236}">
                <a16:creationId xmlns:a16="http://schemas.microsoft.com/office/drawing/2014/main" id="{E2747560-AC1C-72E7-CCDE-8BD71AB99A73}"/>
              </a:ext>
            </a:extLst>
          </p:cNvPr>
          <p:cNvSpPr/>
          <p:nvPr/>
        </p:nvSpPr>
        <p:spPr>
          <a:xfrm>
            <a:off x="4001681" y="1616602"/>
            <a:ext cx="122669" cy="123834"/>
          </a:xfrm>
          <a:prstGeom prst="ellipse">
            <a:avLst/>
          </a:prstGeom>
          <a:solidFill>
            <a:schemeClr val="accent6">
              <a:lumMod val="75000"/>
            </a:scheme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entury Gothic" panose="020B0502020202020204" pitchFamily="34" charset="0"/>
              <a:ea typeface="+mn-ea"/>
              <a:cs typeface="+mn-cs"/>
            </a:endParaRPr>
          </a:p>
        </p:txBody>
      </p:sp>
      <p:sp>
        <p:nvSpPr>
          <p:cNvPr id="45" name="Oval 44">
            <a:extLst>
              <a:ext uri="{FF2B5EF4-FFF2-40B4-BE49-F238E27FC236}">
                <a16:creationId xmlns:a16="http://schemas.microsoft.com/office/drawing/2014/main" id="{97368C24-C209-C6AE-A086-852829A566B6}"/>
              </a:ext>
            </a:extLst>
          </p:cNvPr>
          <p:cNvSpPr/>
          <p:nvPr/>
        </p:nvSpPr>
        <p:spPr>
          <a:xfrm>
            <a:off x="8219660" y="1616602"/>
            <a:ext cx="122669" cy="123834"/>
          </a:xfrm>
          <a:prstGeom prst="ellipse">
            <a:avLst/>
          </a:prstGeom>
          <a:solidFill>
            <a:schemeClr val="accent6">
              <a:lumMod val="75000"/>
            </a:scheme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entury Gothic" panose="020B0502020202020204" pitchFamily="34" charset="0"/>
              <a:ea typeface="+mn-ea"/>
              <a:cs typeface="+mn-cs"/>
            </a:endParaRPr>
          </a:p>
        </p:txBody>
      </p:sp>
      <p:sp>
        <p:nvSpPr>
          <p:cNvPr id="46" name="Oval 45">
            <a:extLst>
              <a:ext uri="{FF2B5EF4-FFF2-40B4-BE49-F238E27FC236}">
                <a16:creationId xmlns:a16="http://schemas.microsoft.com/office/drawing/2014/main" id="{A1865E24-E5A5-DCBD-4F49-9D7A30BB050A}"/>
              </a:ext>
            </a:extLst>
          </p:cNvPr>
          <p:cNvSpPr/>
          <p:nvPr/>
        </p:nvSpPr>
        <p:spPr>
          <a:xfrm>
            <a:off x="6109612" y="1630611"/>
            <a:ext cx="122669" cy="123834"/>
          </a:xfrm>
          <a:prstGeom prst="ellipse">
            <a:avLst/>
          </a:prstGeom>
          <a:solidFill>
            <a:schemeClr val="accent6">
              <a:lumMod val="75000"/>
            </a:scheme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entury Gothic" panose="020B0502020202020204" pitchFamily="34" charset="0"/>
              <a:ea typeface="+mn-ea"/>
              <a:cs typeface="+mn-cs"/>
            </a:endParaRPr>
          </a:p>
        </p:txBody>
      </p:sp>
      <p:sp>
        <p:nvSpPr>
          <p:cNvPr id="47" name="Oval 46">
            <a:extLst>
              <a:ext uri="{FF2B5EF4-FFF2-40B4-BE49-F238E27FC236}">
                <a16:creationId xmlns:a16="http://schemas.microsoft.com/office/drawing/2014/main" id="{8D6EC0CC-1A1C-A27F-331C-4855FBF02762}"/>
              </a:ext>
            </a:extLst>
          </p:cNvPr>
          <p:cNvSpPr/>
          <p:nvPr/>
        </p:nvSpPr>
        <p:spPr>
          <a:xfrm>
            <a:off x="10330348" y="1616602"/>
            <a:ext cx="122669" cy="123834"/>
          </a:xfrm>
          <a:prstGeom prst="ellipse">
            <a:avLst/>
          </a:prstGeom>
          <a:solidFill>
            <a:schemeClr val="accent6">
              <a:lumMod val="75000"/>
            </a:schemeClr>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Century Gothic" panose="020B0502020202020204" pitchFamily="34" charset="0"/>
              <a:ea typeface="+mn-ea"/>
              <a:cs typeface="+mn-cs"/>
            </a:endParaRPr>
          </a:p>
        </p:txBody>
      </p:sp>
      <p:sp>
        <p:nvSpPr>
          <p:cNvPr id="48" name="Rounded Rectangle 12">
            <a:extLst>
              <a:ext uri="{FF2B5EF4-FFF2-40B4-BE49-F238E27FC236}">
                <a16:creationId xmlns:a16="http://schemas.microsoft.com/office/drawing/2014/main" id="{5F82948D-C125-11E1-B968-B3723CE79FAC}"/>
              </a:ext>
            </a:extLst>
          </p:cNvPr>
          <p:cNvSpPr/>
          <p:nvPr/>
        </p:nvSpPr>
        <p:spPr>
          <a:xfrm>
            <a:off x="1309314" y="1110276"/>
            <a:ext cx="1260000" cy="360000"/>
          </a:xfrm>
          <a:prstGeom prst="roundRect">
            <a:avLst/>
          </a:prstGeom>
          <a:solidFill>
            <a:schemeClr val="accent2"/>
          </a:solidFill>
          <a:ln w="6350" cap="flat" cmpd="sng" algn="ctr">
            <a:noFill/>
            <a:prstDash val="solid"/>
            <a:miter lim="800000"/>
          </a:ln>
          <a:effectLst/>
        </p:spPr>
        <p:txBody>
          <a:bodyPr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rPr>
              <a:t>1. Onboarding</a:t>
            </a:r>
          </a:p>
        </p:txBody>
      </p:sp>
      <p:sp>
        <p:nvSpPr>
          <p:cNvPr id="49" name="Rounded Rectangle 12">
            <a:extLst>
              <a:ext uri="{FF2B5EF4-FFF2-40B4-BE49-F238E27FC236}">
                <a16:creationId xmlns:a16="http://schemas.microsoft.com/office/drawing/2014/main" id="{ECD27403-C922-5C31-B6EB-5B56C141CF44}"/>
              </a:ext>
            </a:extLst>
          </p:cNvPr>
          <p:cNvSpPr/>
          <p:nvPr/>
        </p:nvSpPr>
        <p:spPr>
          <a:xfrm>
            <a:off x="3433015" y="1117758"/>
            <a:ext cx="1260000" cy="360000"/>
          </a:xfrm>
          <a:prstGeom prst="roundRect">
            <a:avLst/>
          </a:prstGeom>
          <a:solidFill>
            <a:schemeClr val="accent2"/>
          </a:solidFill>
          <a:ln w="6350" cap="flat" cmpd="sng" algn="ctr">
            <a:noFill/>
            <a:prstDash val="solid"/>
            <a:miter lim="800000"/>
          </a:ln>
          <a:effectLst/>
        </p:spPr>
        <p:txBody>
          <a:bodyPr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rPr>
              <a:t>2. Domain Configuration</a:t>
            </a:r>
          </a:p>
        </p:txBody>
      </p:sp>
      <p:sp>
        <p:nvSpPr>
          <p:cNvPr id="50" name="Rounded Rectangle 12">
            <a:extLst>
              <a:ext uri="{FF2B5EF4-FFF2-40B4-BE49-F238E27FC236}">
                <a16:creationId xmlns:a16="http://schemas.microsoft.com/office/drawing/2014/main" id="{20193A32-E295-5CCC-0103-8992AC08293F}"/>
              </a:ext>
            </a:extLst>
          </p:cNvPr>
          <p:cNvSpPr/>
          <p:nvPr/>
        </p:nvSpPr>
        <p:spPr>
          <a:xfrm>
            <a:off x="5540946" y="1117758"/>
            <a:ext cx="1260000" cy="360000"/>
          </a:xfrm>
          <a:prstGeom prst="roundRect">
            <a:avLst/>
          </a:prstGeom>
          <a:solidFill>
            <a:schemeClr val="accent2"/>
          </a:solidFill>
          <a:ln w="6350" cap="flat" cmpd="sng" algn="ctr">
            <a:noFill/>
            <a:prstDash val="solid"/>
            <a:miter lim="800000"/>
          </a:ln>
          <a:effectLst/>
        </p:spPr>
        <p:txBody>
          <a:bodyPr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rPr>
              <a:t>3. Monitoring &amp; Maintenance</a:t>
            </a:r>
          </a:p>
        </p:txBody>
      </p:sp>
      <p:sp>
        <p:nvSpPr>
          <p:cNvPr id="51" name="Rounded Rectangle 12">
            <a:extLst>
              <a:ext uri="{FF2B5EF4-FFF2-40B4-BE49-F238E27FC236}">
                <a16:creationId xmlns:a16="http://schemas.microsoft.com/office/drawing/2014/main" id="{E0041E72-4EF3-D9EE-C9D3-857DEA5B2194}"/>
              </a:ext>
            </a:extLst>
          </p:cNvPr>
          <p:cNvSpPr/>
          <p:nvPr/>
        </p:nvSpPr>
        <p:spPr>
          <a:xfrm>
            <a:off x="7650994" y="1110276"/>
            <a:ext cx="1260000" cy="360000"/>
          </a:xfrm>
          <a:prstGeom prst="roundRect">
            <a:avLst/>
          </a:prstGeom>
          <a:solidFill>
            <a:schemeClr val="accent2"/>
          </a:solidFill>
          <a:ln w="6350" cap="flat" cmpd="sng" algn="ctr">
            <a:noFill/>
            <a:prstDash val="solid"/>
            <a:miter lim="800000"/>
          </a:ln>
          <a:effectLst/>
        </p:spPr>
        <p:txBody>
          <a:bodyPr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rPr>
              <a:t>4. Dashboard &amp; Reporting</a:t>
            </a:r>
          </a:p>
        </p:txBody>
      </p:sp>
      <p:sp>
        <p:nvSpPr>
          <p:cNvPr id="52" name="Rounded Rectangle 12">
            <a:extLst>
              <a:ext uri="{FF2B5EF4-FFF2-40B4-BE49-F238E27FC236}">
                <a16:creationId xmlns:a16="http://schemas.microsoft.com/office/drawing/2014/main" id="{63CF093E-E825-4024-CA26-20B610E88B11}"/>
              </a:ext>
            </a:extLst>
          </p:cNvPr>
          <p:cNvSpPr/>
          <p:nvPr/>
        </p:nvSpPr>
        <p:spPr>
          <a:xfrm>
            <a:off x="9761682" y="1117758"/>
            <a:ext cx="1260000" cy="360000"/>
          </a:xfrm>
          <a:prstGeom prst="roundRect">
            <a:avLst/>
          </a:prstGeom>
          <a:solidFill>
            <a:schemeClr val="accent2"/>
          </a:solidFill>
          <a:ln w="6350" cap="flat" cmpd="sng" algn="ctr">
            <a:noFill/>
            <a:prstDash val="solid"/>
            <a:miter lim="800000"/>
          </a:ln>
          <a:effectLst/>
        </p:spPr>
        <p:txBody>
          <a:bodyPr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rPr>
              <a:t>5. Offboarding</a:t>
            </a:r>
          </a:p>
        </p:txBody>
      </p:sp>
      <p:sp>
        <p:nvSpPr>
          <p:cNvPr id="54" name="Rounded Rectangle 8">
            <a:extLst>
              <a:ext uri="{FF2B5EF4-FFF2-40B4-BE49-F238E27FC236}">
                <a16:creationId xmlns:a16="http://schemas.microsoft.com/office/drawing/2014/main" id="{BA2429CA-F6D0-6554-0233-6843343E4AAD}"/>
              </a:ext>
            </a:extLst>
          </p:cNvPr>
          <p:cNvSpPr/>
          <p:nvPr/>
        </p:nvSpPr>
        <p:spPr>
          <a:xfrm>
            <a:off x="1011885" y="2279924"/>
            <a:ext cx="1854859" cy="2322170"/>
          </a:xfrm>
          <a:prstGeom prst="roundRect">
            <a:avLst>
              <a:gd name="adj" fmla="val 4988"/>
            </a:avLst>
          </a:prstGeom>
          <a:solidFill>
            <a:srgbClr val="FFFFFF"/>
          </a:solidFill>
          <a:ln w="12700" cap="flat" cmpd="sng" algn="ctr">
            <a:noFill/>
            <a:prstDash val="solid"/>
            <a:miter lim="800000"/>
          </a:ln>
          <a:effectLst>
            <a:outerShdw blurRad="63500" algn="ctr"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100" b="0" i="0" u="none" strike="noStrike" kern="0" cap="none" spc="0" normalizeH="0" baseline="0" noProof="0">
                <a:ln>
                  <a:noFill/>
                </a:ln>
                <a:solidFill>
                  <a:srgbClr val="FFFFFF"/>
                </a:solidFill>
                <a:effectLst/>
                <a:uLnTx/>
                <a:uFillTx/>
                <a:latin typeface="Aptos"/>
                <a:ea typeface="+mn-ea"/>
                <a:cs typeface="+mn-cs"/>
              </a:rPr>
              <a:t>Approved discovery pack</a:t>
            </a:r>
            <a:endParaRPr kumimoji="0" lang="en-US" sz="1100" b="0" i="0" u="none" strike="noStrike" kern="0" cap="none" spc="0" normalizeH="0" baseline="0" noProof="0">
              <a:ln>
                <a:noFill/>
              </a:ln>
              <a:solidFill>
                <a:srgbClr val="FFFFFF"/>
              </a:solidFill>
              <a:effectLst/>
              <a:uLnTx/>
              <a:uFillTx/>
              <a:latin typeface="Aptos"/>
              <a:ea typeface="+mn-ea"/>
              <a:cs typeface="+mn-cs"/>
            </a:endParaRPr>
          </a:p>
        </p:txBody>
      </p:sp>
      <p:sp>
        <p:nvSpPr>
          <p:cNvPr id="55" name="Rounded Rectangle 8">
            <a:extLst>
              <a:ext uri="{FF2B5EF4-FFF2-40B4-BE49-F238E27FC236}">
                <a16:creationId xmlns:a16="http://schemas.microsoft.com/office/drawing/2014/main" id="{601A9E27-8E81-43D3-FF86-216D3E6B8777}"/>
              </a:ext>
            </a:extLst>
          </p:cNvPr>
          <p:cNvSpPr/>
          <p:nvPr/>
        </p:nvSpPr>
        <p:spPr>
          <a:xfrm>
            <a:off x="3135586" y="2279924"/>
            <a:ext cx="1854859" cy="2322170"/>
          </a:xfrm>
          <a:prstGeom prst="roundRect">
            <a:avLst>
              <a:gd name="adj" fmla="val 4988"/>
            </a:avLst>
          </a:prstGeom>
          <a:solidFill>
            <a:srgbClr val="FFFFFF"/>
          </a:solidFill>
          <a:ln w="12700" cap="flat" cmpd="sng" algn="ctr">
            <a:noFill/>
            <a:prstDash val="solid"/>
            <a:miter lim="800000"/>
          </a:ln>
          <a:effectLst>
            <a:outerShdw blurRad="63500" algn="ctr"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100" b="0" i="0" u="none" strike="noStrike" kern="0" cap="none" spc="0" normalizeH="0" baseline="0" noProof="0">
                <a:ln>
                  <a:noFill/>
                </a:ln>
                <a:solidFill>
                  <a:srgbClr val="FFFFFF"/>
                </a:solidFill>
                <a:effectLst/>
                <a:uLnTx/>
                <a:uFillTx/>
                <a:latin typeface="Aptos"/>
                <a:ea typeface="+mn-ea"/>
                <a:cs typeface="+mn-cs"/>
              </a:rPr>
              <a:t>Approved discovery pack</a:t>
            </a:r>
            <a:endParaRPr kumimoji="0" lang="en-US" sz="1100" b="0" i="0" u="none" strike="noStrike" kern="0" cap="none" spc="0" normalizeH="0" baseline="0" noProof="0">
              <a:ln>
                <a:noFill/>
              </a:ln>
              <a:solidFill>
                <a:srgbClr val="FFFFFF"/>
              </a:solidFill>
              <a:effectLst/>
              <a:uLnTx/>
              <a:uFillTx/>
              <a:latin typeface="Aptos"/>
              <a:ea typeface="+mn-ea"/>
              <a:cs typeface="+mn-cs"/>
            </a:endParaRPr>
          </a:p>
        </p:txBody>
      </p:sp>
      <p:sp>
        <p:nvSpPr>
          <p:cNvPr id="56" name="Rounded Rectangle 8">
            <a:extLst>
              <a:ext uri="{FF2B5EF4-FFF2-40B4-BE49-F238E27FC236}">
                <a16:creationId xmlns:a16="http://schemas.microsoft.com/office/drawing/2014/main" id="{7A9E972F-4E0E-C6C3-3602-6BC052771924}"/>
              </a:ext>
            </a:extLst>
          </p:cNvPr>
          <p:cNvSpPr/>
          <p:nvPr/>
        </p:nvSpPr>
        <p:spPr>
          <a:xfrm>
            <a:off x="5243517" y="2279924"/>
            <a:ext cx="1854859" cy="2322170"/>
          </a:xfrm>
          <a:prstGeom prst="roundRect">
            <a:avLst>
              <a:gd name="adj" fmla="val 4988"/>
            </a:avLst>
          </a:prstGeom>
          <a:solidFill>
            <a:srgbClr val="FFFFFF"/>
          </a:solidFill>
          <a:ln w="12700" cap="flat" cmpd="sng" algn="ctr">
            <a:noFill/>
            <a:prstDash val="solid"/>
            <a:miter lim="800000"/>
          </a:ln>
          <a:effectLst>
            <a:outerShdw blurRad="63500" algn="ctr"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100" b="0" i="0" u="none" strike="noStrike" kern="0" cap="none" spc="0" normalizeH="0" baseline="0" noProof="0">
                <a:ln>
                  <a:noFill/>
                </a:ln>
                <a:solidFill>
                  <a:srgbClr val="FFFFFF"/>
                </a:solidFill>
                <a:effectLst/>
                <a:uLnTx/>
                <a:uFillTx/>
                <a:latin typeface="Aptos"/>
                <a:ea typeface="+mn-ea"/>
                <a:cs typeface="+mn-cs"/>
              </a:rPr>
              <a:t>Approved discovery pack</a:t>
            </a:r>
            <a:endParaRPr kumimoji="0" lang="en-US" sz="1100" b="0" i="0" u="none" strike="noStrike" kern="0" cap="none" spc="0" normalizeH="0" baseline="0" noProof="0">
              <a:ln>
                <a:noFill/>
              </a:ln>
              <a:solidFill>
                <a:srgbClr val="FFFFFF"/>
              </a:solidFill>
              <a:effectLst/>
              <a:uLnTx/>
              <a:uFillTx/>
              <a:latin typeface="Aptos"/>
              <a:ea typeface="+mn-ea"/>
              <a:cs typeface="+mn-cs"/>
            </a:endParaRPr>
          </a:p>
        </p:txBody>
      </p:sp>
      <p:sp>
        <p:nvSpPr>
          <p:cNvPr id="57" name="Rounded Rectangle 8">
            <a:extLst>
              <a:ext uri="{FF2B5EF4-FFF2-40B4-BE49-F238E27FC236}">
                <a16:creationId xmlns:a16="http://schemas.microsoft.com/office/drawing/2014/main" id="{E09FD0FD-5B99-5074-76D9-CC7289BDC02F}"/>
              </a:ext>
            </a:extLst>
          </p:cNvPr>
          <p:cNvSpPr/>
          <p:nvPr/>
        </p:nvSpPr>
        <p:spPr>
          <a:xfrm>
            <a:off x="7353565" y="2257847"/>
            <a:ext cx="1854859" cy="2322170"/>
          </a:xfrm>
          <a:prstGeom prst="roundRect">
            <a:avLst>
              <a:gd name="adj" fmla="val 4988"/>
            </a:avLst>
          </a:prstGeom>
          <a:solidFill>
            <a:srgbClr val="FFFFFF"/>
          </a:solidFill>
          <a:ln w="12700" cap="flat" cmpd="sng" algn="ctr">
            <a:noFill/>
            <a:prstDash val="solid"/>
            <a:miter lim="800000"/>
          </a:ln>
          <a:effectLst>
            <a:outerShdw blurRad="63500" algn="ctr"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100" b="0" i="0" u="none" strike="noStrike" kern="0" cap="none" spc="0" normalizeH="0" baseline="0" noProof="0">
                <a:ln>
                  <a:noFill/>
                </a:ln>
                <a:solidFill>
                  <a:srgbClr val="FFFFFF"/>
                </a:solidFill>
                <a:effectLst/>
                <a:uLnTx/>
                <a:uFillTx/>
                <a:latin typeface="Aptos"/>
                <a:ea typeface="+mn-ea"/>
                <a:cs typeface="+mn-cs"/>
              </a:rPr>
              <a:t>Approved discovery pack</a:t>
            </a:r>
            <a:endParaRPr kumimoji="0" lang="en-US" sz="1100" b="0" i="0" u="none" strike="noStrike" kern="0" cap="none" spc="0" normalizeH="0" baseline="0" noProof="0">
              <a:ln>
                <a:noFill/>
              </a:ln>
              <a:solidFill>
                <a:srgbClr val="FFFFFF"/>
              </a:solidFill>
              <a:effectLst/>
              <a:uLnTx/>
              <a:uFillTx/>
              <a:latin typeface="Aptos"/>
              <a:ea typeface="+mn-ea"/>
              <a:cs typeface="+mn-cs"/>
            </a:endParaRPr>
          </a:p>
        </p:txBody>
      </p:sp>
      <p:sp>
        <p:nvSpPr>
          <p:cNvPr id="58" name="Rounded Rectangle 8">
            <a:extLst>
              <a:ext uri="{FF2B5EF4-FFF2-40B4-BE49-F238E27FC236}">
                <a16:creationId xmlns:a16="http://schemas.microsoft.com/office/drawing/2014/main" id="{C31989D3-6E34-A195-2F49-224B2D98ED06}"/>
              </a:ext>
            </a:extLst>
          </p:cNvPr>
          <p:cNvSpPr/>
          <p:nvPr/>
        </p:nvSpPr>
        <p:spPr>
          <a:xfrm>
            <a:off x="9464253" y="2257847"/>
            <a:ext cx="1854859" cy="2322170"/>
          </a:xfrm>
          <a:prstGeom prst="roundRect">
            <a:avLst>
              <a:gd name="adj" fmla="val 4988"/>
            </a:avLst>
          </a:prstGeom>
          <a:solidFill>
            <a:srgbClr val="FFFFFF"/>
          </a:solidFill>
          <a:ln w="12700" cap="flat" cmpd="sng" algn="ctr">
            <a:noFill/>
            <a:prstDash val="solid"/>
            <a:miter lim="800000"/>
          </a:ln>
          <a:effectLst>
            <a:outerShdw blurRad="63500" algn="ctr"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1100" b="0" i="0" u="none" strike="noStrike" kern="0" cap="none" spc="0" normalizeH="0" baseline="0" noProof="0">
                <a:ln>
                  <a:noFill/>
                </a:ln>
                <a:solidFill>
                  <a:srgbClr val="FFFFFF"/>
                </a:solidFill>
                <a:effectLst/>
                <a:uLnTx/>
                <a:uFillTx/>
                <a:latin typeface="Aptos"/>
                <a:ea typeface="+mn-ea"/>
                <a:cs typeface="+mn-cs"/>
              </a:rPr>
              <a:t>Approved discovery pack</a:t>
            </a:r>
            <a:endParaRPr kumimoji="0" lang="en-US" sz="1100" b="0" i="0" u="none" strike="noStrike" kern="0" cap="none" spc="0" normalizeH="0" baseline="0" noProof="0">
              <a:ln>
                <a:noFill/>
              </a:ln>
              <a:solidFill>
                <a:srgbClr val="FFFFFF"/>
              </a:solidFill>
              <a:effectLst/>
              <a:uLnTx/>
              <a:uFillTx/>
              <a:latin typeface="Aptos"/>
              <a:ea typeface="+mn-ea"/>
              <a:cs typeface="+mn-cs"/>
            </a:endParaRPr>
          </a:p>
        </p:txBody>
      </p:sp>
      <p:cxnSp>
        <p:nvCxnSpPr>
          <p:cNvPr id="53" name="Straight Connector 52">
            <a:extLst>
              <a:ext uri="{FF2B5EF4-FFF2-40B4-BE49-F238E27FC236}">
                <a16:creationId xmlns:a16="http://schemas.microsoft.com/office/drawing/2014/main" id="{28D2E236-3EF9-DF61-E202-031F466930EC}"/>
              </a:ext>
            </a:extLst>
          </p:cNvPr>
          <p:cNvCxnSpPr>
            <a:cxnSpLocks/>
          </p:cNvCxnSpPr>
          <p:nvPr/>
        </p:nvCxnSpPr>
        <p:spPr>
          <a:xfrm>
            <a:off x="1939314" y="1841535"/>
            <a:ext cx="0" cy="321839"/>
          </a:xfrm>
          <a:prstGeom prst="line">
            <a:avLst/>
          </a:prstGeom>
          <a:noFill/>
          <a:ln w="19050" cap="flat" cmpd="sng" algn="ctr">
            <a:solidFill>
              <a:schemeClr val="accent2"/>
            </a:solidFill>
            <a:prstDash val="solid"/>
            <a:miter lim="800000"/>
          </a:ln>
          <a:effectLst/>
        </p:spPr>
      </p:cxnSp>
      <p:cxnSp>
        <p:nvCxnSpPr>
          <p:cNvPr id="59" name="Straight Connector 58">
            <a:extLst>
              <a:ext uri="{FF2B5EF4-FFF2-40B4-BE49-F238E27FC236}">
                <a16:creationId xmlns:a16="http://schemas.microsoft.com/office/drawing/2014/main" id="{48361F09-D994-443B-D88E-46F1CA65A44D}"/>
              </a:ext>
            </a:extLst>
          </p:cNvPr>
          <p:cNvCxnSpPr>
            <a:cxnSpLocks/>
          </p:cNvCxnSpPr>
          <p:nvPr/>
        </p:nvCxnSpPr>
        <p:spPr>
          <a:xfrm>
            <a:off x="4063015" y="1840957"/>
            <a:ext cx="0" cy="321839"/>
          </a:xfrm>
          <a:prstGeom prst="line">
            <a:avLst/>
          </a:prstGeom>
          <a:noFill/>
          <a:ln w="19050" cap="flat" cmpd="sng" algn="ctr">
            <a:solidFill>
              <a:schemeClr val="accent2"/>
            </a:solidFill>
            <a:prstDash val="solid"/>
            <a:miter lim="800000"/>
          </a:ln>
          <a:effectLst/>
        </p:spPr>
      </p:cxnSp>
      <p:cxnSp>
        <p:nvCxnSpPr>
          <p:cNvPr id="60" name="Straight Connector 59">
            <a:extLst>
              <a:ext uri="{FF2B5EF4-FFF2-40B4-BE49-F238E27FC236}">
                <a16:creationId xmlns:a16="http://schemas.microsoft.com/office/drawing/2014/main" id="{10D5A458-018F-A346-1245-E1CE192BF335}"/>
              </a:ext>
            </a:extLst>
          </p:cNvPr>
          <p:cNvCxnSpPr>
            <a:cxnSpLocks/>
          </p:cNvCxnSpPr>
          <p:nvPr/>
        </p:nvCxnSpPr>
        <p:spPr>
          <a:xfrm>
            <a:off x="6170946" y="1839918"/>
            <a:ext cx="0" cy="321839"/>
          </a:xfrm>
          <a:prstGeom prst="line">
            <a:avLst/>
          </a:prstGeom>
          <a:noFill/>
          <a:ln w="19050" cap="flat" cmpd="sng" algn="ctr">
            <a:solidFill>
              <a:schemeClr val="accent2"/>
            </a:solidFill>
            <a:prstDash val="solid"/>
            <a:miter lim="800000"/>
          </a:ln>
          <a:effectLst/>
        </p:spPr>
      </p:cxnSp>
      <p:cxnSp>
        <p:nvCxnSpPr>
          <p:cNvPr id="61" name="Straight Connector 60">
            <a:extLst>
              <a:ext uri="{FF2B5EF4-FFF2-40B4-BE49-F238E27FC236}">
                <a16:creationId xmlns:a16="http://schemas.microsoft.com/office/drawing/2014/main" id="{E7EAF133-7682-E4B3-43C6-B131A4F8AEBE}"/>
              </a:ext>
            </a:extLst>
          </p:cNvPr>
          <p:cNvCxnSpPr>
            <a:cxnSpLocks/>
          </p:cNvCxnSpPr>
          <p:nvPr/>
        </p:nvCxnSpPr>
        <p:spPr>
          <a:xfrm>
            <a:off x="8280994" y="1838222"/>
            <a:ext cx="0" cy="321839"/>
          </a:xfrm>
          <a:prstGeom prst="line">
            <a:avLst/>
          </a:prstGeom>
          <a:noFill/>
          <a:ln w="19050" cap="flat" cmpd="sng" algn="ctr">
            <a:solidFill>
              <a:schemeClr val="accent2"/>
            </a:solidFill>
            <a:prstDash val="solid"/>
            <a:miter lim="800000"/>
          </a:ln>
          <a:effectLst/>
        </p:spPr>
      </p:cxnSp>
      <p:cxnSp>
        <p:nvCxnSpPr>
          <p:cNvPr id="62" name="Straight Connector 61">
            <a:extLst>
              <a:ext uri="{FF2B5EF4-FFF2-40B4-BE49-F238E27FC236}">
                <a16:creationId xmlns:a16="http://schemas.microsoft.com/office/drawing/2014/main" id="{708BCB1A-14E6-BA08-9F1A-1FCD84952E46}"/>
              </a:ext>
            </a:extLst>
          </p:cNvPr>
          <p:cNvCxnSpPr>
            <a:cxnSpLocks/>
          </p:cNvCxnSpPr>
          <p:nvPr/>
        </p:nvCxnSpPr>
        <p:spPr>
          <a:xfrm>
            <a:off x="10391682" y="1825679"/>
            <a:ext cx="0" cy="321839"/>
          </a:xfrm>
          <a:prstGeom prst="line">
            <a:avLst/>
          </a:prstGeom>
          <a:noFill/>
          <a:ln w="19050" cap="flat" cmpd="sng" algn="ctr">
            <a:solidFill>
              <a:schemeClr val="accent2"/>
            </a:solidFill>
            <a:prstDash val="solid"/>
            <a:miter lim="800000"/>
          </a:ln>
          <a:effectLst/>
        </p:spPr>
      </p:cxnSp>
      <p:sp>
        <p:nvSpPr>
          <p:cNvPr id="63" name="TextBox 62">
            <a:extLst>
              <a:ext uri="{FF2B5EF4-FFF2-40B4-BE49-F238E27FC236}">
                <a16:creationId xmlns:a16="http://schemas.microsoft.com/office/drawing/2014/main" id="{698958FE-B321-0E7A-8E5E-59815B0AAD24}"/>
              </a:ext>
            </a:extLst>
          </p:cNvPr>
          <p:cNvSpPr txBox="1"/>
          <p:nvPr/>
        </p:nvSpPr>
        <p:spPr>
          <a:xfrm>
            <a:off x="1146852" y="2410837"/>
            <a:ext cx="1584925" cy="2123658"/>
          </a:xfrm>
          <a:prstGeom prst="rect">
            <a:avLst/>
          </a:prstGeom>
          <a:noFill/>
        </p:spPr>
        <p:txBody>
          <a:bodyPr wrap="square">
            <a:spAutoFit/>
          </a:bodyPr>
          <a:lstStyle/>
          <a:p>
            <a:pPr marL="171450" indent="-171450">
              <a:buFont typeface="Arial" panose="020B0604020202020204" pitchFamily="34" charset="0"/>
              <a:buChar char="•"/>
            </a:pPr>
            <a:r>
              <a:rPr lang="en-IN" sz="1100">
                <a:solidFill>
                  <a:srgbClr val="000000"/>
                </a:solidFill>
                <a:latin typeface="Verdana" panose="020B0604030504040204" pitchFamily="34" charset="0"/>
                <a:ea typeface="Verdana" panose="020B0604030504040204" pitchFamily="34" charset="0"/>
              </a:rPr>
              <a:t>Define agent purpose &amp; scope, </a:t>
            </a:r>
            <a:r>
              <a:rPr lang="en-US" sz="1100">
                <a:solidFill>
                  <a:srgbClr val="000000"/>
                </a:solidFill>
                <a:latin typeface="Verdana" panose="020B0604030504040204" pitchFamily="34" charset="0"/>
                <a:ea typeface="Verdana" panose="020B0604030504040204" pitchFamily="34" charset="0"/>
              </a:rPr>
              <a:t>Workflow triggers and escalation points</a:t>
            </a:r>
            <a:r>
              <a:rPr lang="en-IN" sz="1100">
                <a:solidFill>
                  <a:srgbClr val="000000"/>
                </a:solidFill>
                <a:latin typeface="Verdana" panose="020B0604030504040204" pitchFamily="34" charset="0"/>
                <a:ea typeface="Verdana" panose="020B0604030504040204" pitchFamily="34" charset="0"/>
              </a:rPr>
              <a:t> </a:t>
            </a:r>
          </a:p>
          <a:p>
            <a:pPr marL="171450" indent="-171450">
              <a:buFont typeface="Arial" panose="020B0604020202020204" pitchFamily="34" charset="0"/>
              <a:buChar char="•"/>
            </a:pPr>
            <a:r>
              <a:rPr lang="en-IN" sz="1100">
                <a:solidFill>
                  <a:srgbClr val="000000"/>
                </a:solidFill>
                <a:latin typeface="Verdana" panose="020B0604030504040204" pitchFamily="34" charset="0"/>
                <a:ea typeface="Verdana" panose="020B0604030504040204" pitchFamily="34" charset="0"/>
              </a:rPr>
              <a:t>Assign owner &amp; stakeholders </a:t>
            </a:r>
          </a:p>
          <a:p>
            <a:pPr marL="171450" indent="-171450">
              <a:buFont typeface="Arial" panose="020B0604020202020204" pitchFamily="34" charset="0"/>
              <a:buChar char="•"/>
            </a:pPr>
            <a:r>
              <a:rPr lang="en-IN" sz="1100">
                <a:solidFill>
                  <a:srgbClr val="000000"/>
                </a:solidFill>
                <a:latin typeface="Verdana" panose="020B0604030504040204" pitchFamily="34" charset="0"/>
                <a:ea typeface="Verdana" panose="020B0604030504040204" pitchFamily="34" charset="0"/>
              </a:rPr>
              <a:t>Select knowledge sources </a:t>
            </a:r>
          </a:p>
          <a:p>
            <a:pPr marL="171450" indent="-171450">
              <a:buFont typeface="Arial" panose="020B0604020202020204" pitchFamily="34" charset="0"/>
              <a:buChar char="•"/>
            </a:pPr>
            <a:r>
              <a:rPr lang="en-IN" sz="1100">
                <a:solidFill>
                  <a:srgbClr val="000000"/>
                </a:solidFill>
                <a:latin typeface="Verdana" panose="020B0604030504040204" pitchFamily="34" charset="0"/>
                <a:ea typeface="Verdana" panose="020B0604030504040204" pitchFamily="34" charset="0"/>
              </a:rPr>
              <a:t>Configure RBAC</a:t>
            </a:r>
          </a:p>
          <a:p>
            <a:pPr marL="171450" indent="-171450">
              <a:buFont typeface="Arial" panose="020B0604020202020204" pitchFamily="34" charset="0"/>
              <a:buChar char="•"/>
            </a:pPr>
            <a:r>
              <a:rPr lang="en-IN" sz="1100">
                <a:solidFill>
                  <a:srgbClr val="000000"/>
                </a:solidFill>
                <a:latin typeface="Verdana" panose="020B0604030504040204" pitchFamily="34" charset="0"/>
                <a:ea typeface="Verdana" panose="020B0604030504040204" pitchFamily="34" charset="0"/>
              </a:rPr>
              <a:t>Register in repository</a:t>
            </a:r>
          </a:p>
        </p:txBody>
      </p:sp>
      <p:sp>
        <p:nvSpPr>
          <p:cNvPr id="64" name="TextBox 63">
            <a:extLst>
              <a:ext uri="{FF2B5EF4-FFF2-40B4-BE49-F238E27FC236}">
                <a16:creationId xmlns:a16="http://schemas.microsoft.com/office/drawing/2014/main" id="{5B163AA9-6F68-5C5E-8BC7-3A793ED1225B}"/>
              </a:ext>
            </a:extLst>
          </p:cNvPr>
          <p:cNvSpPr txBox="1"/>
          <p:nvPr/>
        </p:nvSpPr>
        <p:spPr>
          <a:xfrm>
            <a:off x="3310759" y="2410837"/>
            <a:ext cx="1534510" cy="1785104"/>
          </a:xfrm>
          <a:prstGeom prst="rect">
            <a:avLst/>
          </a:prstGeom>
          <a:noFill/>
        </p:spPr>
        <p:txBody>
          <a:bodyPr wrap="square">
            <a:spAutoFit/>
          </a:bodyPr>
          <a:lstStyle/>
          <a:p>
            <a:pPr marL="171450" indent="-171450">
              <a:buFont typeface="Arial" panose="020B0604020202020204" pitchFamily="34" charset="0"/>
              <a:buChar char="•"/>
            </a:pPr>
            <a:r>
              <a:rPr lang="en-IN" sz="1100">
                <a:solidFill>
                  <a:srgbClr val="000000"/>
                </a:solidFill>
                <a:latin typeface="Verdana" panose="020B0604030504040204" pitchFamily="34" charset="0"/>
                <a:ea typeface="Verdana" panose="020B0604030504040204" pitchFamily="34" charset="0"/>
              </a:rPr>
              <a:t>Map domain-specific terminology and intents</a:t>
            </a:r>
          </a:p>
          <a:p>
            <a:pPr marL="171450" indent="-171450">
              <a:buFont typeface="Arial" panose="020B0604020202020204" pitchFamily="34" charset="0"/>
              <a:buChar char="•"/>
            </a:pPr>
            <a:r>
              <a:rPr lang="en-IN" sz="1100">
                <a:solidFill>
                  <a:srgbClr val="000000"/>
                </a:solidFill>
                <a:latin typeface="Verdana" panose="020B0604030504040204" pitchFamily="34" charset="0"/>
                <a:ea typeface="Verdana" panose="020B0604030504040204" pitchFamily="34" charset="0"/>
              </a:rPr>
              <a:t>Link to compliance or policy guidelines</a:t>
            </a:r>
          </a:p>
          <a:p>
            <a:pPr marL="171450" indent="-171450">
              <a:buFont typeface="Arial" panose="020B0604020202020204" pitchFamily="34" charset="0"/>
              <a:buChar char="•"/>
            </a:pPr>
            <a:r>
              <a:rPr lang="en-IN" sz="1100">
                <a:solidFill>
                  <a:srgbClr val="000000"/>
                </a:solidFill>
                <a:latin typeface="Verdana" panose="020B0604030504040204" pitchFamily="34" charset="0"/>
                <a:ea typeface="Verdana" panose="020B0604030504040204" pitchFamily="34" charset="0"/>
              </a:rPr>
              <a:t>Configure fallback/escalation paths</a:t>
            </a:r>
          </a:p>
        </p:txBody>
      </p:sp>
      <p:sp>
        <p:nvSpPr>
          <p:cNvPr id="65" name="TextBox 64">
            <a:extLst>
              <a:ext uri="{FF2B5EF4-FFF2-40B4-BE49-F238E27FC236}">
                <a16:creationId xmlns:a16="http://schemas.microsoft.com/office/drawing/2014/main" id="{3204D4C0-1F92-2056-6E12-BC1711D42F60}"/>
              </a:ext>
            </a:extLst>
          </p:cNvPr>
          <p:cNvSpPr txBox="1"/>
          <p:nvPr/>
        </p:nvSpPr>
        <p:spPr>
          <a:xfrm>
            <a:off x="5389423" y="2410837"/>
            <a:ext cx="1563047" cy="2123658"/>
          </a:xfrm>
          <a:prstGeom prst="rect">
            <a:avLst/>
          </a:prstGeom>
          <a:noFill/>
        </p:spPr>
        <p:txBody>
          <a:bodyPr wrap="square">
            <a:spAutoFit/>
          </a:bodyPr>
          <a:lstStyle/>
          <a:p>
            <a:pPr marL="171450" indent="-171450">
              <a:buFont typeface="Arial" panose="020B0604020202020204" pitchFamily="34" charset="0"/>
              <a:buChar char="•"/>
            </a:pPr>
            <a:r>
              <a:rPr lang="en-IN" sz="1100">
                <a:solidFill>
                  <a:srgbClr val="000000"/>
                </a:solidFill>
                <a:latin typeface="Verdana" panose="020B0604030504040204" pitchFamily="34" charset="0"/>
                <a:ea typeface="Verdana" panose="020B0604030504040204" pitchFamily="34" charset="0"/>
              </a:rPr>
              <a:t>Set up basic monitoring (latency, accuracy, usage)</a:t>
            </a:r>
          </a:p>
          <a:p>
            <a:pPr marL="171450" indent="-171450">
              <a:buFont typeface="Arial" panose="020B0604020202020204" pitchFamily="34" charset="0"/>
              <a:buChar char="•"/>
            </a:pPr>
            <a:r>
              <a:rPr lang="en-IN" sz="1100">
                <a:solidFill>
                  <a:srgbClr val="000000"/>
                </a:solidFill>
                <a:latin typeface="Verdana" panose="020B0604030504040204" pitchFamily="34" charset="0"/>
                <a:ea typeface="Verdana" panose="020B0604030504040204" pitchFamily="34" charset="0"/>
              </a:rPr>
              <a:t>Collect and triage feedback</a:t>
            </a:r>
          </a:p>
          <a:p>
            <a:pPr marL="171450" indent="-171450">
              <a:buFont typeface="Arial" panose="020B0604020202020204" pitchFamily="34" charset="0"/>
              <a:buChar char="•"/>
            </a:pPr>
            <a:r>
              <a:rPr lang="en-US" sz="1100">
                <a:solidFill>
                  <a:srgbClr val="000000"/>
                </a:solidFill>
                <a:latin typeface="Verdana" panose="020B0604030504040204" pitchFamily="34" charset="0"/>
                <a:ea typeface="Verdana" panose="020B0604030504040204" pitchFamily="34" charset="0"/>
              </a:rPr>
              <a:t>Periodic prompt tuning and data source updates</a:t>
            </a:r>
            <a:endParaRPr lang="en-IN" sz="1100">
              <a:solidFill>
                <a:srgbClr val="000000"/>
              </a:solidFill>
              <a:latin typeface="Verdana" panose="020B0604030504040204" pitchFamily="34" charset="0"/>
              <a:ea typeface="Verdana" panose="020B0604030504040204" pitchFamily="34" charset="0"/>
            </a:endParaRPr>
          </a:p>
          <a:p>
            <a:pPr marL="171450" indent="-171450">
              <a:buFont typeface="Arial" panose="020B0604020202020204" pitchFamily="34" charset="0"/>
              <a:buChar char="•"/>
            </a:pPr>
            <a:r>
              <a:rPr lang="en-IN" sz="1100">
                <a:solidFill>
                  <a:srgbClr val="000000"/>
                </a:solidFill>
                <a:latin typeface="Verdana" panose="020B0604030504040204" pitchFamily="34" charset="0"/>
                <a:ea typeface="Verdana" panose="020B0604030504040204" pitchFamily="34" charset="0"/>
              </a:rPr>
              <a:t>Schedule evaluations and Version control</a:t>
            </a:r>
          </a:p>
        </p:txBody>
      </p:sp>
      <p:sp>
        <p:nvSpPr>
          <p:cNvPr id="66" name="TextBox 65">
            <a:extLst>
              <a:ext uri="{FF2B5EF4-FFF2-40B4-BE49-F238E27FC236}">
                <a16:creationId xmlns:a16="http://schemas.microsoft.com/office/drawing/2014/main" id="{4665EB04-27FD-3B47-2E9F-C3720C2E4E19}"/>
              </a:ext>
            </a:extLst>
          </p:cNvPr>
          <p:cNvSpPr txBox="1"/>
          <p:nvPr/>
        </p:nvSpPr>
        <p:spPr>
          <a:xfrm>
            <a:off x="7507245" y="2410837"/>
            <a:ext cx="1547498" cy="1954381"/>
          </a:xfrm>
          <a:prstGeom prst="rect">
            <a:avLst/>
          </a:prstGeom>
          <a:noFill/>
        </p:spPr>
        <p:txBody>
          <a:bodyPr wrap="square">
            <a:spAutoFit/>
          </a:bodyPr>
          <a:lstStyle/>
          <a:p>
            <a:pPr marL="171450" indent="-171450">
              <a:buFont typeface="Arial" panose="020B0604020202020204" pitchFamily="34" charset="0"/>
              <a:buChar char="•"/>
            </a:pPr>
            <a:r>
              <a:rPr lang="en-IN" sz="1100">
                <a:solidFill>
                  <a:srgbClr val="000000"/>
                </a:solidFill>
                <a:latin typeface="Verdana" panose="020B0604030504040204" pitchFamily="34" charset="0"/>
                <a:ea typeface="Verdana" panose="020B0604030504040204" pitchFamily="34" charset="0"/>
              </a:rPr>
              <a:t>Show key metrics (success rate, issues resolved)</a:t>
            </a:r>
          </a:p>
          <a:p>
            <a:pPr marL="171450" indent="-171450">
              <a:buFont typeface="Arial" panose="020B0604020202020204" pitchFamily="34" charset="0"/>
              <a:buChar char="•"/>
            </a:pPr>
            <a:r>
              <a:rPr lang="en-IN" sz="1100">
                <a:solidFill>
                  <a:srgbClr val="000000"/>
                </a:solidFill>
                <a:latin typeface="Verdana" panose="020B0604030504040204" pitchFamily="34" charset="0"/>
                <a:ea typeface="Verdana" panose="020B0604030504040204" pitchFamily="34" charset="0"/>
              </a:rPr>
              <a:t>Summarize user interactions &amp; satisfaction score</a:t>
            </a:r>
          </a:p>
          <a:p>
            <a:pPr marL="171450" indent="-171450">
              <a:buFont typeface="Arial" panose="020B0604020202020204" pitchFamily="34" charset="0"/>
              <a:buChar char="•"/>
            </a:pPr>
            <a:r>
              <a:rPr lang="en-IN" sz="1100">
                <a:solidFill>
                  <a:srgbClr val="000000"/>
                </a:solidFill>
                <a:latin typeface="Verdana" panose="020B0604030504040204" pitchFamily="34" charset="0"/>
                <a:ea typeface="Verdana" panose="020B0604030504040204" pitchFamily="34" charset="0"/>
              </a:rPr>
              <a:t>Provide compliance status</a:t>
            </a:r>
          </a:p>
        </p:txBody>
      </p:sp>
      <p:sp>
        <p:nvSpPr>
          <p:cNvPr id="67" name="TextBox 66">
            <a:extLst>
              <a:ext uri="{FF2B5EF4-FFF2-40B4-BE49-F238E27FC236}">
                <a16:creationId xmlns:a16="http://schemas.microsoft.com/office/drawing/2014/main" id="{765B2254-98EF-A1FD-C7D0-706B8BEA10FC}"/>
              </a:ext>
            </a:extLst>
          </p:cNvPr>
          <p:cNvSpPr txBox="1"/>
          <p:nvPr/>
        </p:nvSpPr>
        <p:spPr>
          <a:xfrm>
            <a:off x="9608067" y="2410837"/>
            <a:ext cx="1567231" cy="1785104"/>
          </a:xfrm>
          <a:prstGeom prst="rect">
            <a:avLst/>
          </a:prstGeom>
          <a:noFill/>
        </p:spPr>
        <p:txBody>
          <a:bodyPr wrap="square">
            <a:spAutoFit/>
          </a:bodyPr>
          <a:lstStyle/>
          <a:p>
            <a:pPr marL="171450" indent="-171450">
              <a:buFont typeface="Arial" panose="020B0604020202020204" pitchFamily="34" charset="0"/>
              <a:buChar char="•"/>
            </a:pPr>
            <a:r>
              <a:rPr lang="en-IN" sz="1100">
                <a:solidFill>
                  <a:srgbClr val="000000"/>
                </a:solidFill>
                <a:latin typeface="Verdana" panose="020B0604030504040204" pitchFamily="34" charset="0"/>
                <a:ea typeface="Verdana" panose="020B0604030504040204" pitchFamily="34" charset="0"/>
              </a:rPr>
              <a:t>Initiate deactivation</a:t>
            </a:r>
          </a:p>
          <a:p>
            <a:pPr marL="171450" indent="-171450">
              <a:buFont typeface="Arial" panose="020B0604020202020204" pitchFamily="34" charset="0"/>
              <a:buChar char="•"/>
            </a:pPr>
            <a:r>
              <a:rPr lang="en-IN" sz="1100">
                <a:solidFill>
                  <a:srgbClr val="000000"/>
                </a:solidFill>
                <a:latin typeface="Verdana" panose="020B0604030504040204" pitchFamily="34" charset="0"/>
                <a:ea typeface="Verdana" panose="020B0604030504040204" pitchFamily="34" charset="0"/>
              </a:rPr>
              <a:t>Archive knowledge &amp; configs</a:t>
            </a:r>
          </a:p>
          <a:p>
            <a:pPr marL="171450" indent="-171450">
              <a:buFont typeface="Arial" panose="020B0604020202020204" pitchFamily="34" charset="0"/>
              <a:buChar char="•"/>
            </a:pPr>
            <a:r>
              <a:rPr lang="en-IN" sz="1100">
                <a:solidFill>
                  <a:srgbClr val="000000"/>
                </a:solidFill>
                <a:latin typeface="Verdana" panose="020B0604030504040204" pitchFamily="34" charset="0"/>
                <a:ea typeface="Verdana" panose="020B0604030504040204" pitchFamily="34" charset="0"/>
              </a:rPr>
              <a:t>Remove access tokens</a:t>
            </a:r>
          </a:p>
          <a:p>
            <a:pPr marL="171450" indent="-171450">
              <a:buFont typeface="Arial" panose="020B0604020202020204" pitchFamily="34" charset="0"/>
              <a:buChar char="•"/>
            </a:pPr>
            <a:r>
              <a:rPr lang="en-IN" sz="1100">
                <a:solidFill>
                  <a:srgbClr val="000000"/>
                </a:solidFill>
                <a:latin typeface="Verdana" panose="020B0604030504040204" pitchFamily="34" charset="0"/>
                <a:ea typeface="Verdana" panose="020B0604030504040204" pitchFamily="34" charset="0"/>
              </a:rPr>
              <a:t>Update dashboard and repository</a:t>
            </a:r>
          </a:p>
        </p:txBody>
      </p:sp>
      <p:sp>
        <p:nvSpPr>
          <p:cNvPr id="68" name="Rounded Rectangle 12">
            <a:extLst>
              <a:ext uri="{FF2B5EF4-FFF2-40B4-BE49-F238E27FC236}">
                <a16:creationId xmlns:a16="http://schemas.microsoft.com/office/drawing/2014/main" id="{E3113043-0241-228E-3CBF-8443452ED2EC}"/>
              </a:ext>
            </a:extLst>
          </p:cNvPr>
          <p:cNvSpPr/>
          <p:nvPr/>
        </p:nvSpPr>
        <p:spPr>
          <a:xfrm>
            <a:off x="423309" y="4773990"/>
            <a:ext cx="11224026" cy="349039"/>
          </a:xfrm>
          <a:prstGeom prst="roundRect">
            <a:avLst/>
          </a:prstGeom>
          <a:solidFill>
            <a:schemeClr val="accent4"/>
          </a:solidFill>
          <a:ln w="6350" cap="flat" cmpd="sng" algn="ctr">
            <a:noFill/>
            <a:prstDash val="solid"/>
            <a:miter lim="800000"/>
          </a:ln>
          <a:effectLst/>
        </p:spPr>
        <p:txBody>
          <a:bodyPr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rPr>
              <a:t>Governance</a:t>
            </a:r>
          </a:p>
        </p:txBody>
      </p:sp>
      <p:sp>
        <p:nvSpPr>
          <p:cNvPr id="75" name="TextBox 74">
            <a:extLst>
              <a:ext uri="{FF2B5EF4-FFF2-40B4-BE49-F238E27FC236}">
                <a16:creationId xmlns:a16="http://schemas.microsoft.com/office/drawing/2014/main" id="{9DB6B11D-65BC-AD77-9C94-05CB28D90155}"/>
              </a:ext>
            </a:extLst>
          </p:cNvPr>
          <p:cNvSpPr txBox="1"/>
          <p:nvPr/>
        </p:nvSpPr>
        <p:spPr>
          <a:xfrm>
            <a:off x="528917" y="5332976"/>
            <a:ext cx="5469126" cy="646331"/>
          </a:xfrm>
          <a:prstGeom prst="rect">
            <a:avLst/>
          </a:prstGeom>
          <a:noFill/>
        </p:spPr>
        <p:txBody>
          <a:bodyPr wrap="square">
            <a:spAutoFit/>
          </a:bodyPr>
          <a:lstStyle/>
          <a:p>
            <a:r>
              <a:rPr lang="en-IN" sz="900" b="1" dirty="0">
                <a:solidFill>
                  <a:schemeClr val="accent4"/>
                </a:solidFill>
                <a:latin typeface="Verdana" panose="020B0604030504040204" pitchFamily="34" charset="0"/>
                <a:ea typeface="Verdana" panose="020B0604030504040204" pitchFamily="34" charset="0"/>
              </a:rPr>
              <a:t>Policy &amp; Compliance Management</a:t>
            </a:r>
            <a:r>
              <a:rPr lang="en-IN" sz="900" b="1" dirty="0">
                <a:latin typeface="Verdana" panose="020B0604030504040204" pitchFamily="34" charset="0"/>
                <a:ea typeface="Verdana" panose="020B0604030504040204" pitchFamily="34" charset="0"/>
              </a:rPr>
              <a:t>: </a:t>
            </a:r>
            <a:r>
              <a:rPr lang="en-US" sz="900" dirty="0">
                <a:latin typeface="Verdana" panose="020B0604030504040204" pitchFamily="34" charset="0"/>
                <a:ea typeface="Verdana" panose="020B0604030504040204" pitchFamily="34" charset="0"/>
              </a:rPr>
              <a:t>Adherence to data privacy (e.g., PII), security, and ethical AI policies</a:t>
            </a:r>
          </a:p>
          <a:p>
            <a:r>
              <a:rPr lang="en-IN" sz="900" b="1" dirty="0">
                <a:solidFill>
                  <a:schemeClr val="accent4"/>
                </a:solidFill>
                <a:latin typeface="Verdana" panose="020B0604030504040204" pitchFamily="34" charset="0"/>
                <a:ea typeface="Verdana" panose="020B0604030504040204" pitchFamily="34" charset="0"/>
              </a:rPr>
              <a:t>Access Control &amp; Role Management (RBAC)</a:t>
            </a:r>
            <a:r>
              <a:rPr lang="en-US" sz="900" b="1" dirty="0">
                <a:latin typeface="Verdana" panose="020B0604030504040204" pitchFamily="34" charset="0"/>
                <a:ea typeface="Verdana" panose="020B0604030504040204" pitchFamily="34" charset="0"/>
              </a:rPr>
              <a:t>: </a:t>
            </a:r>
            <a:r>
              <a:rPr lang="en-US" sz="900" dirty="0">
                <a:latin typeface="Verdana" panose="020B0604030504040204" pitchFamily="34" charset="0"/>
                <a:ea typeface="Verdana" panose="020B0604030504040204" pitchFamily="34" charset="0"/>
              </a:rPr>
              <a:t>Defines who can create, configure, monitor, or retire agents</a:t>
            </a:r>
          </a:p>
        </p:txBody>
      </p:sp>
      <p:sp>
        <p:nvSpPr>
          <p:cNvPr id="76" name="TextBox 75">
            <a:extLst>
              <a:ext uri="{FF2B5EF4-FFF2-40B4-BE49-F238E27FC236}">
                <a16:creationId xmlns:a16="http://schemas.microsoft.com/office/drawing/2014/main" id="{F6CD511E-04BC-1579-06D4-692DE58A303B}"/>
              </a:ext>
            </a:extLst>
          </p:cNvPr>
          <p:cNvSpPr txBox="1"/>
          <p:nvPr/>
        </p:nvSpPr>
        <p:spPr>
          <a:xfrm>
            <a:off x="6351264" y="5334729"/>
            <a:ext cx="5469126" cy="5078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1" i="0" u="none" strike="noStrike" kern="1200" cap="none" spc="0" normalizeH="0" baseline="0" noProof="0" dirty="0">
                <a:ln>
                  <a:noFill/>
                </a:ln>
                <a:solidFill>
                  <a:schemeClr val="accent4"/>
                </a:solidFill>
                <a:effectLst/>
                <a:highlight>
                  <a:srgbClr val="FFFF00"/>
                </a:highlight>
                <a:uLnTx/>
                <a:uFillTx/>
                <a:latin typeface="Verdana" panose="020B0604030504040204" pitchFamily="34" charset="0"/>
                <a:ea typeface="Verdana" panose="020B0604030504040204" pitchFamily="34" charset="0"/>
                <a:cs typeface="+mn-cs"/>
              </a:rPr>
              <a:t>Auditability &amp; Traceability</a:t>
            </a:r>
            <a:r>
              <a:rPr kumimoji="0" lang="en-US" sz="900" b="1" i="0" u="none" strike="noStrike" kern="1200" cap="none" spc="0" normalizeH="0" baseline="0" noProof="0" dirty="0">
                <a:ln>
                  <a:noFill/>
                </a:ln>
                <a:solidFill>
                  <a:srgbClr val="000000"/>
                </a:solidFill>
                <a:effectLst/>
                <a:highlight>
                  <a:srgbClr val="FFFF00"/>
                </a:highlight>
                <a:uLnTx/>
                <a:uFillTx/>
                <a:latin typeface="Verdana" panose="020B0604030504040204" pitchFamily="34" charset="0"/>
                <a:ea typeface="Verdana" panose="020B0604030504040204" pitchFamily="34" charset="0"/>
                <a:cs typeface="+mn-cs"/>
              </a:rPr>
              <a:t>: </a:t>
            </a:r>
            <a:r>
              <a:rPr kumimoji="0" lang="en-US" sz="900" b="0" i="0" u="none" strike="noStrike" kern="120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mn-cs"/>
              </a:rPr>
              <a:t>Logs of agent changes, decisions, interactions, and performance metrics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chemeClr val="accent4"/>
                </a:solidFill>
                <a:effectLst/>
                <a:uLnTx/>
                <a:uFillTx/>
                <a:latin typeface="Verdana" panose="020B0604030504040204" pitchFamily="34" charset="0"/>
                <a:ea typeface="Verdana" panose="020B0604030504040204" pitchFamily="34" charset="0"/>
                <a:cs typeface="+mn-cs"/>
              </a:rPr>
              <a:t>Risk &amp; Performance Oversight</a:t>
            </a:r>
            <a:endParaRPr kumimoji="0" lang="en-IN" sz="900" b="1" i="0" u="none" strike="noStrike" kern="1200" cap="none" spc="0" normalizeH="0" baseline="0" noProof="0" dirty="0">
              <a:ln>
                <a:noFill/>
              </a:ln>
              <a:solidFill>
                <a:schemeClr val="accent4"/>
              </a:solidFill>
              <a:effectLst/>
              <a:uLnTx/>
              <a:uFillTx/>
              <a:latin typeface="Verdana" panose="020B0604030504040204" pitchFamily="34" charset="0"/>
              <a:ea typeface="Verdana" panose="020B0604030504040204" pitchFamily="34" charset="0"/>
              <a:cs typeface="+mn-cs"/>
            </a:endParaRPr>
          </a:p>
        </p:txBody>
      </p:sp>
      <p:cxnSp>
        <p:nvCxnSpPr>
          <p:cNvPr id="4" name="Straight Connector 3">
            <a:extLst>
              <a:ext uri="{FF2B5EF4-FFF2-40B4-BE49-F238E27FC236}">
                <a16:creationId xmlns:a16="http://schemas.microsoft.com/office/drawing/2014/main" id="{81C39B9F-0B37-82AA-F417-EDB88901E4E8}"/>
              </a:ext>
            </a:extLst>
          </p:cNvPr>
          <p:cNvCxnSpPr/>
          <p:nvPr/>
        </p:nvCxnSpPr>
        <p:spPr>
          <a:xfrm>
            <a:off x="6096000" y="5234152"/>
            <a:ext cx="0" cy="91440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04821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44" grpId="0" animBg="1"/>
      <p:bldP spid="45" grpId="0" animBg="1"/>
      <p:bldP spid="46" grpId="0" animBg="1"/>
      <p:bldP spid="47"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8330D9-3E86-8B1C-0245-D42A93EDB7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DC5280-8776-A6E6-9A01-B604DEA70D5C}"/>
              </a:ext>
            </a:extLst>
          </p:cNvPr>
          <p:cNvSpPr>
            <a:spLocks noGrp="1"/>
          </p:cNvSpPr>
          <p:nvPr>
            <p:ph type="title"/>
          </p:nvPr>
        </p:nvSpPr>
        <p:spPr/>
        <p:txBody>
          <a:bodyPr/>
          <a:lstStyle/>
          <a:p>
            <a:r>
              <a:rPr lang="en-IN" dirty="0"/>
              <a:t>Sample Artefact - Metrics for Measuring Agentic Agile - WIP</a:t>
            </a:r>
          </a:p>
        </p:txBody>
      </p:sp>
      <p:sp>
        <p:nvSpPr>
          <p:cNvPr id="5" name="TextBox 4">
            <a:extLst>
              <a:ext uri="{FF2B5EF4-FFF2-40B4-BE49-F238E27FC236}">
                <a16:creationId xmlns:a16="http://schemas.microsoft.com/office/drawing/2014/main" id="{22A56771-2012-AC9E-134F-3E1DCDBE0189}"/>
              </a:ext>
            </a:extLst>
          </p:cNvPr>
          <p:cNvSpPr txBox="1"/>
          <p:nvPr/>
        </p:nvSpPr>
        <p:spPr>
          <a:xfrm>
            <a:off x="313024" y="4432606"/>
            <a:ext cx="2142208" cy="461665"/>
          </a:xfrm>
          <a:prstGeom prst="rect">
            <a:avLst/>
          </a:prstGeom>
          <a:noFill/>
        </p:spPr>
        <p:txBody>
          <a:bodyPr wrap="square">
            <a:spAutoFit/>
          </a:bodyPr>
          <a:lstStyle/>
          <a:p>
            <a:pPr defTabSz="1219170">
              <a:defRPr/>
            </a:pPr>
            <a:r>
              <a:rPr lang="en-IN" sz="1200" b="1">
                <a:solidFill>
                  <a:schemeClr val="accent5"/>
                </a:solidFill>
                <a:latin typeface="Verdana" panose="020B0604030504040204" pitchFamily="34" charset="0"/>
                <a:ea typeface="Verdana" panose="020B0604030504040204" pitchFamily="34" charset="0"/>
              </a:rPr>
              <a:t>Agent Performance Metrics</a:t>
            </a:r>
            <a:endParaRPr lang="en-US" sz="1200" b="1">
              <a:solidFill>
                <a:schemeClr val="accent5"/>
              </a:solidFill>
              <a:latin typeface="Verdana" panose="020B0604030504040204" pitchFamily="34" charset="0"/>
              <a:ea typeface="Verdana" panose="020B0604030504040204" pitchFamily="34" charset="0"/>
            </a:endParaRPr>
          </a:p>
        </p:txBody>
      </p:sp>
      <p:sp>
        <p:nvSpPr>
          <p:cNvPr id="10" name="TextBox 9">
            <a:extLst>
              <a:ext uri="{FF2B5EF4-FFF2-40B4-BE49-F238E27FC236}">
                <a16:creationId xmlns:a16="http://schemas.microsoft.com/office/drawing/2014/main" id="{4E2B3196-0797-F916-CF3F-E8C03043A327}"/>
              </a:ext>
            </a:extLst>
          </p:cNvPr>
          <p:cNvSpPr txBox="1"/>
          <p:nvPr/>
        </p:nvSpPr>
        <p:spPr>
          <a:xfrm>
            <a:off x="313024" y="3180203"/>
            <a:ext cx="2168525" cy="461665"/>
          </a:xfrm>
          <a:prstGeom prst="rect">
            <a:avLst/>
          </a:prstGeom>
          <a:noFill/>
        </p:spPr>
        <p:txBody>
          <a:bodyPr wrap="square">
            <a:spAutoFit/>
          </a:bodyPr>
          <a:lstStyle/>
          <a:p>
            <a:pPr defTabSz="1219170">
              <a:defRPr/>
            </a:pPr>
            <a:r>
              <a:rPr lang="en-IN" sz="1200" b="1">
                <a:solidFill>
                  <a:schemeClr val="accent4"/>
                </a:solidFill>
                <a:latin typeface="Verdana" panose="020B0604030504040204" pitchFamily="34" charset="0"/>
                <a:ea typeface="Verdana" panose="020B0604030504040204" pitchFamily="34" charset="0"/>
              </a:rPr>
              <a:t>Adoption &amp; Collaboration Metrics </a:t>
            </a:r>
            <a:endParaRPr lang="en-US" sz="1200" b="1">
              <a:solidFill>
                <a:schemeClr val="accent4"/>
              </a:solidFill>
              <a:latin typeface="Verdana" panose="020B0604030504040204" pitchFamily="34" charset="0"/>
              <a:ea typeface="Verdana" panose="020B0604030504040204" pitchFamily="34" charset="0"/>
            </a:endParaRPr>
          </a:p>
        </p:txBody>
      </p:sp>
      <p:sp>
        <p:nvSpPr>
          <p:cNvPr id="15" name="TextBox 14">
            <a:extLst>
              <a:ext uri="{FF2B5EF4-FFF2-40B4-BE49-F238E27FC236}">
                <a16:creationId xmlns:a16="http://schemas.microsoft.com/office/drawing/2014/main" id="{30792A02-E6AC-820C-3E49-5805511857A3}"/>
              </a:ext>
            </a:extLst>
          </p:cNvPr>
          <p:cNvSpPr txBox="1"/>
          <p:nvPr/>
        </p:nvSpPr>
        <p:spPr>
          <a:xfrm>
            <a:off x="313024" y="2127970"/>
            <a:ext cx="1621843" cy="461665"/>
          </a:xfrm>
          <a:prstGeom prst="rect">
            <a:avLst/>
          </a:prstGeom>
          <a:noFill/>
        </p:spPr>
        <p:txBody>
          <a:bodyPr wrap="square">
            <a:spAutoFit/>
          </a:bodyPr>
          <a:lstStyle/>
          <a:p>
            <a:pPr defTabSz="1219170">
              <a:defRPr/>
            </a:pPr>
            <a:r>
              <a:rPr lang="en-IN" sz="1200" b="1">
                <a:solidFill>
                  <a:schemeClr val="accent2"/>
                </a:solidFill>
                <a:latin typeface="Verdana" panose="020B0604030504040204" pitchFamily="34" charset="0"/>
                <a:ea typeface="Verdana" panose="020B0604030504040204" pitchFamily="34" charset="0"/>
              </a:rPr>
              <a:t>Value &amp; Impact Metrics</a:t>
            </a:r>
            <a:endParaRPr lang="en-US" sz="1200" b="1">
              <a:solidFill>
                <a:schemeClr val="accent2"/>
              </a:solidFill>
              <a:latin typeface="Verdana" panose="020B0604030504040204" pitchFamily="34" charset="0"/>
              <a:ea typeface="Verdana" panose="020B0604030504040204" pitchFamily="34" charset="0"/>
            </a:endParaRPr>
          </a:p>
        </p:txBody>
      </p:sp>
      <p:sp>
        <p:nvSpPr>
          <p:cNvPr id="18" name="TextBox 17">
            <a:extLst>
              <a:ext uri="{FF2B5EF4-FFF2-40B4-BE49-F238E27FC236}">
                <a16:creationId xmlns:a16="http://schemas.microsoft.com/office/drawing/2014/main" id="{94C1A1FF-CE32-8691-A039-31E99BC341BF}"/>
              </a:ext>
            </a:extLst>
          </p:cNvPr>
          <p:cNvSpPr txBox="1"/>
          <p:nvPr/>
        </p:nvSpPr>
        <p:spPr>
          <a:xfrm>
            <a:off x="544102" y="1321965"/>
            <a:ext cx="1589498" cy="338554"/>
          </a:xfrm>
          <a:prstGeom prst="rect">
            <a:avLst/>
          </a:prstGeom>
          <a:noFill/>
        </p:spPr>
        <p:txBody>
          <a:bodyPr wrap="square">
            <a:spAutoFit/>
          </a:bodyPr>
          <a:lstStyle/>
          <a:p>
            <a:pPr defTabSz="1219170">
              <a:defRPr/>
            </a:pPr>
            <a:r>
              <a:rPr lang="en-IN" sz="1600" b="1">
                <a:latin typeface="Verdana" panose="020B0604030504040204" pitchFamily="34" charset="0"/>
                <a:ea typeface="Verdana" panose="020B0604030504040204" pitchFamily="34" charset="0"/>
              </a:rPr>
              <a:t>Category</a:t>
            </a:r>
            <a:endParaRPr lang="en-US" sz="1600" b="1">
              <a:latin typeface="Verdana" panose="020B0604030504040204" pitchFamily="34" charset="0"/>
              <a:ea typeface="Verdana" panose="020B0604030504040204" pitchFamily="34" charset="0"/>
            </a:endParaRPr>
          </a:p>
        </p:txBody>
      </p:sp>
      <p:sp>
        <p:nvSpPr>
          <p:cNvPr id="19" name="TextBox 18">
            <a:extLst>
              <a:ext uri="{FF2B5EF4-FFF2-40B4-BE49-F238E27FC236}">
                <a16:creationId xmlns:a16="http://schemas.microsoft.com/office/drawing/2014/main" id="{9C3F1610-A167-1FAF-AE3C-50208969D722}"/>
              </a:ext>
            </a:extLst>
          </p:cNvPr>
          <p:cNvSpPr txBox="1"/>
          <p:nvPr/>
        </p:nvSpPr>
        <p:spPr>
          <a:xfrm>
            <a:off x="3639912" y="1321965"/>
            <a:ext cx="1589498" cy="338554"/>
          </a:xfrm>
          <a:prstGeom prst="rect">
            <a:avLst/>
          </a:prstGeom>
          <a:noFill/>
        </p:spPr>
        <p:txBody>
          <a:bodyPr wrap="square">
            <a:spAutoFit/>
          </a:bodyPr>
          <a:lstStyle/>
          <a:p>
            <a:pPr defTabSz="1219170">
              <a:defRPr/>
            </a:pPr>
            <a:r>
              <a:rPr lang="en-IN" sz="1600" b="1">
                <a:latin typeface="Verdana" panose="020B0604030504040204" pitchFamily="34" charset="0"/>
                <a:ea typeface="Verdana" panose="020B0604030504040204" pitchFamily="34" charset="0"/>
              </a:rPr>
              <a:t>Metrics</a:t>
            </a:r>
            <a:endParaRPr lang="en-US" sz="1600" b="1">
              <a:latin typeface="Verdana" panose="020B0604030504040204" pitchFamily="34" charset="0"/>
              <a:ea typeface="Verdana" panose="020B0604030504040204" pitchFamily="34" charset="0"/>
            </a:endParaRPr>
          </a:p>
        </p:txBody>
      </p:sp>
      <p:sp>
        <p:nvSpPr>
          <p:cNvPr id="20" name="TextBox 19">
            <a:extLst>
              <a:ext uri="{FF2B5EF4-FFF2-40B4-BE49-F238E27FC236}">
                <a16:creationId xmlns:a16="http://schemas.microsoft.com/office/drawing/2014/main" id="{98FA8A46-8885-9A28-3A55-F226CB167555}"/>
              </a:ext>
            </a:extLst>
          </p:cNvPr>
          <p:cNvSpPr txBox="1"/>
          <p:nvPr/>
        </p:nvSpPr>
        <p:spPr>
          <a:xfrm>
            <a:off x="7983312" y="1321965"/>
            <a:ext cx="2176688" cy="338554"/>
          </a:xfrm>
          <a:prstGeom prst="rect">
            <a:avLst/>
          </a:prstGeom>
          <a:noFill/>
        </p:spPr>
        <p:txBody>
          <a:bodyPr wrap="square">
            <a:spAutoFit/>
          </a:bodyPr>
          <a:lstStyle/>
          <a:p>
            <a:pPr defTabSz="1219170">
              <a:defRPr/>
            </a:pPr>
            <a:r>
              <a:rPr lang="en-IN" sz="1600" b="1">
                <a:latin typeface="Verdana" panose="020B0604030504040204" pitchFamily="34" charset="0"/>
                <a:ea typeface="Verdana" panose="020B0604030504040204" pitchFamily="34" charset="0"/>
              </a:rPr>
              <a:t>How to measure</a:t>
            </a:r>
            <a:endParaRPr lang="en-US" sz="1600" b="1">
              <a:latin typeface="Verdana" panose="020B0604030504040204" pitchFamily="34" charset="0"/>
              <a:ea typeface="Verdana" panose="020B0604030504040204" pitchFamily="34" charset="0"/>
            </a:endParaRPr>
          </a:p>
        </p:txBody>
      </p:sp>
      <p:sp>
        <p:nvSpPr>
          <p:cNvPr id="22" name="TextBox 21">
            <a:extLst>
              <a:ext uri="{FF2B5EF4-FFF2-40B4-BE49-F238E27FC236}">
                <a16:creationId xmlns:a16="http://schemas.microsoft.com/office/drawing/2014/main" id="{B89B63E1-F5C8-12D6-744E-9B3570FDBB85}"/>
              </a:ext>
            </a:extLst>
          </p:cNvPr>
          <p:cNvSpPr txBox="1"/>
          <p:nvPr/>
        </p:nvSpPr>
        <p:spPr>
          <a:xfrm>
            <a:off x="2784325" y="4087917"/>
            <a:ext cx="2445085" cy="1090363"/>
          </a:xfrm>
          <a:prstGeom prst="rect">
            <a:avLst/>
          </a:prstGeom>
          <a:noFill/>
        </p:spPr>
        <p:txBody>
          <a:bodyPr wrap="square">
            <a:spAutoFit/>
          </a:bodyPr>
          <a:lstStyle/>
          <a:p>
            <a:pPr marL="171450" lvl="0" indent="-171450">
              <a:lnSpc>
                <a:spcPct val="115000"/>
              </a:lnSpc>
              <a:spcAft>
                <a:spcPts val="800"/>
              </a:spcAft>
              <a:buSzPts val="1000"/>
              <a:buFont typeface="Arial" panose="020B0604020202020204" pitchFamily="34" charset="0"/>
              <a:buChar char="•"/>
              <a:tabLst>
                <a:tab pos="457200" algn="l"/>
              </a:tabLst>
            </a:pPr>
            <a:r>
              <a:rPr lang="en-IN" sz="1000" kern="100">
                <a:effectLst/>
                <a:latin typeface="Verdana" panose="020B0604030504040204" pitchFamily="34" charset="0"/>
                <a:ea typeface="Verdana" panose="020B0604030504040204" pitchFamily="34" charset="0"/>
                <a:cs typeface="Times New Roman" panose="02020603050405020304" pitchFamily="18" charset="0"/>
              </a:rPr>
              <a:t>Cycle Time Reduction (%)</a:t>
            </a:r>
          </a:p>
          <a:p>
            <a:pPr marL="171450" lvl="0" indent="-171450">
              <a:lnSpc>
                <a:spcPct val="115000"/>
              </a:lnSpc>
              <a:spcAft>
                <a:spcPts val="800"/>
              </a:spcAft>
              <a:buSzPts val="1000"/>
              <a:buFont typeface="Arial" panose="020B0604020202020204" pitchFamily="34" charset="0"/>
              <a:buChar char="•"/>
              <a:tabLst>
                <a:tab pos="457200" algn="l"/>
              </a:tabLst>
            </a:pPr>
            <a:r>
              <a:rPr lang="en-IN" sz="1000" kern="100">
                <a:effectLst/>
                <a:latin typeface="Verdana" panose="020B0604030504040204" pitchFamily="34" charset="0"/>
                <a:ea typeface="Verdana" panose="020B0604030504040204" pitchFamily="34" charset="0"/>
                <a:cs typeface="Times New Roman" panose="02020603050405020304" pitchFamily="18" charset="0"/>
              </a:rPr>
              <a:t>Decision Accuracy Rate</a:t>
            </a:r>
          </a:p>
          <a:p>
            <a:pPr marL="171450" lvl="0" indent="-171450">
              <a:lnSpc>
                <a:spcPct val="115000"/>
              </a:lnSpc>
              <a:spcAft>
                <a:spcPts val="800"/>
              </a:spcAft>
              <a:buSzPts val="1000"/>
              <a:buFont typeface="Arial" panose="020B0604020202020204" pitchFamily="34" charset="0"/>
              <a:buChar char="•"/>
              <a:tabLst>
                <a:tab pos="457200" algn="l"/>
              </a:tabLst>
            </a:pPr>
            <a:r>
              <a:rPr lang="en-IN" sz="1000" kern="100">
                <a:effectLst/>
                <a:latin typeface="Verdana" panose="020B0604030504040204" pitchFamily="34" charset="0"/>
                <a:ea typeface="Verdana" panose="020B0604030504040204" pitchFamily="34" charset="0"/>
                <a:cs typeface="Times New Roman" panose="02020603050405020304" pitchFamily="18" charset="0"/>
              </a:rPr>
              <a:t>Agent Uptime / Availability</a:t>
            </a:r>
          </a:p>
          <a:p>
            <a:pPr marL="171450" lvl="0" indent="-171450">
              <a:lnSpc>
                <a:spcPct val="115000"/>
              </a:lnSpc>
              <a:spcAft>
                <a:spcPts val="800"/>
              </a:spcAft>
              <a:buSzPts val="1000"/>
              <a:buFont typeface="Arial" panose="020B0604020202020204" pitchFamily="34" charset="0"/>
              <a:buChar char="•"/>
              <a:tabLst>
                <a:tab pos="457200" algn="l"/>
              </a:tabLst>
            </a:pPr>
            <a:r>
              <a:rPr lang="en-IN" sz="1000" kern="100">
                <a:effectLst/>
                <a:latin typeface="Verdana" panose="020B0604030504040204" pitchFamily="34" charset="0"/>
                <a:ea typeface="Verdana" panose="020B0604030504040204" pitchFamily="34" charset="0"/>
                <a:cs typeface="Times New Roman" panose="02020603050405020304" pitchFamily="18" charset="0"/>
              </a:rPr>
              <a:t>Agent Reusability Index</a:t>
            </a:r>
          </a:p>
        </p:txBody>
      </p:sp>
      <p:sp>
        <p:nvSpPr>
          <p:cNvPr id="24" name="TextBox 23">
            <a:extLst>
              <a:ext uri="{FF2B5EF4-FFF2-40B4-BE49-F238E27FC236}">
                <a16:creationId xmlns:a16="http://schemas.microsoft.com/office/drawing/2014/main" id="{C3EE8946-9359-5C6D-4CB8-B97100A1B761}"/>
              </a:ext>
            </a:extLst>
          </p:cNvPr>
          <p:cNvSpPr txBox="1"/>
          <p:nvPr/>
        </p:nvSpPr>
        <p:spPr>
          <a:xfrm>
            <a:off x="2784325" y="3092667"/>
            <a:ext cx="2445085" cy="531236"/>
          </a:xfrm>
          <a:prstGeom prst="rect">
            <a:avLst/>
          </a:prstGeom>
          <a:noFill/>
        </p:spPr>
        <p:txBody>
          <a:bodyPr wrap="square">
            <a:spAutoFit/>
          </a:bodyPr>
          <a:lstStyle/>
          <a:p>
            <a:pPr marL="171450" lvl="0" indent="-171450">
              <a:lnSpc>
                <a:spcPct val="115000"/>
              </a:lnSpc>
              <a:spcAft>
                <a:spcPts val="800"/>
              </a:spcAft>
              <a:buSzPts val="1000"/>
              <a:buFont typeface="Arial" panose="020B0604020202020204" pitchFamily="34" charset="0"/>
              <a:buChar char="•"/>
              <a:tabLst>
                <a:tab pos="457200" algn="l"/>
              </a:tabLst>
            </a:pPr>
            <a:r>
              <a:rPr lang="en-IN" sz="1000" kern="100">
                <a:effectLst/>
                <a:latin typeface="Verdana" panose="020B0604030504040204" pitchFamily="34" charset="0"/>
                <a:ea typeface="Verdana" panose="020B0604030504040204" pitchFamily="34" charset="0"/>
                <a:cs typeface="Times New Roman" panose="02020603050405020304" pitchFamily="18" charset="0"/>
              </a:rPr>
              <a:t>Agent Adoption Rate</a:t>
            </a:r>
          </a:p>
          <a:p>
            <a:pPr marL="171450" lvl="0" indent="-171450">
              <a:lnSpc>
                <a:spcPct val="115000"/>
              </a:lnSpc>
              <a:spcAft>
                <a:spcPts val="800"/>
              </a:spcAft>
              <a:buSzPts val="1000"/>
              <a:buFont typeface="Arial" panose="020B0604020202020204" pitchFamily="34" charset="0"/>
              <a:buChar char="•"/>
              <a:tabLst>
                <a:tab pos="457200" algn="l"/>
              </a:tabLst>
            </a:pPr>
            <a:r>
              <a:rPr lang="en-IN" sz="1000" kern="100">
                <a:effectLst/>
                <a:latin typeface="Verdana" panose="020B0604030504040204" pitchFamily="34" charset="0"/>
                <a:ea typeface="Verdana" panose="020B0604030504040204" pitchFamily="34" charset="0"/>
                <a:cs typeface="Times New Roman" panose="02020603050405020304" pitchFamily="18" charset="0"/>
              </a:rPr>
              <a:t>Human-Agent Agreement Rate</a:t>
            </a:r>
          </a:p>
        </p:txBody>
      </p:sp>
      <p:sp>
        <p:nvSpPr>
          <p:cNvPr id="26" name="TextBox 25">
            <a:extLst>
              <a:ext uri="{FF2B5EF4-FFF2-40B4-BE49-F238E27FC236}">
                <a16:creationId xmlns:a16="http://schemas.microsoft.com/office/drawing/2014/main" id="{2726D83B-5BB8-C253-C15B-565676193284}"/>
              </a:ext>
            </a:extLst>
          </p:cNvPr>
          <p:cNvSpPr txBox="1"/>
          <p:nvPr/>
        </p:nvSpPr>
        <p:spPr>
          <a:xfrm>
            <a:off x="2784325" y="1958692"/>
            <a:ext cx="2445085" cy="708207"/>
          </a:xfrm>
          <a:prstGeom prst="rect">
            <a:avLst/>
          </a:prstGeom>
          <a:noFill/>
        </p:spPr>
        <p:txBody>
          <a:bodyPr wrap="square">
            <a:spAutoFit/>
          </a:bodyPr>
          <a:lstStyle/>
          <a:p>
            <a:pPr marL="171450" lvl="0" indent="-171450">
              <a:lnSpc>
                <a:spcPct val="115000"/>
              </a:lnSpc>
              <a:spcAft>
                <a:spcPts val="800"/>
              </a:spcAft>
              <a:buSzPts val="1000"/>
              <a:buFont typeface="Arial" panose="020B0604020202020204" pitchFamily="34" charset="0"/>
              <a:buChar char="•"/>
              <a:tabLst>
                <a:tab pos="457200" algn="l"/>
              </a:tabLst>
            </a:pPr>
            <a:r>
              <a:rPr lang="en-IN" sz="1000" kern="100">
                <a:latin typeface="Verdana" panose="020B0604030504040204" pitchFamily="34" charset="0"/>
                <a:ea typeface="Verdana" panose="020B0604030504040204" pitchFamily="34" charset="0"/>
                <a:cs typeface="Times New Roman" panose="02020603050405020304" pitchFamily="18" charset="0"/>
              </a:rPr>
              <a:t>Digital Work Quotient (DWQ)</a:t>
            </a:r>
          </a:p>
          <a:p>
            <a:pPr marL="171450" lvl="0" indent="-171450">
              <a:lnSpc>
                <a:spcPct val="115000"/>
              </a:lnSpc>
              <a:spcAft>
                <a:spcPts val="800"/>
              </a:spcAft>
              <a:buSzPts val="1000"/>
              <a:buFont typeface="Arial" panose="020B0604020202020204" pitchFamily="34" charset="0"/>
              <a:buChar char="•"/>
              <a:tabLst>
                <a:tab pos="457200" algn="l"/>
              </a:tabLst>
            </a:pPr>
            <a:r>
              <a:rPr lang="en-IN" sz="1000" kern="100">
                <a:latin typeface="Verdana" panose="020B0604030504040204" pitchFamily="34" charset="0"/>
                <a:ea typeface="Verdana" panose="020B0604030504040204" pitchFamily="34" charset="0"/>
                <a:cs typeface="Times New Roman" panose="02020603050405020304" pitchFamily="18" charset="0"/>
              </a:rPr>
              <a:t>Backlog Burndown Rate (Agent-Adjusted)</a:t>
            </a:r>
          </a:p>
        </p:txBody>
      </p:sp>
      <p:cxnSp>
        <p:nvCxnSpPr>
          <p:cNvPr id="27" name="Straight Connector 26">
            <a:extLst>
              <a:ext uri="{FF2B5EF4-FFF2-40B4-BE49-F238E27FC236}">
                <a16:creationId xmlns:a16="http://schemas.microsoft.com/office/drawing/2014/main" id="{23D075F2-C84A-EAC6-8092-20BAFF910668}"/>
              </a:ext>
            </a:extLst>
          </p:cNvPr>
          <p:cNvCxnSpPr>
            <a:cxnSpLocks/>
          </p:cNvCxnSpPr>
          <p:nvPr/>
        </p:nvCxnSpPr>
        <p:spPr>
          <a:xfrm>
            <a:off x="314535" y="1781386"/>
            <a:ext cx="11828079"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2EEF9B46-2626-940C-349F-3216A69036D7}"/>
              </a:ext>
            </a:extLst>
          </p:cNvPr>
          <p:cNvGrpSpPr/>
          <p:nvPr/>
        </p:nvGrpSpPr>
        <p:grpSpPr>
          <a:xfrm>
            <a:off x="2480038" y="557061"/>
            <a:ext cx="3220552" cy="6138025"/>
            <a:chOff x="2480038" y="106371"/>
            <a:chExt cx="3220552" cy="7777728"/>
          </a:xfrm>
        </p:grpSpPr>
        <p:pic>
          <p:nvPicPr>
            <p:cNvPr id="4" name="Picture 3">
              <a:extLst>
                <a:ext uri="{FF2B5EF4-FFF2-40B4-BE49-F238E27FC236}">
                  <a16:creationId xmlns:a16="http://schemas.microsoft.com/office/drawing/2014/main" id="{7A64C718-BD03-BE09-5335-4BB05699A1BA}"/>
                </a:ext>
              </a:extLst>
            </p:cNvPr>
            <p:cNvPicPr>
              <a:picLocks noChangeAspect="1"/>
            </p:cNvPicPr>
            <p:nvPr/>
          </p:nvPicPr>
          <p:blipFill rotWithShape="1">
            <a:blip r:embed="rId2"/>
            <a:srcRect l="77837" t="5106" b="5106"/>
            <a:stretch/>
          </p:blipFill>
          <p:spPr>
            <a:xfrm flipV="1">
              <a:off x="2480038" y="106371"/>
              <a:ext cx="185252" cy="7777728"/>
            </a:xfrm>
            <a:prstGeom prst="rect">
              <a:avLst/>
            </a:prstGeom>
          </p:spPr>
        </p:pic>
        <p:pic>
          <p:nvPicPr>
            <p:cNvPr id="29" name="Picture 28">
              <a:extLst>
                <a:ext uri="{FF2B5EF4-FFF2-40B4-BE49-F238E27FC236}">
                  <a16:creationId xmlns:a16="http://schemas.microsoft.com/office/drawing/2014/main" id="{D9133453-1484-9B1D-BFEA-F16D8BBC69FE}"/>
                </a:ext>
              </a:extLst>
            </p:cNvPr>
            <p:cNvPicPr>
              <a:picLocks noChangeAspect="1"/>
            </p:cNvPicPr>
            <p:nvPr/>
          </p:nvPicPr>
          <p:blipFill rotWithShape="1">
            <a:blip r:embed="rId2"/>
            <a:srcRect l="77837" t="5106" b="5106"/>
            <a:stretch/>
          </p:blipFill>
          <p:spPr>
            <a:xfrm flipV="1">
              <a:off x="5515338" y="106371"/>
              <a:ext cx="185252" cy="7777728"/>
            </a:xfrm>
            <a:prstGeom prst="rect">
              <a:avLst/>
            </a:prstGeom>
          </p:spPr>
        </p:pic>
      </p:grpSp>
      <p:cxnSp>
        <p:nvCxnSpPr>
          <p:cNvPr id="30" name="Straight Connector 29">
            <a:extLst>
              <a:ext uri="{FF2B5EF4-FFF2-40B4-BE49-F238E27FC236}">
                <a16:creationId xmlns:a16="http://schemas.microsoft.com/office/drawing/2014/main" id="{DF4886F9-F35E-575D-D313-7468C29722C6}"/>
              </a:ext>
            </a:extLst>
          </p:cNvPr>
          <p:cNvCxnSpPr>
            <a:cxnSpLocks/>
          </p:cNvCxnSpPr>
          <p:nvPr/>
        </p:nvCxnSpPr>
        <p:spPr>
          <a:xfrm>
            <a:off x="407009" y="2844800"/>
            <a:ext cx="11828079"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F6A64CB8-F001-B9AD-063A-7F199FC6A896}"/>
              </a:ext>
            </a:extLst>
          </p:cNvPr>
          <p:cNvCxnSpPr>
            <a:cxnSpLocks/>
          </p:cNvCxnSpPr>
          <p:nvPr/>
        </p:nvCxnSpPr>
        <p:spPr>
          <a:xfrm>
            <a:off x="314535" y="3975100"/>
            <a:ext cx="11828079"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295EA27E-27D0-0B62-2B24-615804C153D5}"/>
              </a:ext>
            </a:extLst>
          </p:cNvPr>
          <p:cNvSpPr txBox="1"/>
          <p:nvPr/>
        </p:nvSpPr>
        <p:spPr>
          <a:xfrm>
            <a:off x="5832325" y="4055802"/>
            <a:ext cx="6108700" cy="1169551"/>
          </a:xfrm>
          <a:prstGeom prst="rect">
            <a:avLst/>
          </a:prstGeom>
          <a:noFill/>
        </p:spPr>
        <p:txBody>
          <a:bodyPr wrap="square">
            <a:spAutoFit/>
          </a:bodyPr>
          <a:lstStyle/>
          <a:p>
            <a:pPr marL="171450" indent="-171450">
              <a:spcAft>
                <a:spcPts val="800"/>
              </a:spcAft>
              <a:buFont typeface="Arial" panose="020B0604020202020204" pitchFamily="34" charset="0"/>
              <a:buChar char="•"/>
            </a:pPr>
            <a:r>
              <a:rPr lang="en-IN" sz="1000">
                <a:effectLst/>
                <a:latin typeface="Verdana" panose="020B0604030504040204" pitchFamily="34" charset="0"/>
                <a:ea typeface="Verdana" panose="020B0604030504040204" pitchFamily="34" charset="0"/>
                <a:cs typeface="Times New Roman" panose="02020603050405020304" pitchFamily="18" charset="0"/>
              </a:rPr>
              <a:t>Measures efficiency gained through agent involvement compared to traditional execution</a:t>
            </a:r>
          </a:p>
          <a:p>
            <a:pPr marL="171450" indent="-171450">
              <a:spcAft>
                <a:spcPts val="800"/>
              </a:spcAft>
              <a:buFont typeface="Arial" panose="020B0604020202020204" pitchFamily="34" charset="0"/>
              <a:buChar char="•"/>
            </a:pPr>
            <a:r>
              <a:rPr lang="en-IN" sz="1000">
                <a:latin typeface="Verdana" panose="020B0604030504040204" pitchFamily="34" charset="0"/>
                <a:ea typeface="Verdana" panose="020B0604030504040204" pitchFamily="34" charset="0"/>
              </a:rPr>
              <a:t>Percentage of agent-generated outputs that align with expected or validated outcomes.</a:t>
            </a:r>
          </a:p>
          <a:p>
            <a:pPr marL="171450" indent="-171450">
              <a:spcAft>
                <a:spcPts val="800"/>
              </a:spcAft>
              <a:buFont typeface="Arial" panose="020B0604020202020204" pitchFamily="34" charset="0"/>
              <a:buChar char="•"/>
            </a:pPr>
            <a:r>
              <a:rPr lang="en-IN" sz="1000">
                <a:latin typeface="Verdana" panose="020B0604030504040204" pitchFamily="34" charset="0"/>
                <a:ea typeface="Verdana" panose="020B0604030504040204" pitchFamily="34" charset="0"/>
              </a:rPr>
              <a:t>Time agents are actively running and available for tasks, indicating reliability.</a:t>
            </a:r>
          </a:p>
          <a:p>
            <a:pPr marL="171450" indent="-171450">
              <a:spcAft>
                <a:spcPts val="800"/>
              </a:spcAft>
              <a:buFont typeface="Arial" panose="020B0604020202020204" pitchFamily="34" charset="0"/>
              <a:buChar char="•"/>
            </a:pPr>
            <a:r>
              <a:rPr lang="en-IN" sz="1000">
                <a:latin typeface="Verdana" panose="020B0604030504040204" pitchFamily="34" charset="0"/>
                <a:ea typeface="Verdana" panose="020B0604030504040204" pitchFamily="34" charset="0"/>
              </a:rPr>
              <a:t>Measures how often agents are reused across sprints or projects (reusability = scalability).</a:t>
            </a:r>
          </a:p>
        </p:txBody>
      </p:sp>
      <p:sp>
        <p:nvSpPr>
          <p:cNvPr id="35" name="TextBox 34">
            <a:extLst>
              <a:ext uri="{FF2B5EF4-FFF2-40B4-BE49-F238E27FC236}">
                <a16:creationId xmlns:a16="http://schemas.microsoft.com/office/drawing/2014/main" id="{A780F014-7292-EFB6-CDC6-7C67758B4105}"/>
              </a:ext>
            </a:extLst>
          </p:cNvPr>
          <p:cNvSpPr txBox="1"/>
          <p:nvPr/>
        </p:nvSpPr>
        <p:spPr>
          <a:xfrm>
            <a:off x="5832325" y="3092667"/>
            <a:ext cx="6108700" cy="502702"/>
          </a:xfrm>
          <a:prstGeom prst="rect">
            <a:avLst/>
          </a:prstGeom>
          <a:noFill/>
        </p:spPr>
        <p:txBody>
          <a:bodyPr wrap="square">
            <a:spAutoFit/>
          </a:bodyPr>
          <a:lstStyle/>
          <a:p>
            <a:pPr marL="171450" indent="-171450">
              <a:spcAft>
                <a:spcPts val="800"/>
              </a:spcAft>
              <a:buFont typeface="Arial" panose="020B0604020202020204" pitchFamily="34" charset="0"/>
              <a:buChar char="•"/>
            </a:pPr>
            <a:r>
              <a:rPr lang="en-IN" sz="1000">
                <a:latin typeface="Verdana" panose="020B0604030504040204" pitchFamily="34" charset="0"/>
                <a:ea typeface="Verdana" panose="020B0604030504040204" pitchFamily="34" charset="0"/>
              </a:rPr>
              <a:t>% of tasks transitioned from manual to agent-driven execution.</a:t>
            </a:r>
          </a:p>
          <a:p>
            <a:pPr marL="171450" indent="-171450">
              <a:spcAft>
                <a:spcPts val="800"/>
              </a:spcAft>
              <a:buFont typeface="Arial" panose="020B0604020202020204" pitchFamily="34" charset="0"/>
              <a:buChar char="•"/>
            </a:pPr>
            <a:r>
              <a:rPr lang="en-IN" sz="1000">
                <a:latin typeface="Verdana" panose="020B0604030504040204" pitchFamily="34" charset="0"/>
                <a:ea typeface="Verdana" panose="020B0604030504040204" pitchFamily="34" charset="0"/>
              </a:rPr>
              <a:t>Frequency of alignment between agent recommendations and human decisions.</a:t>
            </a:r>
            <a:endParaRPr lang="en-IN" sz="1000">
              <a:effectLst/>
              <a:latin typeface="Verdana" panose="020B0604030504040204" pitchFamily="34" charset="0"/>
              <a:ea typeface="Verdana" panose="020B0604030504040204" pitchFamily="34" charset="0"/>
              <a:cs typeface="Times New Roman" panose="02020603050405020304" pitchFamily="18" charset="0"/>
            </a:endParaRPr>
          </a:p>
        </p:txBody>
      </p:sp>
      <p:sp>
        <p:nvSpPr>
          <p:cNvPr id="36" name="TextBox 35">
            <a:extLst>
              <a:ext uri="{FF2B5EF4-FFF2-40B4-BE49-F238E27FC236}">
                <a16:creationId xmlns:a16="http://schemas.microsoft.com/office/drawing/2014/main" id="{EB948226-EEF4-D6E2-FE10-9B929358E86B}"/>
              </a:ext>
            </a:extLst>
          </p:cNvPr>
          <p:cNvSpPr txBox="1"/>
          <p:nvPr/>
        </p:nvSpPr>
        <p:spPr>
          <a:xfrm>
            <a:off x="5789237" y="1958968"/>
            <a:ext cx="6108700" cy="502702"/>
          </a:xfrm>
          <a:prstGeom prst="rect">
            <a:avLst/>
          </a:prstGeom>
          <a:noFill/>
        </p:spPr>
        <p:txBody>
          <a:bodyPr wrap="square">
            <a:spAutoFit/>
          </a:bodyPr>
          <a:lstStyle/>
          <a:p>
            <a:pPr marL="171450" indent="-171450">
              <a:spcAft>
                <a:spcPts val="800"/>
              </a:spcAft>
              <a:buFont typeface="Arial" panose="020B0604020202020204" pitchFamily="34" charset="0"/>
              <a:buChar char="•"/>
            </a:pPr>
            <a:r>
              <a:rPr lang="en-IN" sz="1000">
                <a:latin typeface="Verdana" panose="020B0604030504040204" pitchFamily="34" charset="0"/>
                <a:ea typeface="Verdana" panose="020B0604030504040204" pitchFamily="34" charset="0"/>
              </a:rPr>
              <a:t>Ratio of digital work performed by agents to the total value delivered.</a:t>
            </a:r>
          </a:p>
          <a:p>
            <a:pPr marL="171450" lvl="0" indent="-171450">
              <a:buFont typeface="Arial" panose="020B0604020202020204" pitchFamily="34" charset="0"/>
              <a:buChar char="•"/>
            </a:pPr>
            <a:r>
              <a:rPr lang="en-IN" sz="1000">
                <a:latin typeface="Verdana" panose="020B0604030504040204" pitchFamily="34" charset="0"/>
                <a:ea typeface="Verdana" panose="020B0604030504040204" pitchFamily="34" charset="0"/>
              </a:rPr>
              <a:t>Rate at which agent-contributed outputs help reduce sprint or program backlog.</a:t>
            </a:r>
          </a:p>
        </p:txBody>
      </p:sp>
    </p:spTree>
    <p:extLst>
      <p:ext uri="{BB962C8B-B14F-4D97-AF65-F5344CB8AC3E}">
        <p14:creationId xmlns:p14="http://schemas.microsoft.com/office/powerpoint/2010/main" val="17743749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F48278-4D3F-793B-15A5-C175FB240D1D}"/>
              </a:ext>
            </a:extLst>
          </p:cNvPr>
          <p:cNvSpPr>
            <a:spLocks noGrp="1"/>
          </p:cNvSpPr>
          <p:nvPr>
            <p:ph type="title"/>
          </p:nvPr>
        </p:nvSpPr>
        <p:spPr>
          <a:xfrm>
            <a:off x="515937" y="298694"/>
            <a:ext cx="11160123" cy="430887"/>
          </a:xfrm>
        </p:spPr>
        <p:txBody>
          <a:bodyPr/>
          <a:lstStyle/>
          <a:p>
            <a:r>
              <a:rPr lang="en-US" sz="2800" dirty="0"/>
              <a:t>6. Governance Framework for Agent First Delivery Model</a:t>
            </a:r>
            <a:endParaRPr lang="en-US" sz="2400" dirty="0"/>
          </a:p>
        </p:txBody>
      </p:sp>
      <p:sp>
        <p:nvSpPr>
          <p:cNvPr id="10" name="Freeform 9">
            <a:extLst>
              <a:ext uri="{FF2B5EF4-FFF2-40B4-BE49-F238E27FC236}">
                <a16:creationId xmlns:a16="http://schemas.microsoft.com/office/drawing/2014/main" id="{9A4712C4-918F-F731-5D90-806A0884BFB9}"/>
              </a:ext>
            </a:extLst>
          </p:cNvPr>
          <p:cNvSpPr/>
          <p:nvPr/>
        </p:nvSpPr>
        <p:spPr>
          <a:xfrm>
            <a:off x="136733" y="3680376"/>
            <a:ext cx="11938474" cy="2677695"/>
          </a:xfrm>
          <a:custGeom>
            <a:avLst/>
            <a:gdLst>
              <a:gd name="connsiteX0" fmla="*/ 0 w 4515288"/>
              <a:gd name="connsiteY0" fmla="*/ 0 h 302628"/>
              <a:gd name="connsiteX1" fmla="*/ 4515288 w 4515288"/>
              <a:gd name="connsiteY1" fmla="*/ 0 h 302628"/>
              <a:gd name="connsiteX2" fmla="*/ 4515288 w 4515288"/>
              <a:gd name="connsiteY2" fmla="*/ 302629 h 302628"/>
              <a:gd name="connsiteX3" fmla="*/ 0 w 4515288"/>
              <a:gd name="connsiteY3" fmla="*/ 302629 h 302628"/>
            </a:gdLst>
            <a:ahLst/>
            <a:cxnLst>
              <a:cxn ang="0">
                <a:pos x="connsiteX0" y="connsiteY0"/>
              </a:cxn>
              <a:cxn ang="0">
                <a:pos x="connsiteX1" y="connsiteY1"/>
              </a:cxn>
              <a:cxn ang="0">
                <a:pos x="connsiteX2" y="connsiteY2"/>
              </a:cxn>
              <a:cxn ang="0">
                <a:pos x="connsiteX3" y="connsiteY3"/>
              </a:cxn>
            </a:cxnLst>
            <a:rect l="l" t="t" r="r" b="b"/>
            <a:pathLst>
              <a:path w="4515288" h="302628">
                <a:moveTo>
                  <a:pt x="0" y="0"/>
                </a:moveTo>
                <a:lnTo>
                  <a:pt x="4515288" y="0"/>
                </a:lnTo>
                <a:lnTo>
                  <a:pt x="4515288" y="302629"/>
                </a:lnTo>
                <a:lnTo>
                  <a:pt x="0" y="302629"/>
                </a:lnTo>
                <a:close/>
              </a:path>
            </a:pathLst>
          </a:custGeom>
          <a:solidFill>
            <a:schemeClr val="bg2"/>
          </a:solidFill>
          <a:ln w="1254"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Verdana" panose="020B0604030504040204"/>
              <a:ea typeface="+mn-ea"/>
              <a:cs typeface="+mn-cs"/>
            </a:endParaRPr>
          </a:p>
        </p:txBody>
      </p:sp>
      <p:sp>
        <p:nvSpPr>
          <p:cNvPr id="8" name="Freeform 7">
            <a:extLst>
              <a:ext uri="{FF2B5EF4-FFF2-40B4-BE49-F238E27FC236}">
                <a16:creationId xmlns:a16="http://schemas.microsoft.com/office/drawing/2014/main" id="{56449131-F190-EAE2-BD38-6F148063C949}"/>
              </a:ext>
            </a:extLst>
          </p:cNvPr>
          <p:cNvSpPr/>
          <p:nvPr/>
        </p:nvSpPr>
        <p:spPr>
          <a:xfrm>
            <a:off x="136733" y="2211078"/>
            <a:ext cx="11938474" cy="201098"/>
          </a:xfrm>
          <a:custGeom>
            <a:avLst/>
            <a:gdLst>
              <a:gd name="connsiteX0" fmla="*/ 0 w 4161969"/>
              <a:gd name="connsiteY0" fmla="*/ 0 h 188751"/>
              <a:gd name="connsiteX1" fmla="*/ 4161970 w 4161969"/>
              <a:gd name="connsiteY1" fmla="*/ 0 h 188751"/>
              <a:gd name="connsiteX2" fmla="*/ 4161970 w 4161969"/>
              <a:gd name="connsiteY2" fmla="*/ 188751 h 188751"/>
              <a:gd name="connsiteX3" fmla="*/ 0 w 4161969"/>
              <a:gd name="connsiteY3" fmla="*/ 188751 h 188751"/>
            </a:gdLst>
            <a:ahLst/>
            <a:cxnLst>
              <a:cxn ang="0">
                <a:pos x="connsiteX0" y="connsiteY0"/>
              </a:cxn>
              <a:cxn ang="0">
                <a:pos x="connsiteX1" y="connsiteY1"/>
              </a:cxn>
              <a:cxn ang="0">
                <a:pos x="connsiteX2" y="connsiteY2"/>
              </a:cxn>
              <a:cxn ang="0">
                <a:pos x="connsiteX3" y="connsiteY3"/>
              </a:cxn>
            </a:cxnLst>
            <a:rect l="l" t="t" r="r" b="b"/>
            <a:pathLst>
              <a:path w="4161969" h="188751">
                <a:moveTo>
                  <a:pt x="0" y="0"/>
                </a:moveTo>
                <a:lnTo>
                  <a:pt x="4161970" y="0"/>
                </a:lnTo>
                <a:lnTo>
                  <a:pt x="4161970" y="188751"/>
                </a:lnTo>
                <a:lnTo>
                  <a:pt x="0" y="188751"/>
                </a:lnTo>
                <a:close/>
              </a:path>
            </a:pathLst>
          </a:custGeom>
          <a:solidFill>
            <a:schemeClr val="accent6">
              <a:lumMod val="75000"/>
            </a:schemeClr>
          </a:solidFill>
          <a:ln w="1254"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Verdana" panose="020B0604030504040204"/>
              <a:ea typeface="+mn-ea"/>
              <a:cs typeface="+mn-cs"/>
            </a:endParaRPr>
          </a:p>
        </p:txBody>
      </p:sp>
      <p:sp>
        <p:nvSpPr>
          <p:cNvPr id="9" name="Freeform 8">
            <a:extLst>
              <a:ext uri="{FF2B5EF4-FFF2-40B4-BE49-F238E27FC236}">
                <a16:creationId xmlns:a16="http://schemas.microsoft.com/office/drawing/2014/main" id="{76F7D90F-4F9D-257D-1F09-01A34E2AF524}"/>
              </a:ext>
            </a:extLst>
          </p:cNvPr>
          <p:cNvSpPr/>
          <p:nvPr/>
        </p:nvSpPr>
        <p:spPr>
          <a:xfrm>
            <a:off x="136733" y="3429000"/>
            <a:ext cx="11938474" cy="201098"/>
          </a:xfrm>
          <a:custGeom>
            <a:avLst/>
            <a:gdLst>
              <a:gd name="connsiteX0" fmla="*/ 0 w 4161969"/>
              <a:gd name="connsiteY0" fmla="*/ 0 h 188751"/>
              <a:gd name="connsiteX1" fmla="*/ 4161970 w 4161969"/>
              <a:gd name="connsiteY1" fmla="*/ 0 h 188751"/>
              <a:gd name="connsiteX2" fmla="*/ 4161970 w 4161969"/>
              <a:gd name="connsiteY2" fmla="*/ 188751 h 188751"/>
              <a:gd name="connsiteX3" fmla="*/ 0 w 4161969"/>
              <a:gd name="connsiteY3" fmla="*/ 188751 h 188751"/>
            </a:gdLst>
            <a:ahLst/>
            <a:cxnLst>
              <a:cxn ang="0">
                <a:pos x="connsiteX0" y="connsiteY0"/>
              </a:cxn>
              <a:cxn ang="0">
                <a:pos x="connsiteX1" y="connsiteY1"/>
              </a:cxn>
              <a:cxn ang="0">
                <a:pos x="connsiteX2" y="connsiteY2"/>
              </a:cxn>
              <a:cxn ang="0">
                <a:pos x="connsiteX3" y="connsiteY3"/>
              </a:cxn>
            </a:cxnLst>
            <a:rect l="l" t="t" r="r" b="b"/>
            <a:pathLst>
              <a:path w="4161969" h="188751">
                <a:moveTo>
                  <a:pt x="0" y="0"/>
                </a:moveTo>
                <a:lnTo>
                  <a:pt x="4161970" y="0"/>
                </a:lnTo>
                <a:lnTo>
                  <a:pt x="4161970" y="188751"/>
                </a:lnTo>
                <a:lnTo>
                  <a:pt x="0" y="188751"/>
                </a:lnTo>
                <a:close/>
              </a:path>
            </a:pathLst>
          </a:custGeom>
          <a:solidFill>
            <a:srgbClr val="545557"/>
          </a:solidFill>
          <a:ln w="1254"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Verdana" panose="020B0604030504040204"/>
              <a:ea typeface="+mn-ea"/>
              <a:cs typeface="+mn-cs"/>
            </a:endParaRPr>
          </a:p>
        </p:txBody>
      </p:sp>
      <p:sp>
        <p:nvSpPr>
          <p:cNvPr id="11" name="Freeform 10">
            <a:extLst>
              <a:ext uri="{FF2B5EF4-FFF2-40B4-BE49-F238E27FC236}">
                <a16:creationId xmlns:a16="http://schemas.microsoft.com/office/drawing/2014/main" id="{B4CE5F99-55E0-B8E5-5CEC-38F4716D5882}"/>
              </a:ext>
            </a:extLst>
          </p:cNvPr>
          <p:cNvSpPr/>
          <p:nvPr/>
        </p:nvSpPr>
        <p:spPr>
          <a:xfrm>
            <a:off x="136733" y="1145184"/>
            <a:ext cx="11938474" cy="1018442"/>
          </a:xfrm>
          <a:custGeom>
            <a:avLst/>
            <a:gdLst>
              <a:gd name="connsiteX0" fmla="*/ 2080985 w 4161969"/>
              <a:gd name="connsiteY0" fmla="*/ 0 h 955911"/>
              <a:gd name="connsiteX1" fmla="*/ 0 w 4161969"/>
              <a:gd name="connsiteY1" fmla="*/ 813973 h 955911"/>
              <a:gd name="connsiteX2" fmla="*/ 0 w 4161969"/>
              <a:gd name="connsiteY2" fmla="*/ 955911 h 955911"/>
              <a:gd name="connsiteX3" fmla="*/ 4161970 w 4161969"/>
              <a:gd name="connsiteY3" fmla="*/ 955911 h 955911"/>
              <a:gd name="connsiteX4" fmla="*/ 4161970 w 4161969"/>
              <a:gd name="connsiteY4" fmla="*/ 813973 h 955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61969" h="955911">
                <a:moveTo>
                  <a:pt x="2080985" y="0"/>
                </a:moveTo>
                <a:lnTo>
                  <a:pt x="0" y="813973"/>
                </a:lnTo>
                <a:lnTo>
                  <a:pt x="0" y="955911"/>
                </a:lnTo>
                <a:lnTo>
                  <a:pt x="4161970" y="955911"/>
                </a:lnTo>
                <a:lnTo>
                  <a:pt x="4161970" y="813973"/>
                </a:lnTo>
                <a:close/>
              </a:path>
            </a:pathLst>
          </a:custGeom>
          <a:solidFill>
            <a:schemeClr val="accent6"/>
          </a:solidFill>
          <a:ln w="1254"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Verdana" panose="020B0604030504040204"/>
              <a:ea typeface="+mn-ea"/>
              <a:cs typeface="+mn-cs"/>
            </a:endParaRPr>
          </a:p>
        </p:txBody>
      </p:sp>
      <p:sp>
        <p:nvSpPr>
          <p:cNvPr id="12" name="Freeform 11">
            <a:extLst>
              <a:ext uri="{FF2B5EF4-FFF2-40B4-BE49-F238E27FC236}">
                <a16:creationId xmlns:a16="http://schemas.microsoft.com/office/drawing/2014/main" id="{6B6EE134-3885-F714-F2F0-D462844171B1}"/>
              </a:ext>
            </a:extLst>
          </p:cNvPr>
          <p:cNvSpPr/>
          <p:nvPr/>
        </p:nvSpPr>
        <p:spPr>
          <a:xfrm>
            <a:off x="1753147" y="1317282"/>
            <a:ext cx="8705644" cy="686069"/>
          </a:xfrm>
          <a:custGeom>
            <a:avLst/>
            <a:gdLst>
              <a:gd name="connsiteX0" fmla="*/ 1646295 w 3292589"/>
              <a:gd name="connsiteY0" fmla="*/ 40443 h 643945"/>
              <a:gd name="connsiteX1" fmla="*/ 3189192 w 3292589"/>
              <a:gd name="connsiteY1" fmla="*/ 643946 h 643945"/>
              <a:gd name="connsiteX2" fmla="*/ 3292589 w 3292589"/>
              <a:gd name="connsiteY2" fmla="*/ 643946 h 643945"/>
              <a:gd name="connsiteX3" fmla="*/ 1646295 w 3292589"/>
              <a:gd name="connsiteY3" fmla="*/ 0 h 643945"/>
              <a:gd name="connsiteX4" fmla="*/ 0 w 3292589"/>
              <a:gd name="connsiteY4" fmla="*/ 643946 h 643945"/>
              <a:gd name="connsiteX5" fmla="*/ 103385 w 3292589"/>
              <a:gd name="connsiteY5" fmla="*/ 643946 h 643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92589" h="643945">
                <a:moveTo>
                  <a:pt x="1646295" y="40443"/>
                </a:moveTo>
                <a:lnTo>
                  <a:pt x="3189192" y="643946"/>
                </a:lnTo>
                <a:lnTo>
                  <a:pt x="3292589" y="643946"/>
                </a:lnTo>
                <a:lnTo>
                  <a:pt x="1646295" y="0"/>
                </a:lnTo>
                <a:lnTo>
                  <a:pt x="0" y="643946"/>
                </a:lnTo>
                <a:lnTo>
                  <a:pt x="103385" y="643946"/>
                </a:lnTo>
                <a:close/>
              </a:path>
            </a:pathLst>
          </a:custGeom>
          <a:solidFill>
            <a:srgbClr val="363839"/>
          </a:solidFill>
          <a:ln w="1254"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Verdana" panose="020B0604030504040204"/>
              <a:ea typeface="+mn-ea"/>
              <a:cs typeface="+mn-cs"/>
            </a:endParaRPr>
          </a:p>
        </p:txBody>
      </p:sp>
      <p:cxnSp>
        <p:nvCxnSpPr>
          <p:cNvPr id="1013" name="Straight Connector 1012">
            <a:extLst>
              <a:ext uri="{FF2B5EF4-FFF2-40B4-BE49-F238E27FC236}">
                <a16:creationId xmlns:a16="http://schemas.microsoft.com/office/drawing/2014/main" id="{B0B0221E-A5A5-FFB8-2C8D-464556618616}"/>
              </a:ext>
            </a:extLst>
          </p:cNvPr>
          <p:cNvCxnSpPr>
            <a:cxnSpLocks/>
          </p:cNvCxnSpPr>
          <p:nvPr/>
        </p:nvCxnSpPr>
        <p:spPr>
          <a:xfrm>
            <a:off x="3010668" y="3896882"/>
            <a:ext cx="0" cy="246118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5" name="Straight Connector 1014">
            <a:extLst>
              <a:ext uri="{FF2B5EF4-FFF2-40B4-BE49-F238E27FC236}">
                <a16:creationId xmlns:a16="http://schemas.microsoft.com/office/drawing/2014/main" id="{021DF126-7477-8758-D8A5-317B60B59777}"/>
              </a:ext>
            </a:extLst>
          </p:cNvPr>
          <p:cNvCxnSpPr>
            <a:cxnSpLocks/>
          </p:cNvCxnSpPr>
          <p:nvPr/>
        </p:nvCxnSpPr>
        <p:spPr>
          <a:xfrm>
            <a:off x="6084608" y="3896882"/>
            <a:ext cx="0" cy="246118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6" name="Straight Connector 1015">
            <a:extLst>
              <a:ext uri="{FF2B5EF4-FFF2-40B4-BE49-F238E27FC236}">
                <a16:creationId xmlns:a16="http://schemas.microsoft.com/office/drawing/2014/main" id="{D4FDE5B0-3576-8D7D-7285-A223267DC5E1}"/>
              </a:ext>
            </a:extLst>
          </p:cNvPr>
          <p:cNvCxnSpPr>
            <a:cxnSpLocks/>
          </p:cNvCxnSpPr>
          <p:nvPr/>
        </p:nvCxnSpPr>
        <p:spPr>
          <a:xfrm>
            <a:off x="9038805" y="3896882"/>
            <a:ext cx="0" cy="246118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017" name="TextBox 1016">
            <a:extLst>
              <a:ext uri="{FF2B5EF4-FFF2-40B4-BE49-F238E27FC236}">
                <a16:creationId xmlns:a16="http://schemas.microsoft.com/office/drawing/2014/main" id="{3D9AE87C-7E59-3928-56AC-36BE51187B59}"/>
              </a:ext>
            </a:extLst>
          </p:cNvPr>
          <p:cNvSpPr txBox="1"/>
          <p:nvPr/>
        </p:nvSpPr>
        <p:spPr>
          <a:xfrm>
            <a:off x="217718" y="3846604"/>
            <a:ext cx="2569026" cy="1938992"/>
          </a:xfrm>
          <a:prstGeom prst="rect">
            <a:avLst/>
          </a:prstGeom>
          <a:noFill/>
        </p:spPr>
        <p:txBody>
          <a:bodyPr wrap="square" rtlCol="0">
            <a:spAutoFit/>
          </a:bodyPr>
          <a:lstStyle/>
          <a:p>
            <a:pPr marL="171450" marR="0" lvl="1" indent="-1714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Verdana" panose="020B0604030504040204"/>
                <a:ea typeface="+mn-ea"/>
                <a:cs typeface="+mn-cs"/>
              </a:rPr>
              <a:t>Mandate TCO modeling across Agentic AI use cases</a:t>
            </a:r>
          </a:p>
          <a:p>
            <a:pPr marL="171450" marR="0" lvl="1" indent="-1714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Verdana" panose="020B0604030504040204"/>
                <a:ea typeface="+mn-ea"/>
                <a:cs typeface="+mn-cs"/>
              </a:rPr>
              <a:t>Include tokens, memory, orchestration, observability, APIs, staffing</a:t>
            </a:r>
          </a:p>
          <a:p>
            <a:pPr marL="171450" marR="0" lvl="0" indent="-1714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Verdana" panose="020B0604030504040204"/>
                <a:ea typeface="+mn-ea"/>
                <a:cs typeface="+mn-cs"/>
              </a:rPr>
              <a:t>Require vendors to disclose  Agent steps and retry logic; orchestration cost overhead; and model capacity and provisioning charges</a:t>
            </a:r>
          </a:p>
        </p:txBody>
      </p:sp>
      <p:sp>
        <p:nvSpPr>
          <p:cNvPr id="1018" name="TextBox 1017">
            <a:extLst>
              <a:ext uri="{FF2B5EF4-FFF2-40B4-BE49-F238E27FC236}">
                <a16:creationId xmlns:a16="http://schemas.microsoft.com/office/drawing/2014/main" id="{DD7EEFF1-6E1C-FBE4-0109-CCA4ADDB795A}"/>
              </a:ext>
            </a:extLst>
          </p:cNvPr>
          <p:cNvSpPr txBox="1"/>
          <p:nvPr/>
        </p:nvSpPr>
        <p:spPr>
          <a:xfrm>
            <a:off x="3263125" y="3846604"/>
            <a:ext cx="2569026" cy="2108269"/>
          </a:xfrm>
          <a:prstGeom prst="rect">
            <a:avLst/>
          </a:prstGeom>
          <a:noFill/>
        </p:spPr>
        <p:txBody>
          <a:bodyPr wrap="square" rtlCol="0">
            <a:spAutoFit/>
          </a:bodyPr>
          <a:lstStyle/>
          <a:p>
            <a:pPr marL="171450" marR="0" lvl="1" indent="-1714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IN" sz="1100" b="0" i="0" u="none" strike="noStrike" kern="1200" cap="none" spc="0" normalizeH="0" baseline="0" noProof="0">
                <a:ln>
                  <a:noFill/>
                </a:ln>
                <a:solidFill>
                  <a:srgbClr val="000000"/>
                </a:solidFill>
                <a:effectLst/>
                <a:uLnTx/>
                <a:uFillTx/>
                <a:latin typeface="Verdana" panose="020B0604030504040204"/>
                <a:ea typeface="+mn-ea"/>
                <a:cs typeface="+mn-cs"/>
              </a:rPr>
              <a:t>Treat Agents as digital workforce units - Establish SLAs, version control, and audit trails</a:t>
            </a:r>
          </a:p>
          <a:p>
            <a:pPr marL="171450" marR="0" lvl="1" indent="-1714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IN" sz="1100" b="0" i="0" u="none" strike="noStrike" kern="1200" cap="none" spc="0" normalizeH="0" baseline="0" noProof="0">
                <a:ln>
                  <a:noFill/>
                </a:ln>
                <a:solidFill>
                  <a:srgbClr val="000000"/>
                </a:solidFill>
                <a:effectLst/>
                <a:uLnTx/>
                <a:uFillTx/>
                <a:latin typeface="Verdana" panose="020B0604030504040204"/>
                <a:ea typeface="+mn-ea"/>
                <a:cs typeface="+mn-cs"/>
              </a:rPr>
              <a:t>Log every decision and token for full traceability</a:t>
            </a:r>
          </a:p>
          <a:p>
            <a:pPr marL="171450" marR="0" lvl="1" indent="-1714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IN" sz="1100" b="0" i="0" u="none" strike="noStrike" kern="1200" cap="none" spc="0" normalizeH="0" baseline="0" noProof="0">
                <a:ln>
                  <a:noFill/>
                </a:ln>
                <a:solidFill>
                  <a:srgbClr val="000000"/>
                </a:solidFill>
                <a:effectLst/>
                <a:uLnTx/>
                <a:uFillTx/>
                <a:latin typeface="Verdana" panose="020B0604030504040204"/>
                <a:ea typeface="+mn-ea"/>
                <a:cs typeface="+mn-cs"/>
              </a:rPr>
              <a:t>Use observability platforms (e.g., </a:t>
            </a:r>
            <a:r>
              <a:rPr kumimoji="0" lang="en-IN" sz="1100" b="0" i="0" u="none" strike="noStrike" kern="1200" cap="none" spc="0" normalizeH="0" baseline="0" noProof="0" err="1">
                <a:ln>
                  <a:noFill/>
                </a:ln>
                <a:solidFill>
                  <a:srgbClr val="000000"/>
                </a:solidFill>
                <a:effectLst/>
                <a:uLnTx/>
                <a:uFillTx/>
                <a:latin typeface="Verdana" panose="020B0604030504040204"/>
                <a:ea typeface="+mn-ea"/>
                <a:cs typeface="+mn-cs"/>
              </a:rPr>
              <a:t>LangSmith</a:t>
            </a:r>
            <a:r>
              <a:rPr kumimoji="0" lang="en-IN" sz="1100" b="0" i="0" u="none" strike="noStrike" kern="1200" cap="none" spc="0" normalizeH="0" baseline="0" noProof="0">
                <a:ln>
                  <a:noFill/>
                </a:ln>
                <a:solidFill>
                  <a:srgbClr val="000000"/>
                </a:solidFill>
                <a:effectLst/>
                <a:uLnTx/>
                <a:uFillTx/>
                <a:latin typeface="Verdana" panose="020B0604030504040204"/>
                <a:ea typeface="+mn-ea"/>
                <a:cs typeface="+mn-cs"/>
              </a:rPr>
              <a:t>, </a:t>
            </a:r>
            <a:r>
              <a:rPr kumimoji="0" lang="en-IN" sz="1100" b="0" i="0" u="none" strike="noStrike" kern="1200" cap="none" spc="0" normalizeH="0" baseline="0" noProof="0" err="1">
                <a:ln>
                  <a:noFill/>
                </a:ln>
                <a:solidFill>
                  <a:srgbClr val="000000"/>
                </a:solidFill>
                <a:effectLst/>
                <a:uLnTx/>
                <a:uFillTx/>
                <a:latin typeface="Verdana" panose="020B0604030504040204"/>
                <a:ea typeface="+mn-ea"/>
                <a:cs typeface="+mn-cs"/>
              </a:rPr>
              <a:t>PromptLayer</a:t>
            </a:r>
            <a:r>
              <a:rPr kumimoji="0" lang="en-IN" sz="1100" b="0" i="0" u="none" strike="noStrike" kern="1200" cap="none" spc="0" normalizeH="0" baseline="0" noProof="0">
                <a:ln>
                  <a:noFill/>
                </a:ln>
                <a:solidFill>
                  <a:srgbClr val="000000"/>
                </a:solidFill>
                <a:effectLst/>
                <a:uLnTx/>
                <a:uFillTx/>
                <a:latin typeface="Verdana" panose="020B0604030504040204"/>
                <a:ea typeface="+mn-ea"/>
                <a:cs typeface="+mn-cs"/>
              </a:rPr>
              <a:t>) to track agent actions and performance metrics</a:t>
            </a:r>
          </a:p>
        </p:txBody>
      </p:sp>
      <p:sp>
        <p:nvSpPr>
          <p:cNvPr id="1019" name="TextBox 1018">
            <a:extLst>
              <a:ext uri="{FF2B5EF4-FFF2-40B4-BE49-F238E27FC236}">
                <a16:creationId xmlns:a16="http://schemas.microsoft.com/office/drawing/2014/main" id="{EF4E6686-1344-8F03-8930-63194406EDF0}"/>
              </a:ext>
            </a:extLst>
          </p:cNvPr>
          <p:cNvSpPr txBox="1"/>
          <p:nvPr/>
        </p:nvSpPr>
        <p:spPr>
          <a:xfrm>
            <a:off x="6245811" y="3846604"/>
            <a:ext cx="2569026" cy="2277547"/>
          </a:xfrm>
          <a:prstGeom prst="rect">
            <a:avLst/>
          </a:prstGeom>
          <a:noFill/>
        </p:spPr>
        <p:txBody>
          <a:bodyPr wrap="square" rtlCol="0">
            <a:spAutoFit/>
          </a:bodyPr>
          <a:lstStyle/>
          <a:p>
            <a:pPr marL="171450" marR="0" lvl="1" indent="-1714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IN" sz="1100" b="0" i="0" u="none" strike="noStrike" kern="1200" cap="none" spc="0" normalizeH="0" baseline="0" noProof="0">
                <a:ln>
                  <a:noFill/>
                </a:ln>
                <a:solidFill>
                  <a:srgbClr val="000000"/>
                </a:solidFill>
                <a:effectLst/>
                <a:uLnTx/>
                <a:uFillTx/>
                <a:latin typeface="Verdana" panose="020B0604030504040204"/>
                <a:ea typeface="+mn-ea"/>
                <a:cs typeface="+mn-cs"/>
              </a:rPr>
              <a:t>Implement role-based access controls (RBAC) and data masking</a:t>
            </a:r>
          </a:p>
          <a:p>
            <a:pPr marL="171450" marR="0" lvl="1" indent="-1714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IN" sz="1100" b="0" i="0" u="none" strike="noStrike" kern="1200" cap="none" spc="0" normalizeH="0" baseline="0" noProof="0">
                <a:ln>
                  <a:noFill/>
                </a:ln>
                <a:solidFill>
                  <a:srgbClr val="000000"/>
                </a:solidFill>
                <a:effectLst/>
                <a:uLnTx/>
                <a:uFillTx/>
                <a:latin typeface="Verdana" panose="020B0604030504040204"/>
                <a:ea typeface="+mn-ea"/>
                <a:cs typeface="+mn-cs"/>
              </a:rPr>
              <a:t>Enforce prompt injection </a:t>
            </a:r>
            <a:r>
              <a:rPr kumimoji="0" lang="en-IN" sz="1100" b="0" i="0" u="none" strike="noStrike" kern="1200" cap="none" spc="0" normalizeH="0" baseline="0" noProof="0" err="1">
                <a:ln>
                  <a:noFill/>
                </a:ln>
                <a:solidFill>
                  <a:srgbClr val="000000"/>
                </a:solidFill>
                <a:effectLst/>
                <a:uLnTx/>
                <a:uFillTx/>
                <a:latin typeface="Verdana" panose="020B0604030504040204"/>
                <a:ea typeface="+mn-ea"/>
                <a:cs typeface="+mn-cs"/>
              </a:rPr>
              <a:t>defenses</a:t>
            </a:r>
            <a:r>
              <a:rPr kumimoji="0" lang="en-IN" sz="1100" b="0" i="0" u="none" strike="noStrike" kern="1200" cap="none" spc="0" normalizeH="0" baseline="0" noProof="0">
                <a:ln>
                  <a:noFill/>
                </a:ln>
                <a:solidFill>
                  <a:srgbClr val="000000"/>
                </a:solidFill>
                <a:effectLst/>
                <a:uLnTx/>
                <a:uFillTx/>
                <a:latin typeface="Verdana" panose="020B0604030504040204"/>
                <a:ea typeface="+mn-ea"/>
                <a:cs typeface="+mn-cs"/>
              </a:rPr>
              <a:t> and toxicity/hallucination detection using moderation APIs and human-in-the-loop (HITL) systems</a:t>
            </a:r>
          </a:p>
          <a:p>
            <a:pPr marL="171450" marR="0" lvl="1" indent="-1714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IN" sz="1100" b="0" i="0" u="none" strike="noStrike" kern="1200" cap="none" spc="0" normalizeH="0" baseline="0" noProof="0">
                <a:ln>
                  <a:noFill/>
                </a:ln>
                <a:solidFill>
                  <a:srgbClr val="000000"/>
                </a:solidFill>
                <a:effectLst/>
                <a:uLnTx/>
                <a:uFillTx/>
                <a:latin typeface="Verdana" panose="020B0604030504040204"/>
                <a:ea typeface="+mn-ea"/>
                <a:cs typeface="+mn-cs"/>
              </a:rPr>
              <a:t>Align with GDPR, HIPAA, or other similar industry-specific compliance standards</a:t>
            </a:r>
          </a:p>
        </p:txBody>
      </p:sp>
      <p:sp>
        <p:nvSpPr>
          <p:cNvPr id="1020" name="TextBox 1019">
            <a:extLst>
              <a:ext uri="{FF2B5EF4-FFF2-40B4-BE49-F238E27FC236}">
                <a16:creationId xmlns:a16="http://schemas.microsoft.com/office/drawing/2014/main" id="{F2012839-1CD4-B39F-F079-31D3C20C22BA}"/>
              </a:ext>
            </a:extLst>
          </p:cNvPr>
          <p:cNvSpPr txBox="1"/>
          <p:nvPr/>
        </p:nvSpPr>
        <p:spPr>
          <a:xfrm>
            <a:off x="9250268" y="3846604"/>
            <a:ext cx="2569026" cy="1769715"/>
          </a:xfrm>
          <a:prstGeom prst="rect">
            <a:avLst/>
          </a:prstGeom>
          <a:noFill/>
        </p:spPr>
        <p:txBody>
          <a:bodyPr wrap="square" rtlCol="0">
            <a:spAutoFit/>
          </a:bodyPr>
          <a:lstStyle/>
          <a:p>
            <a:pPr marL="171450" marR="0" lvl="1" indent="-1714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Verdana" panose="020B0604030504040204"/>
                <a:ea typeface="+mn-ea"/>
                <a:cs typeface="+mn-cs"/>
              </a:rPr>
              <a:t>Establish pre-deployment security testing for loops, misuse, and malicious prompts</a:t>
            </a:r>
          </a:p>
          <a:p>
            <a:pPr marL="171450" marR="0" lvl="1" indent="-1714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Verdana" panose="020B0604030504040204"/>
                <a:ea typeface="+mn-ea"/>
                <a:cs typeface="+mn-cs"/>
              </a:rPr>
              <a:t>Simulate worst-case usage scenarios to test infrastructure resilience</a:t>
            </a:r>
          </a:p>
          <a:p>
            <a:pPr marL="171450" marR="0" lvl="1" indent="-1714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Verdana" panose="020B0604030504040204"/>
                <a:ea typeface="+mn-ea"/>
                <a:cs typeface="+mn-cs"/>
              </a:rPr>
              <a:t>Schedule regression testing post-updates to prevent unexpected behavior</a:t>
            </a:r>
          </a:p>
        </p:txBody>
      </p:sp>
      <p:grpSp>
        <p:nvGrpSpPr>
          <p:cNvPr id="1025" name="Group 1024">
            <a:extLst>
              <a:ext uri="{FF2B5EF4-FFF2-40B4-BE49-F238E27FC236}">
                <a16:creationId xmlns:a16="http://schemas.microsoft.com/office/drawing/2014/main" id="{468DC409-50B7-3386-D6D5-C3C2414DC08E}"/>
              </a:ext>
            </a:extLst>
          </p:cNvPr>
          <p:cNvGrpSpPr/>
          <p:nvPr/>
        </p:nvGrpSpPr>
        <p:grpSpPr>
          <a:xfrm>
            <a:off x="272148" y="2433948"/>
            <a:ext cx="2656111" cy="973281"/>
            <a:chOff x="272148" y="2433948"/>
            <a:chExt cx="2656111" cy="973281"/>
          </a:xfrm>
        </p:grpSpPr>
        <p:sp>
          <p:nvSpPr>
            <p:cNvPr id="1024" name="Rectangle 1023">
              <a:extLst>
                <a:ext uri="{FF2B5EF4-FFF2-40B4-BE49-F238E27FC236}">
                  <a16:creationId xmlns:a16="http://schemas.microsoft.com/office/drawing/2014/main" id="{974218E8-55C1-7B0B-96E4-E5BB11473D67}"/>
                </a:ext>
              </a:extLst>
            </p:cNvPr>
            <p:cNvSpPr/>
            <p:nvPr/>
          </p:nvSpPr>
          <p:spPr>
            <a:xfrm>
              <a:off x="402774" y="2547257"/>
              <a:ext cx="2394858" cy="754330"/>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Verdana" panose="020B0604030504040204"/>
                <a:ea typeface="+mn-ea"/>
                <a:cs typeface="+mn-cs"/>
              </a:endParaRPr>
            </a:p>
          </p:txBody>
        </p:sp>
        <p:sp>
          <p:nvSpPr>
            <p:cNvPr id="1022" name="Rounded Rectangle 1021">
              <a:extLst>
                <a:ext uri="{FF2B5EF4-FFF2-40B4-BE49-F238E27FC236}">
                  <a16:creationId xmlns:a16="http://schemas.microsoft.com/office/drawing/2014/main" id="{D48B798D-C015-DBA5-934E-4E0C3FE0E59E}"/>
                </a:ext>
              </a:extLst>
            </p:cNvPr>
            <p:cNvSpPr/>
            <p:nvPr/>
          </p:nvSpPr>
          <p:spPr>
            <a:xfrm>
              <a:off x="272148" y="2433948"/>
              <a:ext cx="2656111" cy="145967"/>
            </a:xfrm>
            <a:prstGeom prst="round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Verdana" panose="020B0604030504040204"/>
                <a:ea typeface="+mn-ea"/>
                <a:cs typeface="+mn-cs"/>
              </a:endParaRPr>
            </a:p>
          </p:txBody>
        </p:sp>
        <p:sp>
          <p:nvSpPr>
            <p:cNvPr id="1023" name="Rounded Rectangle 1022">
              <a:extLst>
                <a:ext uri="{FF2B5EF4-FFF2-40B4-BE49-F238E27FC236}">
                  <a16:creationId xmlns:a16="http://schemas.microsoft.com/office/drawing/2014/main" id="{E1023CEE-FD92-DA77-1D7A-6DDA8DA963F4}"/>
                </a:ext>
              </a:extLst>
            </p:cNvPr>
            <p:cNvSpPr/>
            <p:nvPr/>
          </p:nvSpPr>
          <p:spPr>
            <a:xfrm>
              <a:off x="272148" y="3261262"/>
              <a:ext cx="2656111" cy="145967"/>
            </a:xfrm>
            <a:prstGeom prst="round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Verdana" panose="020B0604030504040204"/>
                <a:ea typeface="+mn-ea"/>
                <a:cs typeface="+mn-cs"/>
              </a:endParaRPr>
            </a:p>
          </p:txBody>
        </p:sp>
      </p:grpSp>
      <p:grpSp>
        <p:nvGrpSpPr>
          <p:cNvPr id="1026" name="Group 1025">
            <a:extLst>
              <a:ext uri="{FF2B5EF4-FFF2-40B4-BE49-F238E27FC236}">
                <a16:creationId xmlns:a16="http://schemas.microsoft.com/office/drawing/2014/main" id="{A3A1C202-DB4B-2D9A-250E-B910E2E9B9A9}"/>
              </a:ext>
            </a:extLst>
          </p:cNvPr>
          <p:cNvGrpSpPr/>
          <p:nvPr/>
        </p:nvGrpSpPr>
        <p:grpSpPr>
          <a:xfrm>
            <a:off x="3178634" y="2433948"/>
            <a:ext cx="2656111" cy="973281"/>
            <a:chOff x="272148" y="2433948"/>
            <a:chExt cx="2656111" cy="973281"/>
          </a:xfrm>
        </p:grpSpPr>
        <p:sp>
          <p:nvSpPr>
            <p:cNvPr id="1027" name="Rectangle 1026">
              <a:extLst>
                <a:ext uri="{FF2B5EF4-FFF2-40B4-BE49-F238E27FC236}">
                  <a16:creationId xmlns:a16="http://schemas.microsoft.com/office/drawing/2014/main" id="{0868A43E-854C-A3F6-0909-6D853A25F0DD}"/>
                </a:ext>
              </a:extLst>
            </p:cNvPr>
            <p:cNvSpPr/>
            <p:nvPr/>
          </p:nvSpPr>
          <p:spPr>
            <a:xfrm>
              <a:off x="402774" y="2547257"/>
              <a:ext cx="2394858" cy="754330"/>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Verdana" panose="020B0604030504040204"/>
                <a:ea typeface="+mn-ea"/>
                <a:cs typeface="+mn-cs"/>
              </a:endParaRPr>
            </a:p>
          </p:txBody>
        </p:sp>
        <p:sp>
          <p:nvSpPr>
            <p:cNvPr id="1028" name="Rounded Rectangle 1027">
              <a:extLst>
                <a:ext uri="{FF2B5EF4-FFF2-40B4-BE49-F238E27FC236}">
                  <a16:creationId xmlns:a16="http://schemas.microsoft.com/office/drawing/2014/main" id="{17C00228-30C6-0D50-D974-82A68CE079B3}"/>
                </a:ext>
              </a:extLst>
            </p:cNvPr>
            <p:cNvSpPr/>
            <p:nvPr/>
          </p:nvSpPr>
          <p:spPr>
            <a:xfrm>
              <a:off x="272148" y="2433948"/>
              <a:ext cx="2656111" cy="145967"/>
            </a:xfrm>
            <a:prstGeom prst="round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Verdana" panose="020B0604030504040204"/>
                <a:ea typeface="+mn-ea"/>
                <a:cs typeface="+mn-cs"/>
              </a:endParaRPr>
            </a:p>
          </p:txBody>
        </p:sp>
        <p:sp>
          <p:nvSpPr>
            <p:cNvPr id="1029" name="Rounded Rectangle 1028">
              <a:extLst>
                <a:ext uri="{FF2B5EF4-FFF2-40B4-BE49-F238E27FC236}">
                  <a16:creationId xmlns:a16="http://schemas.microsoft.com/office/drawing/2014/main" id="{41AD69AC-88F1-938F-D292-5E950FC2618D}"/>
                </a:ext>
              </a:extLst>
            </p:cNvPr>
            <p:cNvSpPr/>
            <p:nvPr/>
          </p:nvSpPr>
          <p:spPr>
            <a:xfrm>
              <a:off x="272148" y="3261262"/>
              <a:ext cx="2656111" cy="145967"/>
            </a:xfrm>
            <a:prstGeom prst="round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Verdana" panose="020B0604030504040204"/>
                <a:ea typeface="+mn-ea"/>
                <a:cs typeface="+mn-cs"/>
              </a:endParaRPr>
            </a:p>
          </p:txBody>
        </p:sp>
      </p:grpSp>
      <p:grpSp>
        <p:nvGrpSpPr>
          <p:cNvPr id="1030" name="Group 1029">
            <a:extLst>
              <a:ext uri="{FF2B5EF4-FFF2-40B4-BE49-F238E27FC236}">
                <a16:creationId xmlns:a16="http://schemas.microsoft.com/office/drawing/2014/main" id="{70022B11-7590-0C44-0244-0D49CCB93BC6}"/>
              </a:ext>
            </a:extLst>
          </p:cNvPr>
          <p:cNvGrpSpPr/>
          <p:nvPr/>
        </p:nvGrpSpPr>
        <p:grpSpPr>
          <a:xfrm>
            <a:off x="6204863" y="2433948"/>
            <a:ext cx="2656111" cy="973281"/>
            <a:chOff x="272148" y="2433948"/>
            <a:chExt cx="2656111" cy="973281"/>
          </a:xfrm>
        </p:grpSpPr>
        <p:sp>
          <p:nvSpPr>
            <p:cNvPr id="1031" name="Rectangle 1030">
              <a:extLst>
                <a:ext uri="{FF2B5EF4-FFF2-40B4-BE49-F238E27FC236}">
                  <a16:creationId xmlns:a16="http://schemas.microsoft.com/office/drawing/2014/main" id="{59B4054C-A5C9-6778-D3BB-7CF9C800BBD0}"/>
                </a:ext>
              </a:extLst>
            </p:cNvPr>
            <p:cNvSpPr/>
            <p:nvPr/>
          </p:nvSpPr>
          <p:spPr>
            <a:xfrm>
              <a:off x="402774" y="2547257"/>
              <a:ext cx="2394858" cy="754330"/>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Verdana" panose="020B0604030504040204"/>
                <a:ea typeface="+mn-ea"/>
                <a:cs typeface="+mn-cs"/>
              </a:endParaRPr>
            </a:p>
          </p:txBody>
        </p:sp>
        <p:sp>
          <p:nvSpPr>
            <p:cNvPr id="1032" name="Rounded Rectangle 1031">
              <a:extLst>
                <a:ext uri="{FF2B5EF4-FFF2-40B4-BE49-F238E27FC236}">
                  <a16:creationId xmlns:a16="http://schemas.microsoft.com/office/drawing/2014/main" id="{47D71A65-F0B4-A14C-7438-438080B19D52}"/>
                </a:ext>
              </a:extLst>
            </p:cNvPr>
            <p:cNvSpPr/>
            <p:nvPr/>
          </p:nvSpPr>
          <p:spPr>
            <a:xfrm>
              <a:off x="272148" y="2433948"/>
              <a:ext cx="2656111" cy="145967"/>
            </a:xfrm>
            <a:prstGeom prst="round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Verdana" panose="020B0604030504040204"/>
                <a:ea typeface="+mn-ea"/>
                <a:cs typeface="+mn-cs"/>
              </a:endParaRPr>
            </a:p>
          </p:txBody>
        </p:sp>
        <p:sp>
          <p:nvSpPr>
            <p:cNvPr id="1033" name="Rounded Rectangle 1032">
              <a:extLst>
                <a:ext uri="{FF2B5EF4-FFF2-40B4-BE49-F238E27FC236}">
                  <a16:creationId xmlns:a16="http://schemas.microsoft.com/office/drawing/2014/main" id="{3798FC0A-91FE-8AF7-9A4E-FE1CA9E9E2EC}"/>
                </a:ext>
              </a:extLst>
            </p:cNvPr>
            <p:cNvSpPr/>
            <p:nvPr/>
          </p:nvSpPr>
          <p:spPr>
            <a:xfrm>
              <a:off x="272148" y="3261262"/>
              <a:ext cx="2656111" cy="145967"/>
            </a:xfrm>
            <a:prstGeom prst="round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Verdana" panose="020B0604030504040204"/>
                <a:ea typeface="+mn-ea"/>
                <a:cs typeface="+mn-cs"/>
              </a:endParaRPr>
            </a:p>
          </p:txBody>
        </p:sp>
      </p:grpSp>
      <p:grpSp>
        <p:nvGrpSpPr>
          <p:cNvPr id="1034" name="Group 1033">
            <a:extLst>
              <a:ext uri="{FF2B5EF4-FFF2-40B4-BE49-F238E27FC236}">
                <a16:creationId xmlns:a16="http://schemas.microsoft.com/office/drawing/2014/main" id="{FB8AD72D-7805-D2D4-81E2-39FC3668B61B}"/>
              </a:ext>
            </a:extLst>
          </p:cNvPr>
          <p:cNvGrpSpPr/>
          <p:nvPr/>
        </p:nvGrpSpPr>
        <p:grpSpPr>
          <a:xfrm>
            <a:off x="9296406" y="2433948"/>
            <a:ext cx="2656111" cy="973281"/>
            <a:chOff x="272148" y="2433948"/>
            <a:chExt cx="2656111" cy="973281"/>
          </a:xfrm>
        </p:grpSpPr>
        <p:sp>
          <p:nvSpPr>
            <p:cNvPr id="1035" name="Rectangle 1034">
              <a:extLst>
                <a:ext uri="{FF2B5EF4-FFF2-40B4-BE49-F238E27FC236}">
                  <a16:creationId xmlns:a16="http://schemas.microsoft.com/office/drawing/2014/main" id="{94006BDC-5773-4358-EECA-3BC820494CAA}"/>
                </a:ext>
              </a:extLst>
            </p:cNvPr>
            <p:cNvSpPr/>
            <p:nvPr/>
          </p:nvSpPr>
          <p:spPr>
            <a:xfrm>
              <a:off x="402774" y="2547257"/>
              <a:ext cx="2394858" cy="754330"/>
            </a:xfrm>
            <a:prstGeom prst="rect">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Verdana" panose="020B0604030504040204"/>
                <a:ea typeface="+mn-ea"/>
                <a:cs typeface="+mn-cs"/>
              </a:endParaRPr>
            </a:p>
          </p:txBody>
        </p:sp>
        <p:sp>
          <p:nvSpPr>
            <p:cNvPr id="1036" name="Rounded Rectangle 1035">
              <a:extLst>
                <a:ext uri="{FF2B5EF4-FFF2-40B4-BE49-F238E27FC236}">
                  <a16:creationId xmlns:a16="http://schemas.microsoft.com/office/drawing/2014/main" id="{D4452403-B1FD-3C18-CC73-3597D8FFFD76}"/>
                </a:ext>
              </a:extLst>
            </p:cNvPr>
            <p:cNvSpPr/>
            <p:nvPr/>
          </p:nvSpPr>
          <p:spPr>
            <a:xfrm>
              <a:off x="272148" y="2433948"/>
              <a:ext cx="2656111" cy="145967"/>
            </a:xfrm>
            <a:prstGeom prst="round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Verdana" panose="020B0604030504040204"/>
                <a:ea typeface="+mn-ea"/>
                <a:cs typeface="+mn-cs"/>
              </a:endParaRPr>
            </a:p>
          </p:txBody>
        </p:sp>
        <p:sp>
          <p:nvSpPr>
            <p:cNvPr id="1037" name="Rounded Rectangle 1036">
              <a:extLst>
                <a:ext uri="{FF2B5EF4-FFF2-40B4-BE49-F238E27FC236}">
                  <a16:creationId xmlns:a16="http://schemas.microsoft.com/office/drawing/2014/main" id="{3ED38E62-5CAB-4767-8EF6-622E86D2A201}"/>
                </a:ext>
              </a:extLst>
            </p:cNvPr>
            <p:cNvSpPr/>
            <p:nvPr/>
          </p:nvSpPr>
          <p:spPr>
            <a:xfrm>
              <a:off x="272148" y="3261262"/>
              <a:ext cx="2656111" cy="145967"/>
            </a:xfrm>
            <a:prstGeom prst="round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Verdana" panose="020B0604030504040204"/>
                <a:ea typeface="+mn-ea"/>
                <a:cs typeface="+mn-cs"/>
              </a:endParaRPr>
            </a:p>
          </p:txBody>
        </p:sp>
      </p:grpSp>
      <p:sp>
        <p:nvSpPr>
          <p:cNvPr id="1038" name="TextBox 1037">
            <a:extLst>
              <a:ext uri="{FF2B5EF4-FFF2-40B4-BE49-F238E27FC236}">
                <a16:creationId xmlns:a16="http://schemas.microsoft.com/office/drawing/2014/main" id="{8546BA85-7258-1BCD-253F-4AE8C137AE06}"/>
              </a:ext>
            </a:extLst>
          </p:cNvPr>
          <p:cNvSpPr txBox="1"/>
          <p:nvPr/>
        </p:nvSpPr>
        <p:spPr>
          <a:xfrm>
            <a:off x="462645" y="2810874"/>
            <a:ext cx="2231571" cy="40011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1000" b="1" i="0" u="none" strike="noStrike" kern="1200" cap="none" spc="0" normalizeH="0" baseline="0" noProof="0" dirty="0">
                <a:ln>
                  <a:noFill/>
                </a:ln>
                <a:solidFill>
                  <a:srgbClr val="000000"/>
                </a:solidFill>
                <a:effectLst/>
                <a:uLnTx/>
                <a:uFillTx/>
                <a:latin typeface="Verdana" panose="020B0604030504040204"/>
                <a:ea typeface="+mn-ea"/>
                <a:cs typeface="+mn-cs"/>
              </a:rPr>
              <a:t>Cost Transparency &amp; TCO Governance</a:t>
            </a:r>
          </a:p>
        </p:txBody>
      </p:sp>
      <p:sp>
        <p:nvSpPr>
          <p:cNvPr id="1039" name="TextBox 1038">
            <a:extLst>
              <a:ext uri="{FF2B5EF4-FFF2-40B4-BE49-F238E27FC236}">
                <a16:creationId xmlns:a16="http://schemas.microsoft.com/office/drawing/2014/main" id="{A848CE42-CE62-A197-ADB1-D9608A059221}"/>
              </a:ext>
            </a:extLst>
          </p:cNvPr>
          <p:cNvSpPr txBox="1"/>
          <p:nvPr/>
        </p:nvSpPr>
        <p:spPr>
          <a:xfrm>
            <a:off x="3401788" y="2810874"/>
            <a:ext cx="2231571" cy="415498"/>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1000" b="1" i="0" u="none" strike="noStrike" kern="1200" cap="none" spc="0" normalizeH="0" baseline="0" noProof="0">
                <a:ln>
                  <a:noFill/>
                </a:ln>
                <a:solidFill>
                  <a:srgbClr val="000000"/>
                </a:solidFill>
                <a:effectLst/>
                <a:uLnTx/>
                <a:uFillTx/>
                <a:latin typeface="Verdana" panose="020B0604030504040204"/>
                <a:ea typeface="+mn-ea"/>
                <a:cs typeface="+mn-cs"/>
              </a:rPr>
              <a:t>Operational Controls &amp; Auditability</a:t>
            </a:r>
          </a:p>
        </p:txBody>
      </p:sp>
      <p:sp>
        <p:nvSpPr>
          <p:cNvPr id="1040" name="TextBox 1039">
            <a:extLst>
              <a:ext uri="{FF2B5EF4-FFF2-40B4-BE49-F238E27FC236}">
                <a16:creationId xmlns:a16="http://schemas.microsoft.com/office/drawing/2014/main" id="{D8819ED1-8162-23E4-7A82-0020B326F645}"/>
              </a:ext>
            </a:extLst>
          </p:cNvPr>
          <p:cNvSpPr txBox="1"/>
          <p:nvPr/>
        </p:nvSpPr>
        <p:spPr>
          <a:xfrm>
            <a:off x="6417131" y="2810874"/>
            <a:ext cx="2231571" cy="40011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1000" b="1" i="0" u="none" strike="noStrike" kern="1200" cap="none" spc="0" normalizeH="0" baseline="0" noProof="0" dirty="0">
                <a:ln>
                  <a:noFill/>
                </a:ln>
                <a:solidFill>
                  <a:srgbClr val="000000"/>
                </a:solidFill>
                <a:effectLst/>
                <a:uLnTx/>
                <a:uFillTx/>
                <a:latin typeface="Verdana" panose="020B0604030504040204"/>
                <a:ea typeface="+mn-ea"/>
                <a:cs typeface="+mn-cs"/>
              </a:rPr>
              <a:t>Security, Ethics &amp; Compliance Guardrails</a:t>
            </a:r>
          </a:p>
        </p:txBody>
      </p:sp>
      <p:sp>
        <p:nvSpPr>
          <p:cNvPr id="1041" name="TextBox 1040">
            <a:extLst>
              <a:ext uri="{FF2B5EF4-FFF2-40B4-BE49-F238E27FC236}">
                <a16:creationId xmlns:a16="http://schemas.microsoft.com/office/drawing/2014/main" id="{6EE02060-4297-2A04-98DD-B46A1EFEF059}"/>
              </a:ext>
            </a:extLst>
          </p:cNvPr>
          <p:cNvSpPr txBox="1"/>
          <p:nvPr/>
        </p:nvSpPr>
        <p:spPr>
          <a:xfrm>
            <a:off x="9497788" y="2810874"/>
            <a:ext cx="2231571" cy="40011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1000" b="1" i="0" u="none" strike="noStrike" kern="1200" cap="none" spc="0" normalizeH="0" baseline="0" noProof="0" dirty="0">
                <a:ln>
                  <a:noFill/>
                </a:ln>
                <a:solidFill>
                  <a:srgbClr val="000000"/>
                </a:solidFill>
                <a:effectLst/>
                <a:uLnTx/>
                <a:uFillTx/>
                <a:latin typeface="Verdana" panose="020B0604030504040204"/>
                <a:ea typeface="+mn-ea"/>
                <a:cs typeface="+mn-cs"/>
              </a:rPr>
              <a:t>Simulation &amp; Resilience Testing</a:t>
            </a:r>
          </a:p>
        </p:txBody>
      </p:sp>
      <p:pic>
        <p:nvPicPr>
          <p:cNvPr id="1043" name="Graphic 1042">
            <a:extLst>
              <a:ext uri="{FF2B5EF4-FFF2-40B4-BE49-F238E27FC236}">
                <a16:creationId xmlns:a16="http://schemas.microsoft.com/office/drawing/2014/main" id="{C07D7FDE-4E25-5B2C-D8D2-D68B86F0EEC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832151" y="1476443"/>
            <a:ext cx="533400" cy="533400"/>
          </a:xfrm>
          <a:prstGeom prst="rect">
            <a:avLst/>
          </a:prstGeom>
        </p:spPr>
      </p:pic>
      <p:pic>
        <p:nvPicPr>
          <p:cNvPr id="1045" name="Graphic 1044">
            <a:extLst>
              <a:ext uri="{FF2B5EF4-FFF2-40B4-BE49-F238E27FC236}">
                <a16:creationId xmlns:a16="http://schemas.microsoft.com/office/drawing/2014/main" id="{32461506-DE41-9607-2A87-219CB4D17DA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398815" y="2623458"/>
            <a:ext cx="243287" cy="243287"/>
          </a:xfrm>
          <a:prstGeom prst="rect">
            <a:avLst/>
          </a:prstGeom>
        </p:spPr>
      </p:pic>
      <p:pic>
        <p:nvPicPr>
          <p:cNvPr id="1047" name="Graphic 1046">
            <a:extLst>
              <a:ext uri="{FF2B5EF4-FFF2-40B4-BE49-F238E27FC236}">
                <a16:creationId xmlns:a16="http://schemas.microsoft.com/office/drawing/2014/main" id="{E4F2BBF2-76F2-BCB0-23E1-5BABCE6FDDC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411567" y="2600176"/>
            <a:ext cx="288341" cy="288341"/>
          </a:xfrm>
          <a:prstGeom prst="rect">
            <a:avLst/>
          </a:prstGeom>
        </p:spPr>
      </p:pic>
      <p:pic>
        <p:nvPicPr>
          <p:cNvPr id="1049" name="Graphic 1048">
            <a:extLst>
              <a:ext uri="{FF2B5EF4-FFF2-40B4-BE49-F238E27FC236}">
                <a16:creationId xmlns:a16="http://schemas.microsoft.com/office/drawing/2014/main" id="{C4AC0FBA-3968-0792-07C7-DF7C5F23DBDB}"/>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409237" y="2602799"/>
            <a:ext cx="243421" cy="243421"/>
          </a:xfrm>
          <a:prstGeom prst="rect">
            <a:avLst/>
          </a:prstGeom>
        </p:spPr>
      </p:pic>
      <p:pic>
        <p:nvPicPr>
          <p:cNvPr id="1051" name="Graphic 1050">
            <a:extLst>
              <a:ext uri="{FF2B5EF4-FFF2-40B4-BE49-F238E27FC236}">
                <a16:creationId xmlns:a16="http://schemas.microsoft.com/office/drawing/2014/main" id="{97F83E20-6258-ACEF-FFAB-23FFD3349FCA}"/>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0489296" y="2592596"/>
            <a:ext cx="270329" cy="270329"/>
          </a:xfrm>
          <a:prstGeom prst="rect">
            <a:avLst/>
          </a:prstGeom>
        </p:spPr>
      </p:pic>
    </p:spTree>
    <p:extLst>
      <p:ext uri="{BB962C8B-B14F-4D97-AF65-F5344CB8AC3E}">
        <p14:creationId xmlns:p14="http://schemas.microsoft.com/office/powerpoint/2010/main" val="36805354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9" name="Shape 1969"/>
          <p:cNvSpPr/>
          <p:nvPr/>
        </p:nvSpPr>
        <p:spPr>
          <a:xfrm>
            <a:off x="4693204" y="1609454"/>
            <a:ext cx="1030183" cy="1030213"/>
          </a:xfrm>
          <a:custGeom>
            <a:avLst/>
            <a:gdLst/>
            <a:ahLst/>
            <a:cxnLst>
              <a:cxn ang="0">
                <a:pos x="wd2" y="hd2"/>
              </a:cxn>
              <a:cxn ang="5400000">
                <a:pos x="wd2" y="hd2"/>
              </a:cxn>
              <a:cxn ang="10800000">
                <a:pos x="wd2" y="hd2"/>
              </a:cxn>
              <a:cxn ang="16200000">
                <a:pos x="wd2" y="hd2"/>
              </a:cxn>
            </a:cxnLst>
            <a:rect l="0" t="0" r="r" b="b"/>
            <a:pathLst>
              <a:path w="19806" h="19807" extrusionOk="0">
                <a:moveTo>
                  <a:pt x="11898" y="19602"/>
                </a:moveTo>
                <a:cubicBezTo>
                  <a:pt x="6542" y="20703"/>
                  <a:pt x="1307" y="17255"/>
                  <a:pt x="205" y="11898"/>
                </a:cubicBezTo>
                <a:cubicBezTo>
                  <a:pt x="-897" y="6542"/>
                  <a:pt x="2552" y="1307"/>
                  <a:pt x="7908" y="205"/>
                </a:cubicBezTo>
                <a:cubicBezTo>
                  <a:pt x="13261" y="-897"/>
                  <a:pt x="18494" y="2548"/>
                  <a:pt x="19599" y="7899"/>
                </a:cubicBezTo>
                <a:cubicBezTo>
                  <a:pt x="19600" y="7902"/>
                  <a:pt x="19600" y="7904"/>
                  <a:pt x="19601" y="7908"/>
                </a:cubicBezTo>
                <a:cubicBezTo>
                  <a:pt x="20703" y="13264"/>
                  <a:pt x="17254" y="18500"/>
                  <a:pt x="11898" y="19602"/>
                </a:cubicBezTo>
                <a:close/>
              </a:path>
            </a:pathLst>
          </a:custGeom>
          <a:solidFill>
            <a:schemeClr val="accent6">
              <a:lumMod val="50000"/>
            </a:schemeClr>
          </a:solidFill>
          <a:ln w="12700">
            <a:miter lim="400000"/>
          </a:ln>
        </p:spPr>
        <p:txBody>
          <a:bodyPr lIns="19050" tIns="19050" rIns="19050" bIns="19050" anchor="ctr"/>
          <a:lstStyle/>
          <a:p>
            <a:pPr algn="ctr">
              <a:defRPr sz="3200" cap="none">
                <a:solidFill>
                  <a:srgbClr val="FFFFFF"/>
                </a:solidFill>
                <a:latin typeface="+mn-lt"/>
                <a:ea typeface="+mn-ea"/>
                <a:cs typeface="+mn-cs"/>
                <a:sym typeface="Helvetica Light"/>
              </a:defRPr>
            </a:pPr>
            <a:endParaRPr sz="1600"/>
          </a:p>
        </p:txBody>
      </p:sp>
      <p:sp>
        <p:nvSpPr>
          <p:cNvPr id="1948" name="Shape 1948"/>
          <p:cNvSpPr/>
          <p:nvPr/>
        </p:nvSpPr>
        <p:spPr>
          <a:xfrm>
            <a:off x="5198331" y="3273112"/>
            <a:ext cx="1795341" cy="746467"/>
          </a:xfrm>
          <a:prstGeom prst="rect">
            <a:avLst/>
          </a:prstGeom>
          <a:ln w="12700">
            <a:miter lim="400000"/>
          </a:ln>
          <a:extLst>
            <a:ext uri="{C572A759-6A51-4108-AA02-DFA0A04FC94B}">
              <ma14:wrappingTextBoxFlag xmlns:ma14="http://schemas.microsoft.com/office/mac/drawingml/2011/main" xmlns="" val="1"/>
            </a:ext>
          </a:extLst>
        </p:spPr>
        <p:txBody>
          <a:bodyPr lIns="25400" tIns="25400" rIns="25400" bIns="25400" anchor="ctr">
            <a:normAutofit lnSpcReduction="10000"/>
          </a:bodyPr>
          <a:lstStyle>
            <a:lvl1pPr algn="ctr">
              <a:lnSpc>
                <a:spcPct val="80000"/>
              </a:lnSpc>
              <a:defRPr sz="6000"/>
            </a:lvl1pPr>
          </a:lstStyle>
          <a:p>
            <a:r>
              <a:rPr lang="en-IN" sz="3000" b="1">
                <a:latin typeface="Verdana" panose="020B0604030504040204" pitchFamily="34" charset="0"/>
                <a:ea typeface="Verdana" panose="020B0604030504040204" pitchFamily="34" charset="0"/>
              </a:rPr>
              <a:t>Key Tenets</a:t>
            </a:r>
            <a:endParaRPr sz="3000" b="1">
              <a:latin typeface="Verdana" panose="020B0604030504040204" pitchFamily="34" charset="0"/>
              <a:ea typeface="Verdana" panose="020B0604030504040204" pitchFamily="34" charset="0"/>
            </a:endParaRPr>
          </a:p>
        </p:txBody>
      </p:sp>
      <p:sp>
        <p:nvSpPr>
          <p:cNvPr id="1961" name="Shape 1961"/>
          <p:cNvSpPr/>
          <p:nvPr/>
        </p:nvSpPr>
        <p:spPr>
          <a:xfrm>
            <a:off x="6453713" y="1609454"/>
            <a:ext cx="1030175" cy="1030184"/>
          </a:xfrm>
          <a:custGeom>
            <a:avLst/>
            <a:gdLst/>
            <a:ahLst/>
            <a:cxnLst>
              <a:cxn ang="0">
                <a:pos x="wd2" y="hd2"/>
              </a:cxn>
              <a:cxn ang="5400000">
                <a:pos x="wd2" y="hd2"/>
              </a:cxn>
              <a:cxn ang="10800000">
                <a:pos x="wd2" y="hd2"/>
              </a:cxn>
              <a:cxn ang="16200000">
                <a:pos x="wd2" y="hd2"/>
              </a:cxn>
            </a:cxnLst>
            <a:rect l="0" t="0" r="r" b="b"/>
            <a:pathLst>
              <a:path w="19807" h="19807" extrusionOk="0">
                <a:moveTo>
                  <a:pt x="7907" y="205"/>
                </a:moveTo>
                <a:cubicBezTo>
                  <a:pt x="13264" y="-897"/>
                  <a:pt x="18498" y="2551"/>
                  <a:pt x="19601" y="7908"/>
                </a:cubicBezTo>
                <a:cubicBezTo>
                  <a:pt x="20703" y="13264"/>
                  <a:pt x="17254" y="18500"/>
                  <a:pt x="11898" y="19602"/>
                </a:cubicBezTo>
                <a:cubicBezTo>
                  <a:pt x="6545" y="20703"/>
                  <a:pt x="1312" y="17258"/>
                  <a:pt x="206" y="11907"/>
                </a:cubicBezTo>
                <a:cubicBezTo>
                  <a:pt x="206" y="11904"/>
                  <a:pt x="205" y="11901"/>
                  <a:pt x="204" y="11899"/>
                </a:cubicBezTo>
                <a:cubicBezTo>
                  <a:pt x="-897" y="6542"/>
                  <a:pt x="2551" y="1307"/>
                  <a:pt x="7907" y="205"/>
                </a:cubicBezTo>
                <a:close/>
              </a:path>
            </a:pathLst>
          </a:custGeom>
          <a:solidFill>
            <a:schemeClr val="accent1"/>
          </a:solidFill>
          <a:ln w="12700">
            <a:miter lim="400000"/>
          </a:ln>
        </p:spPr>
        <p:txBody>
          <a:bodyPr lIns="19050" tIns="19050" rIns="19050" bIns="19050" anchor="ctr"/>
          <a:lstStyle/>
          <a:p>
            <a:pPr algn="ctr">
              <a:defRPr sz="3200" cap="none">
                <a:solidFill>
                  <a:srgbClr val="FFFFFF"/>
                </a:solidFill>
                <a:latin typeface="+mn-lt"/>
                <a:ea typeface="+mn-ea"/>
                <a:cs typeface="+mn-cs"/>
                <a:sym typeface="Helvetica Light"/>
              </a:defRPr>
            </a:pPr>
            <a:endParaRPr sz="1600"/>
          </a:p>
        </p:txBody>
      </p:sp>
      <p:sp>
        <p:nvSpPr>
          <p:cNvPr id="1962" name="Shape 1962"/>
          <p:cNvSpPr/>
          <p:nvPr/>
        </p:nvSpPr>
        <p:spPr>
          <a:xfrm>
            <a:off x="7822278" y="1937646"/>
            <a:ext cx="436131" cy="373800"/>
          </a:xfrm>
          <a:custGeom>
            <a:avLst/>
            <a:gdLst/>
            <a:ahLst/>
            <a:cxnLst>
              <a:cxn ang="0">
                <a:pos x="wd2" y="hd2"/>
              </a:cxn>
              <a:cxn ang="5400000">
                <a:pos x="wd2" y="hd2"/>
              </a:cxn>
              <a:cxn ang="10800000">
                <a:pos x="wd2" y="hd2"/>
              </a:cxn>
              <a:cxn ang="16200000">
                <a:pos x="wd2" y="hd2"/>
              </a:cxn>
            </a:cxnLst>
            <a:rect l="0" t="0" r="r" b="b"/>
            <a:pathLst>
              <a:path w="21600" h="21239" extrusionOk="0">
                <a:moveTo>
                  <a:pt x="18514" y="2240"/>
                </a:moveTo>
                <a:cubicBezTo>
                  <a:pt x="15368" y="5006"/>
                  <a:pt x="12319" y="6596"/>
                  <a:pt x="9257" y="6983"/>
                </a:cubicBezTo>
                <a:lnTo>
                  <a:pt x="9257" y="10717"/>
                </a:lnTo>
                <a:cubicBezTo>
                  <a:pt x="12319" y="11104"/>
                  <a:pt x="15368" y="12667"/>
                  <a:pt x="18514" y="15433"/>
                </a:cubicBezTo>
                <a:cubicBezTo>
                  <a:pt x="18514" y="15433"/>
                  <a:pt x="18514" y="2240"/>
                  <a:pt x="18514" y="2240"/>
                </a:cubicBezTo>
                <a:close/>
                <a:moveTo>
                  <a:pt x="21600" y="8850"/>
                </a:moveTo>
                <a:cubicBezTo>
                  <a:pt x="21600" y="9832"/>
                  <a:pt x="20913" y="10620"/>
                  <a:pt x="20057" y="10620"/>
                </a:cubicBezTo>
                <a:lnTo>
                  <a:pt x="20057" y="15930"/>
                </a:lnTo>
                <a:cubicBezTo>
                  <a:pt x="20057" y="16898"/>
                  <a:pt x="19358" y="17700"/>
                  <a:pt x="18514" y="17700"/>
                </a:cubicBezTo>
                <a:cubicBezTo>
                  <a:pt x="16369" y="15654"/>
                  <a:pt x="12909" y="12847"/>
                  <a:pt x="8727" y="12446"/>
                </a:cubicBezTo>
                <a:cubicBezTo>
                  <a:pt x="7292" y="12999"/>
                  <a:pt x="6798" y="14921"/>
                  <a:pt x="7738" y="16027"/>
                </a:cubicBezTo>
                <a:cubicBezTo>
                  <a:pt x="6895" y="17617"/>
                  <a:pt x="7979" y="18738"/>
                  <a:pt x="9257" y="19885"/>
                </a:cubicBezTo>
                <a:cubicBezTo>
                  <a:pt x="8510" y="21572"/>
                  <a:pt x="5400" y="21600"/>
                  <a:pt x="4291" y="20425"/>
                </a:cubicBezTo>
                <a:cubicBezTo>
                  <a:pt x="3592" y="17963"/>
                  <a:pt x="2555" y="15502"/>
                  <a:pt x="3399" y="12390"/>
                </a:cubicBezTo>
                <a:lnTo>
                  <a:pt x="1929" y="12390"/>
                </a:lnTo>
                <a:cubicBezTo>
                  <a:pt x="868" y="12390"/>
                  <a:pt x="0" y="11395"/>
                  <a:pt x="0" y="10178"/>
                </a:cubicBezTo>
                <a:lnTo>
                  <a:pt x="0" y="7523"/>
                </a:lnTo>
                <a:cubicBezTo>
                  <a:pt x="0" y="6306"/>
                  <a:pt x="868" y="5310"/>
                  <a:pt x="1929" y="5310"/>
                </a:cubicBezTo>
                <a:lnTo>
                  <a:pt x="7714" y="5310"/>
                </a:lnTo>
                <a:cubicBezTo>
                  <a:pt x="12343" y="5310"/>
                  <a:pt x="16200" y="2213"/>
                  <a:pt x="18514" y="0"/>
                </a:cubicBezTo>
                <a:cubicBezTo>
                  <a:pt x="19358" y="0"/>
                  <a:pt x="20057" y="802"/>
                  <a:pt x="20057" y="1770"/>
                </a:cubicBezTo>
                <a:lnTo>
                  <a:pt x="20057" y="7080"/>
                </a:lnTo>
                <a:cubicBezTo>
                  <a:pt x="20913" y="7080"/>
                  <a:pt x="21600" y="7868"/>
                  <a:pt x="21600" y="8850"/>
                </a:cubicBezTo>
                <a:close/>
              </a:path>
            </a:pathLst>
          </a:custGeom>
          <a:solidFill>
            <a:srgbClr val="FFFFFF"/>
          </a:solidFill>
          <a:ln w="12700">
            <a:miter lim="400000"/>
          </a:ln>
        </p:spPr>
        <p:txBody>
          <a:bodyPr lIns="19050" tIns="19050" rIns="19050" bIns="19050" anchor="ctr"/>
          <a:lstStyle/>
          <a:p>
            <a:pPr algn="ctr">
              <a:defRPr sz="8000" cap="none">
                <a:solidFill>
                  <a:srgbClr val="53585F"/>
                </a:solidFill>
                <a:latin typeface="Open Sans"/>
                <a:ea typeface="Open Sans"/>
                <a:cs typeface="Open Sans"/>
                <a:sym typeface="Open Sans"/>
              </a:defRPr>
            </a:pPr>
            <a:endParaRPr sz="4000"/>
          </a:p>
        </p:txBody>
      </p:sp>
      <p:sp>
        <p:nvSpPr>
          <p:cNvPr id="1963" name="Shape 1963"/>
          <p:cNvSpPr/>
          <p:nvPr/>
        </p:nvSpPr>
        <p:spPr>
          <a:xfrm>
            <a:off x="7348886" y="3131248"/>
            <a:ext cx="1030165" cy="1030200"/>
          </a:xfrm>
          <a:custGeom>
            <a:avLst/>
            <a:gdLst/>
            <a:ahLst/>
            <a:cxnLst>
              <a:cxn ang="0">
                <a:pos x="wd2" y="hd2"/>
              </a:cxn>
              <a:cxn ang="5400000">
                <a:pos x="wd2" y="hd2"/>
              </a:cxn>
              <a:cxn ang="10800000">
                <a:pos x="wd2" y="hd2"/>
              </a:cxn>
              <a:cxn ang="16200000">
                <a:pos x="wd2" y="hd2"/>
              </a:cxn>
            </a:cxnLst>
            <a:rect l="0" t="0" r="r" b="b"/>
            <a:pathLst>
              <a:path w="19806" h="19806" extrusionOk="0">
                <a:moveTo>
                  <a:pt x="11898" y="19600"/>
                </a:moveTo>
                <a:cubicBezTo>
                  <a:pt x="6542" y="20703"/>
                  <a:pt x="1307" y="17254"/>
                  <a:pt x="205" y="11898"/>
                </a:cubicBezTo>
                <a:cubicBezTo>
                  <a:pt x="-897" y="6542"/>
                  <a:pt x="2551" y="1307"/>
                  <a:pt x="7908" y="205"/>
                </a:cubicBezTo>
                <a:cubicBezTo>
                  <a:pt x="13261" y="-897"/>
                  <a:pt x="18494" y="2548"/>
                  <a:pt x="19599" y="7899"/>
                </a:cubicBezTo>
                <a:cubicBezTo>
                  <a:pt x="19600" y="7902"/>
                  <a:pt x="19600" y="7905"/>
                  <a:pt x="19600" y="7907"/>
                </a:cubicBezTo>
                <a:cubicBezTo>
                  <a:pt x="20703" y="13263"/>
                  <a:pt x="17254" y="18499"/>
                  <a:pt x="11898" y="19600"/>
                </a:cubicBezTo>
                <a:close/>
              </a:path>
            </a:pathLst>
          </a:custGeom>
          <a:solidFill>
            <a:schemeClr val="accent2"/>
          </a:solidFill>
          <a:ln w="12700">
            <a:miter lim="400000"/>
          </a:ln>
        </p:spPr>
        <p:txBody>
          <a:bodyPr lIns="19050" tIns="19050" rIns="19050" bIns="19050" anchor="ctr"/>
          <a:lstStyle/>
          <a:p>
            <a:pPr algn="ctr">
              <a:defRPr sz="3200" cap="none">
                <a:solidFill>
                  <a:srgbClr val="FFFFFF"/>
                </a:solidFill>
                <a:latin typeface="+mn-lt"/>
                <a:ea typeface="+mn-ea"/>
                <a:cs typeface="+mn-cs"/>
                <a:sym typeface="Helvetica Light"/>
              </a:defRPr>
            </a:pPr>
            <a:endParaRPr sz="1600"/>
          </a:p>
        </p:txBody>
      </p:sp>
      <p:sp>
        <p:nvSpPr>
          <p:cNvPr id="1965" name="Shape 1965"/>
          <p:cNvSpPr/>
          <p:nvPr/>
        </p:nvSpPr>
        <p:spPr>
          <a:xfrm>
            <a:off x="6468632" y="4653044"/>
            <a:ext cx="1030202" cy="1030193"/>
          </a:xfrm>
          <a:custGeom>
            <a:avLst/>
            <a:gdLst/>
            <a:ahLst/>
            <a:cxnLst>
              <a:cxn ang="0">
                <a:pos x="wd2" y="hd2"/>
              </a:cxn>
              <a:cxn ang="5400000">
                <a:pos x="wd2" y="hd2"/>
              </a:cxn>
              <a:cxn ang="10800000">
                <a:pos x="wd2" y="hd2"/>
              </a:cxn>
              <a:cxn ang="16200000">
                <a:pos x="wd2" y="hd2"/>
              </a:cxn>
            </a:cxnLst>
            <a:rect l="0" t="0" r="r" b="b"/>
            <a:pathLst>
              <a:path w="19807" h="19806" extrusionOk="0">
                <a:moveTo>
                  <a:pt x="7908" y="205"/>
                </a:moveTo>
                <a:cubicBezTo>
                  <a:pt x="13264" y="-897"/>
                  <a:pt x="18500" y="2551"/>
                  <a:pt x="19602" y="7907"/>
                </a:cubicBezTo>
                <a:cubicBezTo>
                  <a:pt x="20703" y="13264"/>
                  <a:pt x="17254" y="18499"/>
                  <a:pt x="11899" y="19601"/>
                </a:cubicBezTo>
                <a:cubicBezTo>
                  <a:pt x="6545" y="20703"/>
                  <a:pt x="1312" y="17258"/>
                  <a:pt x="207" y="11907"/>
                </a:cubicBezTo>
                <a:cubicBezTo>
                  <a:pt x="206" y="11904"/>
                  <a:pt x="206" y="11901"/>
                  <a:pt x="205" y="11898"/>
                </a:cubicBezTo>
                <a:cubicBezTo>
                  <a:pt x="-897" y="6542"/>
                  <a:pt x="2552" y="1307"/>
                  <a:pt x="7908" y="205"/>
                </a:cubicBezTo>
                <a:close/>
              </a:path>
            </a:pathLst>
          </a:custGeom>
          <a:solidFill>
            <a:srgbClr val="5A37B0"/>
          </a:solidFill>
          <a:ln w="12700">
            <a:miter lim="400000"/>
          </a:ln>
        </p:spPr>
        <p:txBody>
          <a:bodyPr lIns="19050" tIns="19050" rIns="19050" bIns="19050" anchor="ctr"/>
          <a:lstStyle/>
          <a:p>
            <a:pPr algn="ctr">
              <a:defRPr sz="3200" cap="none">
                <a:solidFill>
                  <a:srgbClr val="FFFFFF"/>
                </a:solidFill>
                <a:latin typeface="+mn-lt"/>
                <a:ea typeface="+mn-ea"/>
                <a:cs typeface="+mn-cs"/>
                <a:sym typeface="Helvetica Light"/>
              </a:defRPr>
            </a:pPr>
            <a:endParaRPr sz="1600"/>
          </a:p>
        </p:txBody>
      </p:sp>
      <p:sp>
        <p:nvSpPr>
          <p:cNvPr id="1967" name="Shape 1967"/>
          <p:cNvSpPr/>
          <p:nvPr/>
        </p:nvSpPr>
        <p:spPr>
          <a:xfrm>
            <a:off x="4675507" y="4653054"/>
            <a:ext cx="1030165" cy="1030183"/>
          </a:xfrm>
          <a:custGeom>
            <a:avLst/>
            <a:gdLst/>
            <a:ahLst/>
            <a:cxnLst>
              <a:cxn ang="0">
                <a:pos x="wd2" y="hd2"/>
              </a:cxn>
              <a:cxn ang="5400000">
                <a:pos x="wd2" y="hd2"/>
              </a:cxn>
              <a:cxn ang="10800000">
                <a:pos x="wd2" y="hd2"/>
              </a:cxn>
              <a:cxn ang="16200000">
                <a:pos x="wd2" y="hd2"/>
              </a:cxn>
            </a:cxnLst>
            <a:rect l="0" t="0" r="r" b="b"/>
            <a:pathLst>
              <a:path w="19806" h="19807" extrusionOk="0">
                <a:moveTo>
                  <a:pt x="7908" y="205"/>
                </a:moveTo>
                <a:cubicBezTo>
                  <a:pt x="13264" y="-897"/>
                  <a:pt x="18499" y="2552"/>
                  <a:pt x="19601" y="7908"/>
                </a:cubicBezTo>
                <a:cubicBezTo>
                  <a:pt x="20703" y="13265"/>
                  <a:pt x="17255" y="18500"/>
                  <a:pt x="11899" y="19602"/>
                </a:cubicBezTo>
                <a:cubicBezTo>
                  <a:pt x="6545" y="20703"/>
                  <a:pt x="1313" y="17258"/>
                  <a:pt x="207" y="11907"/>
                </a:cubicBezTo>
                <a:cubicBezTo>
                  <a:pt x="207" y="11904"/>
                  <a:pt x="206" y="11901"/>
                  <a:pt x="206" y="11899"/>
                </a:cubicBezTo>
                <a:cubicBezTo>
                  <a:pt x="-897" y="6543"/>
                  <a:pt x="2552" y="1307"/>
                  <a:pt x="7908" y="205"/>
                </a:cubicBezTo>
                <a:close/>
              </a:path>
            </a:pathLst>
          </a:custGeom>
          <a:solidFill>
            <a:schemeClr val="accent5"/>
          </a:solidFill>
          <a:ln w="12700">
            <a:miter lim="400000"/>
          </a:ln>
        </p:spPr>
        <p:txBody>
          <a:bodyPr lIns="19050" tIns="19050" rIns="19050" bIns="19050" anchor="ctr"/>
          <a:lstStyle/>
          <a:p>
            <a:pPr algn="ctr">
              <a:defRPr sz="3200" cap="none">
                <a:solidFill>
                  <a:srgbClr val="FFFFFF"/>
                </a:solidFill>
                <a:latin typeface="+mn-lt"/>
                <a:ea typeface="+mn-ea"/>
                <a:cs typeface="+mn-cs"/>
                <a:sym typeface="Helvetica Light"/>
              </a:defRPr>
            </a:pPr>
            <a:endParaRPr sz="1600"/>
          </a:p>
        </p:txBody>
      </p:sp>
      <p:sp>
        <p:nvSpPr>
          <p:cNvPr id="1968" name="Shape 1968"/>
          <p:cNvSpPr/>
          <p:nvPr/>
        </p:nvSpPr>
        <p:spPr>
          <a:xfrm>
            <a:off x="5024884" y="1889039"/>
            <a:ext cx="366821" cy="373800"/>
          </a:xfrm>
          <a:custGeom>
            <a:avLst/>
            <a:gdLst/>
            <a:ahLst/>
            <a:cxnLst>
              <a:cxn ang="0">
                <a:pos x="wd2" y="hd2"/>
              </a:cxn>
              <a:cxn ang="5400000">
                <a:pos x="wd2" y="hd2"/>
              </a:cxn>
              <a:cxn ang="10800000">
                <a:pos x="wd2" y="hd2"/>
              </a:cxn>
              <a:cxn ang="16200000">
                <a:pos x="wd2" y="hd2"/>
              </a:cxn>
            </a:cxnLst>
            <a:rect l="0" t="0" r="r" b="b"/>
            <a:pathLst>
              <a:path w="21125" h="19900" extrusionOk="0">
                <a:moveTo>
                  <a:pt x="13723" y="10461"/>
                </a:moveTo>
                <a:cubicBezTo>
                  <a:pt x="12293" y="10461"/>
                  <a:pt x="11128" y="9451"/>
                  <a:pt x="11128" y="8218"/>
                </a:cubicBezTo>
                <a:cubicBezTo>
                  <a:pt x="11128" y="6974"/>
                  <a:pt x="12293" y="5975"/>
                  <a:pt x="13723" y="5975"/>
                </a:cubicBezTo>
                <a:cubicBezTo>
                  <a:pt x="15164" y="5975"/>
                  <a:pt x="16317" y="6974"/>
                  <a:pt x="16317" y="8218"/>
                </a:cubicBezTo>
                <a:cubicBezTo>
                  <a:pt x="16317" y="9451"/>
                  <a:pt x="15164" y="10461"/>
                  <a:pt x="13723" y="10461"/>
                </a:cubicBezTo>
                <a:close/>
                <a:moveTo>
                  <a:pt x="7692" y="10461"/>
                </a:moveTo>
                <a:cubicBezTo>
                  <a:pt x="6262" y="10461"/>
                  <a:pt x="5097" y="9451"/>
                  <a:pt x="5097" y="8218"/>
                </a:cubicBezTo>
                <a:cubicBezTo>
                  <a:pt x="5097" y="6974"/>
                  <a:pt x="6262" y="5975"/>
                  <a:pt x="7692" y="5975"/>
                </a:cubicBezTo>
                <a:cubicBezTo>
                  <a:pt x="9121" y="5975"/>
                  <a:pt x="10287" y="6974"/>
                  <a:pt x="10287" y="8218"/>
                </a:cubicBezTo>
                <a:cubicBezTo>
                  <a:pt x="10287" y="9451"/>
                  <a:pt x="9121" y="10461"/>
                  <a:pt x="7692" y="10461"/>
                </a:cubicBezTo>
                <a:close/>
                <a:moveTo>
                  <a:pt x="19020" y="2810"/>
                </a:moveTo>
                <a:cubicBezTo>
                  <a:pt x="19020" y="1533"/>
                  <a:pt x="18576" y="1033"/>
                  <a:pt x="17302" y="1033"/>
                </a:cubicBezTo>
                <a:lnTo>
                  <a:pt x="3944" y="1033"/>
                </a:lnTo>
                <a:cubicBezTo>
                  <a:pt x="2610" y="1033"/>
                  <a:pt x="2238" y="1455"/>
                  <a:pt x="2238" y="2810"/>
                </a:cubicBezTo>
                <a:lnTo>
                  <a:pt x="2238" y="10284"/>
                </a:lnTo>
                <a:cubicBezTo>
                  <a:pt x="5085" y="11661"/>
                  <a:pt x="7524" y="11416"/>
                  <a:pt x="8857" y="11372"/>
                </a:cubicBezTo>
                <a:cubicBezTo>
                  <a:pt x="9422" y="11361"/>
                  <a:pt x="9782" y="11461"/>
                  <a:pt x="9998" y="11672"/>
                </a:cubicBezTo>
                <a:cubicBezTo>
                  <a:pt x="10034" y="11705"/>
                  <a:pt x="10070" y="11738"/>
                  <a:pt x="10119" y="11772"/>
                </a:cubicBezTo>
                <a:cubicBezTo>
                  <a:pt x="10371" y="11994"/>
                  <a:pt x="10611" y="12172"/>
                  <a:pt x="10851" y="12338"/>
                </a:cubicBezTo>
                <a:cubicBezTo>
                  <a:pt x="10899" y="11727"/>
                  <a:pt x="11272" y="11339"/>
                  <a:pt x="12269" y="11372"/>
                </a:cubicBezTo>
                <a:cubicBezTo>
                  <a:pt x="13626" y="11427"/>
                  <a:pt x="16125" y="11672"/>
                  <a:pt x="19020" y="10217"/>
                </a:cubicBezTo>
                <a:cubicBezTo>
                  <a:pt x="19020" y="10217"/>
                  <a:pt x="19020" y="2810"/>
                  <a:pt x="19020" y="2810"/>
                </a:cubicBezTo>
                <a:close/>
                <a:moveTo>
                  <a:pt x="16510" y="12960"/>
                </a:moveTo>
                <a:cubicBezTo>
                  <a:pt x="18876" y="20412"/>
                  <a:pt x="10731" y="21600"/>
                  <a:pt x="10863" y="17780"/>
                </a:cubicBezTo>
                <a:cubicBezTo>
                  <a:pt x="10863" y="17846"/>
                  <a:pt x="10851" y="15725"/>
                  <a:pt x="10851" y="14148"/>
                </a:cubicBezTo>
                <a:cubicBezTo>
                  <a:pt x="10671" y="14115"/>
                  <a:pt x="10491" y="14071"/>
                  <a:pt x="10275" y="14026"/>
                </a:cubicBezTo>
                <a:cubicBezTo>
                  <a:pt x="10275" y="15614"/>
                  <a:pt x="10263" y="17846"/>
                  <a:pt x="10263" y="17780"/>
                </a:cubicBezTo>
                <a:cubicBezTo>
                  <a:pt x="10395" y="21600"/>
                  <a:pt x="2250" y="20412"/>
                  <a:pt x="4616" y="12960"/>
                </a:cubicBezTo>
                <a:cubicBezTo>
                  <a:pt x="2382" y="12116"/>
                  <a:pt x="916" y="11039"/>
                  <a:pt x="147" y="10161"/>
                </a:cubicBezTo>
                <a:cubicBezTo>
                  <a:pt x="-237" y="9628"/>
                  <a:pt x="183" y="9062"/>
                  <a:pt x="820" y="9473"/>
                </a:cubicBezTo>
                <a:cubicBezTo>
                  <a:pt x="904" y="9528"/>
                  <a:pt x="1000" y="9584"/>
                  <a:pt x="1084" y="9639"/>
                </a:cubicBezTo>
                <a:lnTo>
                  <a:pt x="1084" y="1932"/>
                </a:lnTo>
                <a:cubicBezTo>
                  <a:pt x="1084" y="866"/>
                  <a:pt x="1949" y="0"/>
                  <a:pt x="3019" y="0"/>
                </a:cubicBezTo>
                <a:lnTo>
                  <a:pt x="18119" y="0"/>
                </a:lnTo>
                <a:cubicBezTo>
                  <a:pt x="19189" y="0"/>
                  <a:pt x="20054" y="866"/>
                  <a:pt x="20054" y="1932"/>
                </a:cubicBezTo>
                <a:lnTo>
                  <a:pt x="20054" y="9639"/>
                </a:lnTo>
                <a:cubicBezTo>
                  <a:pt x="20138" y="9584"/>
                  <a:pt x="20222" y="9528"/>
                  <a:pt x="20306" y="9473"/>
                </a:cubicBezTo>
                <a:cubicBezTo>
                  <a:pt x="20943" y="9062"/>
                  <a:pt x="21363" y="9628"/>
                  <a:pt x="20979" y="10161"/>
                </a:cubicBezTo>
                <a:cubicBezTo>
                  <a:pt x="20210" y="11039"/>
                  <a:pt x="18744" y="12116"/>
                  <a:pt x="16510" y="12960"/>
                </a:cubicBezTo>
                <a:close/>
              </a:path>
            </a:pathLst>
          </a:custGeom>
          <a:solidFill>
            <a:srgbClr val="FFFFFF"/>
          </a:solidFill>
          <a:ln w="12700">
            <a:miter lim="400000"/>
          </a:ln>
        </p:spPr>
        <p:txBody>
          <a:bodyPr lIns="19050" tIns="19050" rIns="19050" bIns="19050" anchor="ctr"/>
          <a:lstStyle/>
          <a:p>
            <a:pPr algn="ctr">
              <a:defRPr sz="8000" cap="none">
                <a:solidFill>
                  <a:srgbClr val="53585F"/>
                </a:solidFill>
                <a:latin typeface="Open Sans"/>
                <a:ea typeface="Open Sans"/>
                <a:cs typeface="Open Sans"/>
                <a:sym typeface="Open Sans"/>
              </a:defRPr>
            </a:pPr>
            <a:endParaRPr sz="4000"/>
          </a:p>
        </p:txBody>
      </p:sp>
      <p:sp>
        <p:nvSpPr>
          <p:cNvPr id="1970" name="Shape 1970"/>
          <p:cNvSpPr/>
          <p:nvPr/>
        </p:nvSpPr>
        <p:spPr>
          <a:xfrm>
            <a:off x="4883889" y="3727420"/>
            <a:ext cx="334848" cy="334835"/>
          </a:xfrm>
          <a:custGeom>
            <a:avLst/>
            <a:gdLst/>
            <a:ahLst/>
            <a:cxnLst>
              <a:cxn ang="0">
                <a:pos x="wd2" y="hd2"/>
              </a:cxn>
              <a:cxn ang="5400000">
                <a:pos x="wd2" y="hd2"/>
              </a:cxn>
              <a:cxn ang="10800000">
                <a:pos x="wd2" y="hd2"/>
              </a:cxn>
              <a:cxn ang="16200000">
                <a:pos x="wd2" y="hd2"/>
              </a:cxn>
            </a:cxnLst>
            <a:rect l="0" t="0" r="r" b="b"/>
            <a:pathLst>
              <a:path w="19691" h="21600" extrusionOk="0">
                <a:moveTo>
                  <a:pt x="12441" y="612"/>
                </a:moveTo>
                <a:lnTo>
                  <a:pt x="12459" y="8296"/>
                </a:lnTo>
                <a:lnTo>
                  <a:pt x="15229" y="5238"/>
                </a:lnTo>
                <a:cubicBezTo>
                  <a:pt x="17945" y="8444"/>
                  <a:pt x="17897" y="13464"/>
                  <a:pt x="15076" y="16579"/>
                </a:cubicBezTo>
                <a:cubicBezTo>
                  <a:pt x="13922" y="17856"/>
                  <a:pt x="12477" y="18617"/>
                  <a:pt x="10977" y="18866"/>
                </a:cubicBezTo>
                <a:lnTo>
                  <a:pt x="11059" y="21600"/>
                </a:lnTo>
                <a:cubicBezTo>
                  <a:pt x="13167" y="21320"/>
                  <a:pt x="15204" y="20288"/>
                  <a:pt x="16820" y="18505"/>
                </a:cubicBezTo>
                <a:cubicBezTo>
                  <a:pt x="20600" y="14327"/>
                  <a:pt x="20645" y="7585"/>
                  <a:pt x="16966" y="3318"/>
                </a:cubicBezTo>
                <a:lnTo>
                  <a:pt x="19057" y="1008"/>
                </a:lnTo>
                <a:cubicBezTo>
                  <a:pt x="19057" y="1008"/>
                  <a:pt x="12441" y="612"/>
                  <a:pt x="12441" y="612"/>
                </a:cubicBezTo>
                <a:close/>
                <a:moveTo>
                  <a:pt x="4461" y="16363"/>
                </a:moveTo>
                <a:cubicBezTo>
                  <a:pt x="1745" y="13160"/>
                  <a:pt x="1793" y="8139"/>
                  <a:pt x="4614" y="5022"/>
                </a:cubicBezTo>
                <a:cubicBezTo>
                  <a:pt x="5769" y="3746"/>
                  <a:pt x="7213" y="2985"/>
                  <a:pt x="8713" y="2735"/>
                </a:cubicBezTo>
                <a:lnTo>
                  <a:pt x="8631" y="0"/>
                </a:lnTo>
                <a:cubicBezTo>
                  <a:pt x="6524" y="280"/>
                  <a:pt x="4486" y="1312"/>
                  <a:pt x="2871" y="3096"/>
                </a:cubicBezTo>
                <a:cubicBezTo>
                  <a:pt x="-909" y="7272"/>
                  <a:pt x="-955" y="14014"/>
                  <a:pt x="2724" y="18284"/>
                </a:cubicBezTo>
                <a:lnTo>
                  <a:pt x="633" y="20591"/>
                </a:lnTo>
                <a:lnTo>
                  <a:pt x="7249" y="20988"/>
                </a:lnTo>
                <a:lnTo>
                  <a:pt x="7231" y="13304"/>
                </a:lnTo>
                <a:cubicBezTo>
                  <a:pt x="7231" y="13304"/>
                  <a:pt x="4461" y="16363"/>
                  <a:pt x="4461" y="16363"/>
                </a:cubicBezTo>
                <a:close/>
              </a:path>
            </a:pathLst>
          </a:custGeom>
          <a:solidFill>
            <a:srgbClr val="FFFFFF"/>
          </a:solidFill>
          <a:ln w="12700">
            <a:miter lim="400000"/>
          </a:ln>
        </p:spPr>
        <p:txBody>
          <a:bodyPr lIns="21828" tIns="21828" rIns="21828" bIns="21828" anchor="ctr"/>
          <a:lstStyle/>
          <a:p>
            <a:pPr algn="ctr">
              <a:defRPr sz="8000" cap="none">
                <a:solidFill>
                  <a:srgbClr val="53585F"/>
                </a:solidFill>
                <a:latin typeface="Open Sans"/>
                <a:ea typeface="Open Sans"/>
                <a:cs typeface="Open Sans"/>
                <a:sym typeface="Open Sans"/>
              </a:defRPr>
            </a:pPr>
            <a:endParaRPr sz="4000"/>
          </a:p>
        </p:txBody>
      </p:sp>
      <p:sp>
        <p:nvSpPr>
          <p:cNvPr id="1971" name="Shape 1971"/>
          <p:cNvSpPr/>
          <p:nvPr/>
        </p:nvSpPr>
        <p:spPr>
          <a:xfrm>
            <a:off x="3812950" y="3131248"/>
            <a:ext cx="1030204" cy="1030184"/>
          </a:xfrm>
          <a:custGeom>
            <a:avLst/>
            <a:gdLst/>
            <a:ahLst/>
            <a:cxnLst>
              <a:cxn ang="0">
                <a:pos x="wd2" y="hd2"/>
              </a:cxn>
              <a:cxn ang="5400000">
                <a:pos x="wd2" y="hd2"/>
              </a:cxn>
              <a:cxn ang="10800000">
                <a:pos x="wd2" y="hd2"/>
              </a:cxn>
              <a:cxn ang="16200000">
                <a:pos x="wd2" y="hd2"/>
              </a:cxn>
            </a:cxnLst>
            <a:rect l="0" t="0" r="r" b="b"/>
            <a:pathLst>
              <a:path w="19807" h="19807" extrusionOk="0">
                <a:moveTo>
                  <a:pt x="11898" y="19602"/>
                </a:moveTo>
                <a:cubicBezTo>
                  <a:pt x="6542" y="20704"/>
                  <a:pt x="1306" y="17256"/>
                  <a:pt x="204" y="11899"/>
                </a:cubicBezTo>
                <a:cubicBezTo>
                  <a:pt x="-897" y="6542"/>
                  <a:pt x="2552" y="1307"/>
                  <a:pt x="7907" y="205"/>
                </a:cubicBezTo>
                <a:cubicBezTo>
                  <a:pt x="13261" y="-896"/>
                  <a:pt x="18494" y="2549"/>
                  <a:pt x="19599" y="7900"/>
                </a:cubicBezTo>
                <a:cubicBezTo>
                  <a:pt x="19600" y="7903"/>
                  <a:pt x="19600" y="7905"/>
                  <a:pt x="19601" y="7908"/>
                </a:cubicBezTo>
                <a:cubicBezTo>
                  <a:pt x="20703" y="13264"/>
                  <a:pt x="17254" y="18500"/>
                  <a:pt x="11898" y="19602"/>
                </a:cubicBezTo>
                <a:close/>
              </a:path>
            </a:pathLst>
          </a:custGeom>
          <a:solidFill>
            <a:srgbClr val="FFC310"/>
          </a:solidFill>
          <a:ln w="12700">
            <a:miter lim="400000"/>
          </a:ln>
        </p:spPr>
        <p:txBody>
          <a:bodyPr lIns="19050" tIns="19050" rIns="19050" bIns="19050" anchor="ctr"/>
          <a:lstStyle/>
          <a:p>
            <a:pPr algn="ctr">
              <a:defRPr sz="3200" cap="none">
                <a:solidFill>
                  <a:srgbClr val="FFFFFF"/>
                </a:solidFill>
                <a:latin typeface="+mn-lt"/>
                <a:ea typeface="+mn-ea"/>
                <a:cs typeface="+mn-cs"/>
                <a:sym typeface="Helvetica Light"/>
              </a:defRPr>
            </a:pPr>
            <a:endParaRPr sz="1600"/>
          </a:p>
        </p:txBody>
      </p:sp>
      <p:sp>
        <p:nvSpPr>
          <p:cNvPr id="1972" name="Shape 1972"/>
          <p:cNvSpPr/>
          <p:nvPr/>
        </p:nvSpPr>
        <p:spPr>
          <a:xfrm>
            <a:off x="4968799" y="4970262"/>
            <a:ext cx="406228" cy="324980"/>
          </a:xfrm>
          <a:custGeom>
            <a:avLst/>
            <a:gdLst/>
            <a:ahLst/>
            <a:cxnLst>
              <a:cxn ang="0">
                <a:pos x="wd2" y="hd2"/>
              </a:cxn>
              <a:cxn ang="5400000">
                <a:pos x="wd2" y="hd2"/>
              </a:cxn>
              <a:cxn ang="10800000">
                <a:pos x="wd2" y="hd2"/>
              </a:cxn>
              <a:cxn ang="16200000">
                <a:pos x="wd2" y="hd2"/>
              </a:cxn>
            </a:cxnLst>
            <a:rect l="0" t="0" r="r" b="b"/>
            <a:pathLst>
              <a:path w="21600" h="21600" extrusionOk="0">
                <a:moveTo>
                  <a:pt x="17280" y="13500"/>
                </a:moveTo>
                <a:lnTo>
                  <a:pt x="4320" y="13500"/>
                </a:lnTo>
                <a:lnTo>
                  <a:pt x="4320" y="2700"/>
                </a:lnTo>
                <a:lnTo>
                  <a:pt x="17280" y="2700"/>
                </a:lnTo>
                <a:cubicBezTo>
                  <a:pt x="17280" y="2700"/>
                  <a:pt x="17280" y="13500"/>
                  <a:pt x="17280" y="13500"/>
                </a:cubicBezTo>
                <a:close/>
                <a:moveTo>
                  <a:pt x="7560" y="18900"/>
                </a:moveTo>
                <a:lnTo>
                  <a:pt x="8208" y="17550"/>
                </a:lnTo>
                <a:lnTo>
                  <a:pt x="13392" y="17550"/>
                </a:lnTo>
                <a:lnTo>
                  <a:pt x="14040" y="18900"/>
                </a:lnTo>
                <a:cubicBezTo>
                  <a:pt x="14040" y="18900"/>
                  <a:pt x="7560" y="18900"/>
                  <a:pt x="7560" y="18900"/>
                </a:cubicBezTo>
                <a:close/>
                <a:moveTo>
                  <a:pt x="21334" y="18402"/>
                </a:moveTo>
                <a:cubicBezTo>
                  <a:pt x="21068" y="17901"/>
                  <a:pt x="19440" y="14850"/>
                  <a:pt x="19440" y="14850"/>
                </a:cubicBezTo>
                <a:lnTo>
                  <a:pt x="19440" y="2700"/>
                </a:lnTo>
                <a:cubicBezTo>
                  <a:pt x="19440" y="1212"/>
                  <a:pt x="18468" y="0"/>
                  <a:pt x="17280" y="0"/>
                </a:cubicBezTo>
                <a:lnTo>
                  <a:pt x="4320" y="0"/>
                </a:lnTo>
                <a:cubicBezTo>
                  <a:pt x="3131" y="0"/>
                  <a:pt x="2160" y="1212"/>
                  <a:pt x="2160" y="2700"/>
                </a:cubicBezTo>
                <a:lnTo>
                  <a:pt x="2160" y="14850"/>
                </a:lnTo>
                <a:cubicBezTo>
                  <a:pt x="2160" y="14850"/>
                  <a:pt x="532" y="17901"/>
                  <a:pt x="266" y="18402"/>
                </a:cubicBezTo>
                <a:cubicBezTo>
                  <a:pt x="0" y="18900"/>
                  <a:pt x="0" y="19188"/>
                  <a:pt x="0" y="19575"/>
                </a:cubicBezTo>
                <a:lnTo>
                  <a:pt x="0" y="20250"/>
                </a:lnTo>
                <a:cubicBezTo>
                  <a:pt x="0" y="20925"/>
                  <a:pt x="540" y="21600"/>
                  <a:pt x="1079" y="21600"/>
                </a:cubicBezTo>
                <a:lnTo>
                  <a:pt x="20521" y="21600"/>
                </a:lnTo>
                <a:cubicBezTo>
                  <a:pt x="21060" y="21600"/>
                  <a:pt x="21600" y="20925"/>
                  <a:pt x="21600" y="20250"/>
                </a:cubicBezTo>
                <a:lnTo>
                  <a:pt x="21600" y="19575"/>
                </a:lnTo>
                <a:cubicBezTo>
                  <a:pt x="21600" y="19188"/>
                  <a:pt x="21600" y="18900"/>
                  <a:pt x="21334" y="18402"/>
                </a:cubicBezTo>
                <a:close/>
              </a:path>
            </a:pathLst>
          </a:custGeom>
          <a:solidFill>
            <a:srgbClr val="FFFFFF"/>
          </a:solidFill>
          <a:ln w="12700">
            <a:miter lim="400000"/>
          </a:ln>
        </p:spPr>
        <p:txBody>
          <a:bodyPr lIns="21828" tIns="21828" rIns="21828" bIns="21828" anchor="ctr"/>
          <a:lstStyle/>
          <a:p>
            <a:pPr algn="ctr">
              <a:defRPr sz="8000" cap="none">
                <a:solidFill>
                  <a:srgbClr val="53585F"/>
                </a:solidFill>
                <a:latin typeface="Open Sans"/>
                <a:ea typeface="Open Sans"/>
                <a:cs typeface="Open Sans"/>
                <a:sym typeface="Open Sans"/>
              </a:defRPr>
            </a:pPr>
            <a:endParaRPr sz="4000"/>
          </a:p>
        </p:txBody>
      </p:sp>
      <p:sp>
        <p:nvSpPr>
          <p:cNvPr id="1973" name="Shape 1973"/>
          <p:cNvSpPr/>
          <p:nvPr/>
        </p:nvSpPr>
        <p:spPr>
          <a:xfrm>
            <a:off x="4618503" y="1997449"/>
            <a:ext cx="2940276" cy="3336792"/>
          </a:xfrm>
          <a:custGeom>
            <a:avLst/>
            <a:gdLst/>
            <a:ahLst/>
            <a:cxnLst>
              <a:cxn ang="0">
                <a:pos x="wd2" y="hd2"/>
              </a:cxn>
              <a:cxn ang="5400000">
                <a:pos x="wd2" y="hd2"/>
              </a:cxn>
              <a:cxn ang="10800000">
                <a:pos x="wd2" y="hd2"/>
              </a:cxn>
              <a:cxn ang="16200000">
                <a:pos x="wd2" y="hd2"/>
              </a:cxn>
            </a:cxnLst>
            <a:rect l="0" t="0" r="r" b="b"/>
            <a:pathLst>
              <a:path w="21529" h="21570" extrusionOk="0">
                <a:moveTo>
                  <a:pt x="10576" y="7"/>
                </a:moveTo>
                <a:cubicBezTo>
                  <a:pt x="10316" y="32"/>
                  <a:pt x="10047" y="121"/>
                  <a:pt x="9827" y="299"/>
                </a:cubicBezTo>
                <a:cubicBezTo>
                  <a:pt x="9719" y="387"/>
                  <a:pt x="9627" y="497"/>
                  <a:pt x="9563" y="615"/>
                </a:cubicBezTo>
                <a:cubicBezTo>
                  <a:pt x="9531" y="673"/>
                  <a:pt x="9506" y="734"/>
                  <a:pt x="9487" y="795"/>
                </a:cubicBezTo>
                <a:cubicBezTo>
                  <a:pt x="9482" y="810"/>
                  <a:pt x="9477" y="824"/>
                  <a:pt x="9474" y="839"/>
                </a:cubicBezTo>
                <a:cubicBezTo>
                  <a:pt x="9471" y="852"/>
                  <a:pt x="9467" y="866"/>
                  <a:pt x="9464" y="879"/>
                </a:cubicBezTo>
                <a:cubicBezTo>
                  <a:pt x="9460" y="897"/>
                  <a:pt x="9454" y="914"/>
                  <a:pt x="9450" y="932"/>
                </a:cubicBezTo>
                <a:cubicBezTo>
                  <a:pt x="9419" y="1060"/>
                  <a:pt x="9384" y="1192"/>
                  <a:pt x="9341" y="1320"/>
                </a:cubicBezTo>
                <a:cubicBezTo>
                  <a:pt x="9257" y="1577"/>
                  <a:pt x="9149" y="1828"/>
                  <a:pt x="9023" y="2072"/>
                </a:cubicBezTo>
                <a:cubicBezTo>
                  <a:pt x="8517" y="3046"/>
                  <a:pt x="7673" y="3879"/>
                  <a:pt x="6628" y="4419"/>
                </a:cubicBezTo>
                <a:cubicBezTo>
                  <a:pt x="5580" y="4964"/>
                  <a:pt x="4369" y="5264"/>
                  <a:pt x="3199" y="5205"/>
                </a:cubicBezTo>
                <a:cubicBezTo>
                  <a:pt x="2907" y="5191"/>
                  <a:pt x="2619" y="5154"/>
                  <a:pt x="2338" y="5094"/>
                </a:cubicBezTo>
                <a:cubicBezTo>
                  <a:pt x="2197" y="5064"/>
                  <a:pt x="2058" y="5029"/>
                  <a:pt x="1922" y="4987"/>
                </a:cubicBezTo>
                <a:cubicBezTo>
                  <a:pt x="1887" y="4977"/>
                  <a:pt x="1853" y="4966"/>
                  <a:pt x="1819" y="4955"/>
                </a:cubicBezTo>
                <a:cubicBezTo>
                  <a:pt x="1781" y="4942"/>
                  <a:pt x="1743" y="4930"/>
                  <a:pt x="1706" y="4917"/>
                </a:cubicBezTo>
                <a:cubicBezTo>
                  <a:pt x="1594" y="4880"/>
                  <a:pt x="1469" y="4853"/>
                  <a:pt x="1338" y="4843"/>
                </a:cubicBezTo>
                <a:cubicBezTo>
                  <a:pt x="1076" y="4822"/>
                  <a:pt x="782" y="4880"/>
                  <a:pt x="543" y="5025"/>
                </a:cubicBezTo>
                <a:cubicBezTo>
                  <a:pt x="304" y="5168"/>
                  <a:pt x="123" y="5390"/>
                  <a:pt x="46" y="5640"/>
                </a:cubicBezTo>
                <a:cubicBezTo>
                  <a:pt x="-34" y="5889"/>
                  <a:pt x="-4" y="6160"/>
                  <a:pt x="100" y="6381"/>
                </a:cubicBezTo>
                <a:cubicBezTo>
                  <a:pt x="204" y="6604"/>
                  <a:pt x="369" y="6779"/>
                  <a:pt x="541" y="6911"/>
                </a:cubicBezTo>
                <a:cubicBezTo>
                  <a:pt x="542" y="6911"/>
                  <a:pt x="543" y="6910"/>
                  <a:pt x="543" y="6910"/>
                </a:cubicBezTo>
                <a:cubicBezTo>
                  <a:pt x="1465" y="7610"/>
                  <a:pt x="2084" y="8536"/>
                  <a:pt x="2343" y="9549"/>
                </a:cubicBezTo>
                <a:cubicBezTo>
                  <a:pt x="2607" y="10562"/>
                  <a:pt x="2501" y="11652"/>
                  <a:pt x="2067" y="12652"/>
                </a:cubicBezTo>
                <a:cubicBezTo>
                  <a:pt x="1852" y="13152"/>
                  <a:pt x="1549" y="13623"/>
                  <a:pt x="1175" y="14045"/>
                </a:cubicBezTo>
                <a:cubicBezTo>
                  <a:pt x="988" y="14257"/>
                  <a:pt x="785" y="14456"/>
                  <a:pt x="565" y="14641"/>
                </a:cubicBezTo>
                <a:cubicBezTo>
                  <a:pt x="537" y="14664"/>
                  <a:pt x="509" y="14687"/>
                  <a:pt x="481" y="14710"/>
                </a:cubicBezTo>
                <a:cubicBezTo>
                  <a:pt x="449" y="14735"/>
                  <a:pt x="416" y="14761"/>
                  <a:pt x="384" y="14787"/>
                </a:cubicBezTo>
                <a:cubicBezTo>
                  <a:pt x="262" y="14888"/>
                  <a:pt x="169" y="15013"/>
                  <a:pt x="114" y="15147"/>
                </a:cubicBezTo>
                <a:cubicBezTo>
                  <a:pt x="5" y="15418"/>
                  <a:pt x="39" y="15673"/>
                  <a:pt x="116" y="15883"/>
                </a:cubicBezTo>
                <a:cubicBezTo>
                  <a:pt x="196" y="16096"/>
                  <a:pt x="324" y="16282"/>
                  <a:pt x="510" y="16443"/>
                </a:cubicBezTo>
                <a:cubicBezTo>
                  <a:pt x="604" y="16522"/>
                  <a:pt x="715" y="16595"/>
                  <a:pt x="847" y="16652"/>
                </a:cubicBezTo>
                <a:cubicBezTo>
                  <a:pt x="978" y="16709"/>
                  <a:pt x="1133" y="16748"/>
                  <a:pt x="1298" y="16754"/>
                </a:cubicBezTo>
                <a:cubicBezTo>
                  <a:pt x="1380" y="16756"/>
                  <a:pt x="1462" y="16750"/>
                  <a:pt x="1543" y="16736"/>
                </a:cubicBezTo>
                <a:cubicBezTo>
                  <a:pt x="1583" y="16729"/>
                  <a:pt x="1623" y="16721"/>
                  <a:pt x="1661" y="16711"/>
                </a:cubicBezTo>
                <a:cubicBezTo>
                  <a:pt x="1683" y="16704"/>
                  <a:pt x="1705" y="16698"/>
                  <a:pt x="1727" y="16692"/>
                </a:cubicBezTo>
                <a:cubicBezTo>
                  <a:pt x="1763" y="16681"/>
                  <a:pt x="1798" y="16671"/>
                  <a:pt x="1834" y="16661"/>
                </a:cubicBezTo>
                <a:cubicBezTo>
                  <a:pt x="1870" y="16651"/>
                  <a:pt x="1907" y="16641"/>
                  <a:pt x="1943" y="16632"/>
                </a:cubicBezTo>
                <a:cubicBezTo>
                  <a:pt x="2089" y="16594"/>
                  <a:pt x="2236" y="16562"/>
                  <a:pt x="2384" y="16534"/>
                </a:cubicBezTo>
                <a:cubicBezTo>
                  <a:pt x="2978" y="16424"/>
                  <a:pt x="3591" y="16393"/>
                  <a:pt x="4194" y="16443"/>
                </a:cubicBezTo>
                <a:cubicBezTo>
                  <a:pt x="5402" y="16540"/>
                  <a:pt x="6568" y="16973"/>
                  <a:pt x="7493" y="17667"/>
                </a:cubicBezTo>
                <a:cubicBezTo>
                  <a:pt x="8420" y="18356"/>
                  <a:pt x="9101" y="19300"/>
                  <a:pt x="9407" y="20333"/>
                </a:cubicBezTo>
                <a:cubicBezTo>
                  <a:pt x="9427" y="20398"/>
                  <a:pt x="9443" y="20464"/>
                  <a:pt x="9460" y="20529"/>
                </a:cubicBezTo>
                <a:cubicBezTo>
                  <a:pt x="9468" y="20562"/>
                  <a:pt x="9475" y="20594"/>
                  <a:pt x="9483" y="20627"/>
                </a:cubicBezTo>
                <a:cubicBezTo>
                  <a:pt x="9488" y="20647"/>
                  <a:pt x="9492" y="20666"/>
                  <a:pt x="9497" y="20685"/>
                </a:cubicBezTo>
                <a:cubicBezTo>
                  <a:pt x="9499" y="20694"/>
                  <a:pt x="9502" y="20704"/>
                  <a:pt x="9505" y="20713"/>
                </a:cubicBezTo>
                <a:cubicBezTo>
                  <a:pt x="9509" y="20728"/>
                  <a:pt x="9514" y="20744"/>
                  <a:pt x="9518" y="20759"/>
                </a:cubicBezTo>
                <a:cubicBezTo>
                  <a:pt x="9554" y="20877"/>
                  <a:pt x="9607" y="20989"/>
                  <a:pt x="9689" y="21099"/>
                </a:cubicBezTo>
                <a:cubicBezTo>
                  <a:pt x="9770" y="21207"/>
                  <a:pt x="9878" y="21306"/>
                  <a:pt x="10002" y="21380"/>
                </a:cubicBezTo>
                <a:cubicBezTo>
                  <a:pt x="10253" y="21532"/>
                  <a:pt x="10546" y="21583"/>
                  <a:pt x="10809" y="21567"/>
                </a:cubicBezTo>
                <a:cubicBezTo>
                  <a:pt x="11074" y="21551"/>
                  <a:pt x="11324" y="21472"/>
                  <a:pt x="11546" y="21331"/>
                </a:cubicBezTo>
                <a:cubicBezTo>
                  <a:pt x="11766" y="21191"/>
                  <a:pt x="11953" y="20968"/>
                  <a:pt x="12022" y="20711"/>
                </a:cubicBezTo>
                <a:cubicBezTo>
                  <a:pt x="12040" y="20639"/>
                  <a:pt x="12058" y="20568"/>
                  <a:pt x="12076" y="20496"/>
                </a:cubicBezTo>
                <a:cubicBezTo>
                  <a:pt x="12094" y="20431"/>
                  <a:pt x="12114" y="20368"/>
                  <a:pt x="12135" y="20303"/>
                </a:cubicBezTo>
                <a:cubicBezTo>
                  <a:pt x="12217" y="20044"/>
                  <a:pt x="12320" y="19791"/>
                  <a:pt x="12444" y="19546"/>
                </a:cubicBezTo>
                <a:cubicBezTo>
                  <a:pt x="12935" y="18564"/>
                  <a:pt x="13762" y="17718"/>
                  <a:pt x="14798" y="17165"/>
                </a:cubicBezTo>
                <a:cubicBezTo>
                  <a:pt x="15832" y="16608"/>
                  <a:pt x="17063" y="16343"/>
                  <a:pt x="18273" y="16412"/>
                </a:cubicBezTo>
                <a:cubicBezTo>
                  <a:pt x="18576" y="16429"/>
                  <a:pt x="18877" y="16465"/>
                  <a:pt x="19173" y="16522"/>
                </a:cubicBezTo>
                <a:cubicBezTo>
                  <a:pt x="19322" y="16550"/>
                  <a:pt x="19469" y="16583"/>
                  <a:pt x="19615" y="16621"/>
                </a:cubicBezTo>
                <a:cubicBezTo>
                  <a:pt x="19687" y="16640"/>
                  <a:pt x="19760" y="16660"/>
                  <a:pt x="19832" y="16681"/>
                </a:cubicBezTo>
                <a:cubicBezTo>
                  <a:pt x="19846" y="16685"/>
                  <a:pt x="19859" y="16689"/>
                  <a:pt x="19873" y="16693"/>
                </a:cubicBezTo>
                <a:cubicBezTo>
                  <a:pt x="19893" y="16698"/>
                  <a:pt x="19913" y="16704"/>
                  <a:pt x="19933" y="16709"/>
                </a:cubicBezTo>
                <a:cubicBezTo>
                  <a:pt x="19975" y="16717"/>
                  <a:pt x="20008" y="16723"/>
                  <a:pt x="20046" y="16728"/>
                </a:cubicBezTo>
                <a:cubicBezTo>
                  <a:pt x="20121" y="16737"/>
                  <a:pt x="20198" y="16740"/>
                  <a:pt x="20274" y="16736"/>
                </a:cubicBezTo>
                <a:cubicBezTo>
                  <a:pt x="20578" y="16722"/>
                  <a:pt x="20847" y="16602"/>
                  <a:pt x="21043" y="16446"/>
                </a:cubicBezTo>
                <a:cubicBezTo>
                  <a:pt x="21241" y="16289"/>
                  <a:pt x="21385" y="16092"/>
                  <a:pt x="21461" y="15863"/>
                </a:cubicBezTo>
                <a:cubicBezTo>
                  <a:pt x="21538" y="15636"/>
                  <a:pt x="21536" y="15362"/>
                  <a:pt x="21413" y="15118"/>
                </a:cubicBezTo>
                <a:cubicBezTo>
                  <a:pt x="21353" y="14997"/>
                  <a:pt x="21267" y="14888"/>
                  <a:pt x="21170" y="14801"/>
                </a:cubicBezTo>
                <a:cubicBezTo>
                  <a:pt x="21157" y="14789"/>
                  <a:pt x="21145" y="14778"/>
                  <a:pt x="21133" y="14768"/>
                </a:cubicBezTo>
                <a:cubicBezTo>
                  <a:pt x="21122" y="14759"/>
                  <a:pt x="21110" y="14751"/>
                  <a:pt x="21100" y="14742"/>
                </a:cubicBezTo>
                <a:cubicBezTo>
                  <a:pt x="21085" y="14730"/>
                  <a:pt x="21070" y="14716"/>
                  <a:pt x="21055" y="14704"/>
                </a:cubicBezTo>
                <a:cubicBezTo>
                  <a:pt x="21028" y="14682"/>
                  <a:pt x="20999" y="14660"/>
                  <a:pt x="20971" y="14637"/>
                </a:cubicBezTo>
                <a:cubicBezTo>
                  <a:pt x="20086" y="13898"/>
                  <a:pt x="19447" y="12932"/>
                  <a:pt x="19183" y="11888"/>
                </a:cubicBezTo>
                <a:cubicBezTo>
                  <a:pt x="18915" y="10846"/>
                  <a:pt x="19029" y="9731"/>
                  <a:pt x="19498" y="8744"/>
                </a:cubicBezTo>
                <a:cubicBezTo>
                  <a:pt x="19731" y="8250"/>
                  <a:pt x="20049" y="7787"/>
                  <a:pt x="20437" y="7375"/>
                </a:cubicBezTo>
                <a:cubicBezTo>
                  <a:pt x="20631" y="7168"/>
                  <a:pt x="20842" y="6975"/>
                  <a:pt x="21069" y="6796"/>
                </a:cubicBezTo>
                <a:cubicBezTo>
                  <a:pt x="21086" y="6782"/>
                  <a:pt x="21104" y="6768"/>
                  <a:pt x="21121" y="6753"/>
                </a:cubicBezTo>
                <a:cubicBezTo>
                  <a:pt x="21140" y="6737"/>
                  <a:pt x="21177" y="6705"/>
                  <a:pt x="21195" y="6686"/>
                </a:cubicBezTo>
                <a:cubicBezTo>
                  <a:pt x="21240" y="6643"/>
                  <a:pt x="21283" y="6596"/>
                  <a:pt x="21321" y="6544"/>
                </a:cubicBezTo>
                <a:cubicBezTo>
                  <a:pt x="21399" y="6442"/>
                  <a:pt x="21460" y="6324"/>
                  <a:pt x="21494" y="6197"/>
                </a:cubicBezTo>
                <a:cubicBezTo>
                  <a:pt x="21566" y="5944"/>
                  <a:pt x="21522" y="5678"/>
                  <a:pt x="21405" y="5461"/>
                </a:cubicBezTo>
                <a:cubicBezTo>
                  <a:pt x="21288" y="5243"/>
                  <a:pt x="21103" y="5063"/>
                  <a:pt x="20865" y="4939"/>
                </a:cubicBezTo>
                <a:cubicBezTo>
                  <a:pt x="20628" y="4815"/>
                  <a:pt x="20329" y="4759"/>
                  <a:pt x="20048" y="4795"/>
                </a:cubicBezTo>
                <a:cubicBezTo>
                  <a:pt x="19978" y="4804"/>
                  <a:pt x="19909" y="4817"/>
                  <a:pt x="19844" y="4835"/>
                </a:cubicBezTo>
                <a:cubicBezTo>
                  <a:pt x="19803" y="4846"/>
                  <a:pt x="19762" y="4858"/>
                  <a:pt x="19722" y="4869"/>
                </a:cubicBezTo>
                <a:cubicBezTo>
                  <a:pt x="19653" y="4888"/>
                  <a:pt x="19578" y="4908"/>
                  <a:pt x="19506" y="4926"/>
                </a:cubicBezTo>
                <a:cubicBezTo>
                  <a:pt x="19359" y="4961"/>
                  <a:pt x="19210" y="4992"/>
                  <a:pt x="19061" y="5018"/>
                </a:cubicBezTo>
                <a:cubicBezTo>
                  <a:pt x="18464" y="5122"/>
                  <a:pt x="17850" y="5149"/>
                  <a:pt x="17247" y="5096"/>
                </a:cubicBezTo>
                <a:cubicBezTo>
                  <a:pt x="16038" y="4993"/>
                  <a:pt x="14879" y="4552"/>
                  <a:pt x="13962" y="3850"/>
                </a:cubicBezTo>
                <a:cubicBezTo>
                  <a:pt x="13042" y="3152"/>
                  <a:pt x="12373" y="2202"/>
                  <a:pt x="12076" y="1166"/>
                </a:cubicBezTo>
                <a:cubicBezTo>
                  <a:pt x="12058" y="1101"/>
                  <a:pt x="12040" y="1035"/>
                  <a:pt x="12024" y="970"/>
                </a:cubicBezTo>
                <a:cubicBezTo>
                  <a:pt x="12015" y="933"/>
                  <a:pt x="12007" y="897"/>
                  <a:pt x="11999" y="860"/>
                </a:cubicBezTo>
                <a:cubicBezTo>
                  <a:pt x="11996" y="851"/>
                  <a:pt x="11993" y="842"/>
                  <a:pt x="11991" y="833"/>
                </a:cubicBezTo>
                <a:cubicBezTo>
                  <a:pt x="11985" y="814"/>
                  <a:pt x="11981" y="795"/>
                  <a:pt x="11975" y="776"/>
                </a:cubicBezTo>
                <a:cubicBezTo>
                  <a:pt x="11964" y="744"/>
                  <a:pt x="11952" y="714"/>
                  <a:pt x="11938" y="683"/>
                </a:cubicBezTo>
                <a:cubicBezTo>
                  <a:pt x="11830" y="436"/>
                  <a:pt x="11599" y="233"/>
                  <a:pt x="11351" y="127"/>
                </a:cubicBezTo>
                <a:cubicBezTo>
                  <a:pt x="11102" y="18"/>
                  <a:pt x="10837" y="-17"/>
                  <a:pt x="10576" y="7"/>
                </a:cubicBezTo>
                <a:close/>
                <a:moveTo>
                  <a:pt x="10690" y="939"/>
                </a:moveTo>
                <a:cubicBezTo>
                  <a:pt x="10756" y="932"/>
                  <a:pt x="10831" y="943"/>
                  <a:pt x="10877" y="965"/>
                </a:cubicBezTo>
                <a:cubicBezTo>
                  <a:pt x="10925" y="987"/>
                  <a:pt x="10938" y="1005"/>
                  <a:pt x="10951" y="1030"/>
                </a:cubicBezTo>
                <a:cubicBezTo>
                  <a:pt x="10952" y="1034"/>
                  <a:pt x="10955" y="1037"/>
                  <a:pt x="10957" y="1040"/>
                </a:cubicBezTo>
                <a:cubicBezTo>
                  <a:pt x="10959" y="1048"/>
                  <a:pt x="10961" y="1055"/>
                  <a:pt x="10962" y="1063"/>
                </a:cubicBezTo>
                <a:cubicBezTo>
                  <a:pt x="10971" y="1097"/>
                  <a:pt x="10978" y="1132"/>
                  <a:pt x="10986" y="1167"/>
                </a:cubicBezTo>
                <a:cubicBezTo>
                  <a:pt x="11004" y="1244"/>
                  <a:pt x="11024" y="1321"/>
                  <a:pt x="11046" y="1397"/>
                </a:cubicBezTo>
                <a:cubicBezTo>
                  <a:pt x="11396" y="2620"/>
                  <a:pt x="12185" y="3739"/>
                  <a:pt x="13268" y="4560"/>
                </a:cubicBezTo>
                <a:cubicBezTo>
                  <a:pt x="13808" y="4971"/>
                  <a:pt x="14419" y="5310"/>
                  <a:pt x="15076" y="5559"/>
                </a:cubicBezTo>
                <a:cubicBezTo>
                  <a:pt x="15732" y="5808"/>
                  <a:pt x="16433" y="5965"/>
                  <a:pt x="17142" y="6027"/>
                </a:cubicBezTo>
                <a:cubicBezTo>
                  <a:pt x="17851" y="6091"/>
                  <a:pt x="18569" y="6058"/>
                  <a:pt x="19267" y="5936"/>
                </a:cubicBezTo>
                <a:cubicBezTo>
                  <a:pt x="19441" y="5906"/>
                  <a:pt x="19615" y="5871"/>
                  <a:pt x="19786" y="5830"/>
                </a:cubicBezTo>
                <a:cubicBezTo>
                  <a:pt x="19872" y="5809"/>
                  <a:pt x="19955" y="5788"/>
                  <a:pt x="20044" y="5763"/>
                </a:cubicBezTo>
                <a:cubicBezTo>
                  <a:pt x="20082" y="5753"/>
                  <a:pt x="20119" y="5741"/>
                  <a:pt x="20157" y="5731"/>
                </a:cubicBezTo>
                <a:cubicBezTo>
                  <a:pt x="20170" y="5727"/>
                  <a:pt x="20182" y="5725"/>
                  <a:pt x="20194" y="5724"/>
                </a:cubicBezTo>
                <a:cubicBezTo>
                  <a:pt x="20240" y="5719"/>
                  <a:pt x="20282" y="5725"/>
                  <a:pt x="20330" y="5749"/>
                </a:cubicBezTo>
                <a:cubicBezTo>
                  <a:pt x="20377" y="5773"/>
                  <a:pt x="20423" y="5816"/>
                  <a:pt x="20447" y="5861"/>
                </a:cubicBezTo>
                <a:cubicBezTo>
                  <a:pt x="20471" y="5907"/>
                  <a:pt x="20472" y="5946"/>
                  <a:pt x="20464" y="5976"/>
                </a:cubicBezTo>
                <a:cubicBezTo>
                  <a:pt x="20460" y="5992"/>
                  <a:pt x="20451" y="6007"/>
                  <a:pt x="20437" y="6026"/>
                </a:cubicBezTo>
                <a:cubicBezTo>
                  <a:pt x="20430" y="6035"/>
                  <a:pt x="20422" y="6045"/>
                  <a:pt x="20412" y="6055"/>
                </a:cubicBezTo>
                <a:cubicBezTo>
                  <a:pt x="20408" y="6058"/>
                  <a:pt x="20404" y="6063"/>
                  <a:pt x="20400" y="6067"/>
                </a:cubicBezTo>
                <a:cubicBezTo>
                  <a:pt x="20387" y="6077"/>
                  <a:pt x="20374" y="6087"/>
                  <a:pt x="20361" y="6098"/>
                </a:cubicBezTo>
                <a:cubicBezTo>
                  <a:pt x="20096" y="6307"/>
                  <a:pt x="19848" y="6534"/>
                  <a:pt x="19620" y="6776"/>
                </a:cubicBezTo>
                <a:cubicBezTo>
                  <a:pt x="19166" y="7259"/>
                  <a:pt x="18792" y="7802"/>
                  <a:pt x="18518" y="8384"/>
                </a:cubicBezTo>
                <a:cubicBezTo>
                  <a:pt x="17967" y="9545"/>
                  <a:pt x="17832" y="10861"/>
                  <a:pt x="18149" y="12092"/>
                </a:cubicBezTo>
                <a:cubicBezTo>
                  <a:pt x="18461" y="13325"/>
                  <a:pt x="19212" y="14457"/>
                  <a:pt x="20242" y="15317"/>
                </a:cubicBezTo>
                <a:cubicBezTo>
                  <a:pt x="20298" y="15362"/>
                  <a:pt x="20351" y="15407"/>
                  <a:pt x="20406" y="15453"/>
                </a:cubicBezTo>
                <a:cubicBezTo>
                  <a:pt x="20424" y="15469"/>
                  <a:pt x="20435" y="15481"/>
                  <a:pt x="20441" y="15494"/>
                </a:cubicBezTo>
                <a:cubicBezTo>
                  <a:pt x="20452" y="15517"/>
                  <a:pt x="20457" y="15552"/>
                  <a:pt x="20441" y="15604"/>
                </a:cubicBezTo>
                <a:cubicBezTo>
                  <a:pt x="20425" y="15654"/>
                  <a:pt x="20383" y="15711"/>
                  <a:pt x="20336" y="15748"/>
                </a:cubicBezTo>
                <a:cubicBezTo>
                  <a:pt x="20287" y="15786"/>
                  <a:pt x="20243" y="15799"/>
                  <a:pt x="20217" y="15799"/>
                </a:cubicBezTo>
                <a:cubicBezTo>
                  <a:pt x="20210" y="15800"/>
                  <a:pt x="20161" y="15791"/>
                  <a:pt x="20161" y="15791"/>
                </a:cubicBezTo>
                <a:cubicBezTo>
                  <a:pt x="20157" y="15790"/>
                  <a:pt x="20001" y="15744"/>
                  <a:pt x="19916" y="15722"/>
                </a:cubicBezTo>
                <a:cubicBezTo>
                  <a:pt x="19745" y="15678"/>
                  <a:pt x="19573" y="15638"/>
                  <a:pt x="19399" y="15605"/>
                </a:cubicBezTo>
                <a:cubicBezTo>
                  <a:pt x="19051" y="15539"/>
                  <a:pt x="18695" y="15496"/>
                  <a:pt x="18339" y="15477"/>
                </a:cubicBezTo>
                <a:cubicBezTo>
                  <a:pt x="16916" y="15396"/>
                  <a:pt x="15467" y="15707"/>
                  <a:pt x="14248" y="16364"/>
                </a:cubicBezTo>
                <a:cubicBezTo>
                  <a:pt x="13023" y="17017"/>
                  <a:pt x="12047" y="18016"/>
                  <a:pt x="11472" y="19165"/>
                </a:cubicBezTo>
                <a:cubicBezTo>
                  <a:pt x="11327" y="19452"/>
                  <a:pt x="11208" y="19748"/>
                  <a:pt x="11112" y="20050"/>
                </a:cubicBezTo>
                <a:cubicBezTo>
                  <a:pt x="11088" y="20126"/>
                  <a:pt x="11065" y="20201"/>
                  <a:pt x="11044" y="20277"/>
                </a:cubicBezTo>
                <a:cubicBezTo>
                  <a:pt x="11024" y="20349"/>
                  <a:pt x="11002" y="20449"/>
                  <a:pt x="10992" y="20490"/>
                </a:cubicBezTo>
                <a:cubicBezTo>
                  <a:pt x="10984" y="20517"/>
                  <a:pt x="10966" y="20544"/>
                  <a:pt x="10920" y="20575"/>
                </a:cubicBezTo>
                <a:cubicBezTo>
                  <a:pt x="10874" y="20606"/>
                  <a:pt x="10803" y="20629"/>
                  <a:pt x="10739" y="20632"/>
                </a:cubicBezTo>
                <a:cubicBezTo>
                  <a:pt x="10674" y="20636"/>
                  <a:pt x="10625" y="20620"/>
                  <a:pt x="10603" y="20606"/>
                </a:cubicBezTo>
                <a:cubicBezTo>
                  <a:pt x="10582" y="20593"/>
                  <a:pt x="10562" y="20572"/>
                  <a:pt x="10545" y="20521"/>
                </a:cubicBezTo>
                <a:cubicBezTo>
                  <a:pt x="10544" y="20518"/>
                  <a:pt x="10537" y="20497"/>
                  <a:pt x="10535" y="20488"/>
                </a:cubicBezTo>
                <a:cubicBezTo>
                  <a:pt x="10531" y="20472"/>
                  <a:pt x="10529" y="20456"/>
                  <a:pt x="10525" y="20440"/>
                </a:cubicBezTo>
                <a:cubicBezTo>
                  <a:pt x="10516" y="20401"/>
                  <a:pt x="10505" y="20363"/>
                  <a:pt x="10496" y="20325"/>
                </a:cubicBezTo>
                <a:cubicBezTo>
                  <a:pt x="10477" y="20248"/>
                  <a:pt x="10457" y="20171"/>
                  <a:pt x="10434" y="20095"/>
                </a:cubicBezTo>
                <a:cubicBezTo>
                  <a:pt x="10072" y="18874"/>
                  <a:pt x="9270" y="17762"/>
                  <a:pt x="8179" y="16951"/>
                </a:cubicBezTo>
                <a:cubicBezTo>
                  <a:pt x="7092" y="16135"/>
                  <a:pt x="5714" y="15623"/>
                  <a:pt x="4293" y="15509"/>
                </a:cubicBezTo>
                <a:cubicBezTo>
                  <a:pt x="3583" y="15451"/>
                  <a:pt x="2864" y="15490"/>
                  <a:pt x="2167" y="15619"/>
                </a:cubicBezTo>
                <a:cubicBezTo>
                  <a:pt x="1992" y="15652"/>
                  <a:pt x="1819" y="15689"/>
                  <a:pt x="1648" y="15732"/>
                </a:cubicBezTo>
                <a:cubicBezTo>
                  <a:pt x="1605" y="15743"/>
                  <a:pt x="1562" y="15755"/>
                  <a:pt x="1519" y="15767"/>
                </a:cubicBezTo>
                <a:cubicBezTo>
                  <a:pt x="1385" y="15804"/>
                  <a:pt x="1252" y="15803"/>
                  <a:pt x="1169" y="15677"/>
                </a:cubicBezTo>
                <a:cubicBezTo>
                  <a:pt x="1064" y="15516"/>
                  <a:pt x="1175" y="15420"/>
                  <a:pt x="1199" y="15401"/>
                </a:cubicBezTo>
                <a:cubicBezTo>
                  <a:pt x="1231" y="15374"/>
                  <a:pt x="1263" y="15347"/>
                  <a:pt x="1296" y="15321"/>
                </a:cubicBezTo>
                <a:cubicBezTo>
                  <a:pt x="1554" y="15104"/>
                  <a:pt x="1794" y="14872"/>
                  <a:pt x="2013" y="14624"/>
                </a:cubicBezTo>
                <a:cubicBezTo>
                  <a:pt x="2451" y="14129"/>
                  <a:pt x="2806" y="13573"/>
                  <a:pt x="3059" y="12985"/>
                </a:cubicBezTo>
                <a:cubicBezTo>
                  <a:pt x="3570" y="11808"/>
                  <a:pt x="3690" y="10516"/>
                  <a:pt x="3374" y="9321"/>
                </a:cubicBezTo>
                <a:cubicBezTo>
                  <a:pt x="3218" y="8723"/>
                  <a:pt x="2957" y="8147"/>
                  <a:pt x="2596" y="7620"/>
                </a:cubicBezTo>
                <a:cubicBezTo>
                  <a:pt x="2237" y="7093"/>
                  <a:pt x="1772" y="6610"/>
                  <a:pt x="1237" y="6202"/>
                </a:cubicBezTo>
                <a:cubicBezTo>
                  <a:pt x="1226" y="6214"/>
                  <a:pt x="1214" y="6225"/>
                  <a:pt x="1202" y="6237"/>
                </a:cubicBezTo>
                <a:lnTo>
                  <a:pt x="1200" y="6237"/>
                </a:lnTo>
                <a:cubicBezTo>
                  <a:pt x="1212" y="6225"/>
                  <a:pt x="1224" y="6213"/>
                  <a:pt x="1235" y="6201"/>
                </a:cubicBezTo>
                <a:cubicBezTo>
                  <a:pt x="1159" y="6143"/>
                  <a:pt x="1110" y="6084"/>
                  <a:pt x="1088" y="6034"/>
                </a:cubicBezTo>
                <a:cubicBezTo>
                  <a:pt x="1066" y="5985"/>
                  <a:pt x="1066" y="5946"/>
                  <a:pt x="1076" y="5912"/>
                </a:cubicBezTo>
                <a:cubicBezTo>
                  <a:pt x="1087" y="5879"/>
                  <a:pt x="1112" y="5849"/>
                  <a:pt x="1144" y="5830"/>
                </a:cubicBezTo>
                <a:cubicBezTo>
                  <a:pt x="1177" y="5812"/>
                  <a:pt x="1215" y="5802"/>
                  <a:pt x="1274" y="5806"/>
                </a:cubicBezTo>
                <a:cubicBezTo>
                  <a:pt x="1304" y="5809"/>
                  <a:pt x="1337" y="5813"/>
                  <a:pt x="1375" y="5827"/>
                </a:cubicBezTo>
                <a:cubicBezTo>
                  <a:pt x="1413" y="5840"/>
                  <a:pt x="1452" y="5854"/>
                  <a:pt x="1490" y="5866"/>
                </a:cubicBezTo>
                <a:cubicBezTo>
                  <a:pt x="1532" y="5880"/>
                  <a:pt x="1573" y="5892"/>
                  <a:pt x="1614" y="5906"/>
                </a:cubicBezTo>
                <a:cubicBezTo>
                  <a:pt x="1783" y="5958"/>
                  <a:pt x="1954" y="6002"/>
                  <a:pt x="2126" y="6039"/>
                </a:cubicBezTo>
                <a:cubicBezTo>
                  <a:pt x="2469" y="6113"/>
                  <a:pt x="2817" y="6157"/>
                  <a:pt x="3166" y="6173"/>
                </a:cubicBezTo>
                <a:cubicBezTo>
                  <a:pt x="4564" y="6236"/>
                  <a:pt x="5943" y="5861"/>
                  <a:pt x="7166" y="5228"/>
                </a:cubicBezTo>
                <a:cubicBezTo>
                  <a:pt x="8399" y="4590"/>
                  <a:pt x="9395" y="3609"/>
                  <a:pt x="9989" y="2465"/>
                </a:cubicBezTo>
                <a:cubicBezTo>
                  <a:pt x="10138" y="2179"/>
                  <a:pt x="10261" y="1883"/>
                  <a:pt x="10360" y="1581"/>
                </a:cubicBezTo>
                <a:cubicBezTo>
                  <a:pt x="10410" y="1429"/>
                  <a:pt x="10452" y="1280"/>
                  <a:pt x="10490" y="1123"/>
                </a:cubicBezTo>
                <a:cubicBezTo>
                  <a:pt x="10494" y="1105"/>
                  <a:pt x="10499" y="1087"/>
                  <a:pt x="10504" y="1069"/>
                </a:cubicBezTo>
                <a:cubicBezTo>
                  <a:pt x="10505" y="1064"/>
                  <a:pt x="10506" y="1059"/>
                  <a:pt x="10508" y="1054"/>
                </a:cubicBezTo>
                <a:cubicBezTo>
                  <a:pt x="10508" y="1051"/>
                  <a:pt x="10509" y="1048"/>
                  <a:pt x="10510" y="1045"/>
                </a:cubicBezTo>
                <a:cubicBezTo>
                  <a:pt x="10513" y="1036"/>
                  <a:pt x="10516" y="1028"/>
                  <a:pt x="10519" y="1021"/>
                </a:cubicBezTo>
                <a:cubicBezTo>
                  <a:pt x="10527" y="1008"/>
                  <a:pt x="10534" y="999"/>
                  <a:pt x="10547" y="989"/>
                </a:cubicBezTo>
                <a:cubicBezTo>
                  <a:pt x="10570" y="968"/>
                  <a:pt x="10623" y="945"/>
                  <a:pt x="10690" y="939"/>
                </a:cubicBezTo>
                <a:close/>
              </a:path>
            </a:pathLst>
          </a:custGeom>
          <a:solidFill>
            <a:schemeClr val="tx1"/>
          </a:solidFill>
          <a:ln w="12700">
            <a:miter lim="400000"/>
          </a:ln>
        </p:spPr>
        <p:txBody>
          <a:bodyPr lIns="19050" tIns="19050" rIns="19050" bIns="19050" anchor="ctr"/>
          <a:lstStyle/>
          <a:p>
            <a:pPr algn="ctr">
              <a:defRPr sz="3200" cap="none">
                <a:solidFill>
                  <a:srgbClr val="FFFFFF"/>
                </a:solidFill>
                <a:latin typeface="+mn-lt"/>
                <a:ea typeface="+mn-ea"/>
                <a:cs typeface="+mn-cs"/>
                <a:sym typeface="Helvetica Light"/>
              </a:defRPr>
            </a:pPr>
            <a:endParaRPr sz="1600"/>
          </a:p>
        </p:txBody>
      </p:sp>
      <p:sp>
        <p:nvSpPr>
          <p:cNvPr id="2" name="Title 1">
            <a:extLst>
              <a:ext uri="{FF2B5EF4-FFF2-40B4-BE49-F238E27FC236}">
                <a16:creationId xmlns:a16="http://schemas.microsoft.com/office/drawing/2014/main" id="{EAAA9325-AAEA-3893-9F95-820333A83B91}"/>
              </a:ext>
            </a:extLst>
          </p:cNvPr>
          <p:cNvSpPr>
            <a:spLocks noGrp="1"/>
          </p:cNvSpPr>
          <p:nvPr>
            <p:ph type="title"/>
          </p:nvPr>
        </p:nvSpPr>
        <p:spPr>
          <a:xfrm>
            <a:off x="515936" y="394087"/>
            <a:ext cx="10668000" cy="861774"/>
          </a:xfrm>
        </p:spPr>
        <p:txBody>
          <a:bodyPr/>
          <a:lstStyle/>
          <a:p>
            <a:r>
              <a:rPr lang="en-US" dirty="0"/>
              <a:t>Sample Artefact - Key Governance Tenets for Scaling Agentic Delivery Model</a:t>
            </a:r>
            <a:endParaRPr lang="en-IN" dirty="0"/>
          </a:p>
        </p:txBody>
      </p:sp>
      <p:sp>
        <p:nvSpPr>
          <p:cNvPr id="5" name="TextBox 4">
            <a:extLst>
              <a:ext uri="{FF2B5EF4-FFF2-40B4-BE49-F238E27FC236}">
                <a16:creationId xmlns:a16="http://schemas.microsoft.com/office/drawing/2014/main" id="{468FD8F5-DD15-2470-0AA3-7254442E21A9}"/>
              </a:ext>
            </a:extLst>
          </p:cNvPr>
          <p:cNvSpPr txBox="1"/>
          <p:nvPr/>
        </p:nvSpPr>
        <p:spPr>
          <a:xfrm>
            <a:off x="1146762" y="1789063"/>
            <a:ext cx="3339991" cy="605615"/>
          </a:xfrm>
          <a:prstGeom prst="rect">
            <a:avLst/>
          </a:prstGeom>
          <a:noFill/>
        </p:spPr>
        <p:txBody>
          <a:bodyPr wrap="square">
            <a:spAutoFit/>
          </a:bodyPr>
          <a:lstStyle/>
          <a:p>
            <a:pPr lvl="0">
              <a:lnSpc>
                <a:spcPct val="115000"/>
              </a:lnSpc>
              <a:spcAft>
                <a:spcPts val="800"/>
              </a:spcAft>
              <a:tabLst>
                <a:tab pos="457200" algn="l"/>
              </a:tabLst>
            </a:pPr>
            <a:r>
              <a:rPr lang="en-IN" sz="1000" kern="100">
                <a:effectLst/>
                <a:latin typeface="Verdana" panose="020B0604030504040204" pitchFamily="34" charset="0"/>
                <a:ea typeface="Verdana" panose="020B0604030504040204" pitchFamily="34" charset="0"/>
                <a:cs typeface="Times New Roman" panose="02020603050405020304" pitchFamily="18" charset="0"/>
              </a:rPr>
              <a:t>Establish uniform, reusable agent libraries tailored to each technology circle to drive consistency and reusability.</a:t>
            </a:r>
          </a:p>
        </p:txBody>
      </p:sp>
      <p:sp>
        <p:nvSpPr>
          <p:cNvPr id="7" name="TextBox 6">
            <a:extLst>
              <a:ext uri="{FF2B5EF4-FFF2-40B4-BE49-F238E27FC236}">
                <a16:creationId xmlns:a16="http://schemas.microsoft.com/office/drawing/2014/main" id="{868D55E6-86CD-A9E9-707C-603E7273BE8B}"/>
              </a:ext>
            </a:extLst>
          </p:cNvPr>
          <p:cNvSpPr txBox="1"/>
          <p:nvPr/>
        </p:nvSpPr>
        <p:spPr>
          <a:xfrm>
            <a:off x="1146762" y="1359475"/>
            <a:ext cx="3145781" cy="461665"/>
          </a:xfrm>
          <a:prstGeom prst="rect">
            <a:avLst/>
          </a:prstGeom>
          <a:noFill/>
        </p:spPr>
        <p:txBody>
          <a:bodyPr wrap="square">
            <a:spAutoFit/>
          </a:bodyPr>
          <a:lstStyle/>
          <a:p>
            <a:r>
              <a:rPr lang="en-IN" sz="1200" b="1" kern="100">
                <a:effectLst/>
                <a:latin typeface="Verdana" panose="020B0604030504040204" pitchFamily="34" charset="0"/>
                <a:ea typeface="Verdana" panose="020B0604030504040204" pitchFamily="34" charset="0"/>
                <a:cs typeface="Times New Roman" panose="02020603050405020304" pitchFamily="18" charset="0"/>
              </a:rPr>
              <a:t>Standardized Agent Repositories Across Circles</a:t>
            </a:r>
            <a:endParaRPr lang="en-IN" sz="1200">
              <a:latin typeface="Verdana" panose="020B0604030504040204" pitchFamily="34" charset="0"/>
              <a:ea typeface="Verdana" panose="020B0604030504040204" pitchFamily="34" charset="0"/>
            </a:endParaRPr>
          </a:p>
        </p:txBody>
      </p:sp>
      <p:sp>
        <p:nvSpPr>
          <p:cNvPr id="10" name="TextBox 9">
            <a:extLst>
              <a:ext uri="{FF2B5EF4-FFF2-40B4-BE49-F238E27FC236}">
                <a16:creationId xmlns:a16="http://schemas.microsoft.com/office/drawing/2014/main" id="{158E9549-00F4-0FEE-258F-919672A07E08}"/>
              </a:ext>
            </a:extLst>
          </p:cNvPr>
          <p:cNvSpPr txBox="1"/>
          <p:nvPr/>
        </p:nvSpPr>
        <p:spPr>
          <a:xfrm>
            <a:off x="383362" y="3563432"/>
            <a:ext cx="3339991" cy="605615"/>
          </a:xfrm>
          <a:prstGeom prst="rect">
            <a:avLst/>
          </a:prstGeom>
          <a:noFill/>
        </p:spPr>
        <p:txBody>
          <a:bodyPr wrap="square">
            <a:spAutoFit/>
          </a:bodyPr>
          <a:lstStyle/>
          <a:p>
            <a:pPr lvl="0">
              <a:lnSpc>
                <a:spcPct val="115000"/>
              </a:lnSpc>
              <a:spcAft>
                <a:spcPts val="800"/>
              </a:spcAft>
              <a:tabLst>
                <a:tab pos="457200" algn="l"/>
              </a:tabLst>
            </a:pPr>
            <a:r>
              <a:rPr lang="en-IN" sz="1000" kern="100">
                <a:latin typeface="Verdana" panose="020B0604030504040204" pitchFamily="34" charset="0"/>
                <a:ea typeface="Verdana" panose="020B0604030504040204" pitchFamily="34" charset="0"/>
                <a:cs typeface="Times New Roman" panose="02020603050405020304" pitchFamily="18" charset="0"/>
              </a:rPr>
              <a:t>Separate parallel teams for agent creation, configuration, and tuning to avoid delivery bottlenecks and accelerate time-to-value.</a:t>
            </a:r>
            <a:endParaRPr lang="en-IN" sz="1000" kern="100">
              <a:effectLst/>
              <a:latin typeface="Verdana" panose="020B0604030504040204" pitchFamily="34" charset="0"/>
              <a:ea typeface="Verdana" panose="020B060403050404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0D32721F-C2A0-1026-FE74-263D839C93C0}"/>
              </a:ext>
            </a:extLst>
          </p:cNvPr>
          <p:cNvSpPr txBox="1"/>
          <p:nvPr/>
        </p:nvSpPr>
        <p:spPr>
          <a:xfrm>
            <a:off x="371875" y="3035875"/>
            <a:ext cx="3145781" cy="461665"/>
          </a:xfrm>
          <a:prstGeom prst="rect">
            <a:avLst/>
          </a:prstGeom>
          <a:noFill/>
        </p:spPr>
        <p:txBody>
          <a:bodyPr wrap="square">
            <a:spAutoFit/>
          </a:bodyPr>
          <a:lstStyle/>
          <a:p>
            <a:r>
              <a:rPr lang="en-IN" sz="1200" b="1" kern="100">
                <a:latin typeface="Verdana" panose="020B0604030504040204" pitchFamily="34" charset="0"/>
                <a:ea typeface="Verdana" panose="020B0604030504040204" pitchFamily="34" charset="0"/>
                <a:cs typeface="Times New Roman" panose="02020603050405020304" pitchFamily="18" charset="0"/>
              </a:rPr>
              <a:t>Dedicated Tracks for Agent Development and Project Delivery</a:t>
            </a:r>
            <a:endParaRPr lang="en-IN" sz="1200">
              <a:latin typeface="Verdana" panose="020B0604030504040204" pitchFamily="34" charset="0"/>
              <a:ea typeface="Verdana" panose="020B0604030504040204" pitchFamily="34" charset="0"/>
            </a:endParaRPr>
          </a:p>
        </p:txBody>
      </p:sp>
      <p:sp>
        <p:nvSpPr>
          <p:cNvPr id="12" name="TextBox 11">
            <a:extLst>
              <a:ext uri="{FF2B5EF4-FFF2-40B4-BE49-F238E27FC236}">
                <a16:creationId xmlns:a16="http://schemas.microsoft.com/office/drawing/2014/main" id="{977C6FA7-752C-9DD6-40AC-3F1AA0AA896E}"/>
              </a:ext>
            </a:extLst>
          </p:cNvPr>
          <p:cNvSpPr txBox="1"/>
          <p:nvPr/>
        </p:nvSpPr>
        <p:spPr>
          <a:xfrm>
            <a:off x="1146762" y="5077622"/>
            <a:ext cx="3339991" cy="605615"/>
          </a:xfrm>
          <a:prstGeom prst="rect">
            <a:avLst/>
          </a:prstGeom>
          <a:noFill/>
        </p:spPr>
        <p:txBody>
          <a:bodyPr wrap="square">
            <a:spAutoFit/>
          </a:bodyPr>
          <a:lstStyle/>
          <a:p>
            <a:pPr lvl="0">
              <a:lnSpc>
                <a:spcPct val="115000"/>
              </a:lnSpc>
              <a:spcAft>
                <a:spcPts val="800"/>
              </a:spcAft>
              <a:tabLst>
                <a:tab pos="457200" algn="l"/>
              </a:tabLst>
            </a:pPr>
            <a:r>
              <a:rPr lang="en-IN" sz="1000" kern="100">
                <a:latin typeface="Verdana" panose="020B0604030504040204" pitchFamily="34" charset="0"/>
                <a:ea typeface="Verdana" panose="020B0604030504040204" pitchFamily="34" charset="0"/>
                <a:cs typeface="Times New Roman" panose="02020603050405020304" pitchFamily="18" charset="0"/>
              </a:rPr>
              <a:t>Implement a centralized system to track agent efficiency, autonomy, and impact on project KPIs.</a:t>
            </a:r>
            <a:endParaRPr lang="en-IN" sz="1000" kern="100">
              <a:effectLst/>
              <a:latin typeface="Verdana" panose="020B0604030504040204" pitchFamily="34" charset="0"/>
              <a:ea typeface="Verdana" panose="020B0604030504040204" pitchFamily="34" charset="0"/>
              <a:cs typeface="Times New Roman" panose="02020603050405020304" pitchFamily="18" charset="0"/>
            </a:endParaRPr>
          </a:p>
        </p:txBody>
      </p:sp>
      <p:sp>
        <p:nvSpPr>
          <p:cNvPr id="13" name="TextBox 12">
            <a:extLst>
              <a:ext uri="{FF2B5EF4-FFF2-40B4-BE49-F238E27FC236}">
                <a16:creationId xmlns:a16="http://schemas.microsoft.com/office/drawing/2014/main" id="{B4F41390-F178-F547-D1D8-56DA45F010B5}"/>
              </a:ext>
            </a:extLst>
          </p:cNvPr>
          <p:cNvSpPr txBox="1"/>
          <p:nvPr/>
        </p:nvSpPr>
        <p:spPr>
          <a:xfrm>
            <a:off x="1146762" y="4668733"/>
            <a:ext cx="3145781" cy="461665"/>
          </a:xfrm>
          <a:prstGeom prst="rect">
            <a:avLst/>
          </a:prstGeom>
          <a:noFill/>
        </p:spPr>
        <p:txBody>
          <a:bodyPr wrap="square">
            <a:spAutoFit/>
          </a:bodyPr>
          <a:lstStyle/>
          <a:p>
            <a:r>
              <a:rPr lang="en-IN" sz="1200" b="1" kern="100">
                <a:solidFill>
                  <a:schemeClr val="accent5"/>
                </a:solidFill>
                <a:latin typeface="Verdana" panose="020B0604030504040204" pitchFamily="34" charset="0"/>
                <a:ea typeface="Verdana" panose="020B0604030504040204" pitchFamily="34" charset="0"/>
                <a:cs typeface="Times New Roman" panose="02020603050405020304" pitchFamily="18" charset="0"/>
              </a:rPr>
              <a:t>Agent Performance Measurement Dashboard</a:t>
            </a:r>
            <a:endParaRPr lang="en-IN" sz="1200">
              <a:solidFill>
                <a:schemeClr val="accent5"/>
              </a:solidFill>
              <a:latin typeface="Verdana" panose="020B0604030504040204" pitchFamily="34" charset="0"/>
              <a:ea typeface="Verdana" panose="020B0604030504040204" pitchFamily="34" charset="0"/>
            </a:endParaRPr>
          </a:p>
        </p:txBody>
      </p:sp>
      <p:sp>
        <p:nvSpPr>
          <p:cNvPr id="16" name="TextBox 15">
            <a:extLst>
              <a:ext uri="{FF2B5EF4-FFF2-40B4-BE49-F238E27FC236}">
                <a16:creationId xmlns:a16="http://schemas.microsoft.com/office/drawing/2014/main" id="{F0EA7956-E353-90C5-DF03-C28A84AF6376}"/>
              </a:ext>
            </a:extLst>
          </p:cNvPr>
          <p:cNvSpPr txBox="1"/>
          <p:nvPr/>
        </p:nvSpPr>
        <p:spPr>
          <a:xfrm>
            <a:off x="8002753" y="1756409"/>
            <a:ext cx="3339991" cy="605615"/>
          </a:xfrm>
          <a:prstGeom prst="rect">
            <a:avLst/>
          </a:prstGeom>
          <a:noFill/>
        </p:spPr>
        <p:txBody>
          <a:bodyPr wrap="square">
            <a:spAutoFit/>
          </a:bodyPr>
          <a:lstStyle/>
          <a:p>
            <a:pPr>
              <a:lnSpc>
                <a:spcPct val="115000"/>
              </a:lnSpc>
              <a:spcAft>
                <a:spcPts val="800"/>
              </a:spcAft>
              <a:tabLst>
                <a:tab pos="457200" algn="l"/>
              </a:tabLst>
            </a:pPr>
            <a:r>
              <a:rPr lang="en-IN" sz="1000" kern="100">
                <a:latin typeface="Verdana" panose="020B0604030504040204" pitchFamily="34" charset="0"/>
                <a:ea typeface="Verdana" panose="020B0604030504040204" pitchFamily="34" charset="0"/>
                <a:cs typeface="Times New Roman" panose="02020603050405020304" pitchFamily="18" charset="0"/>
              </a:rPr>
              <a:t>Redesign project team structures to include agent coaches, AI workflow owners, and reduced operational headcount over time.</a:t>
            </a:r>
            <a:endParaRPr lang="en-IN" sz="1000" kern="100">
              <a:effectLst/>
              <a:latin typeface="Verdana" panose="020B0604030504040204" pitchFamily="34" charset="0"/>
              <a:ea typeface="Verdana" panose="020B0604030504040204" pitchFamily="34" charset="0"/>
              <a:cs typeface="Times New Roman" panose="02020603050405020304" pitchFamily="18" charset="0"/>
            </a:endParaRPr>
          </a:p>
        </p:txBody>
      </p:sp>
      <p:sp>
        <p:nvSpPr>
          <p:cNvPr id="17" name="TextBox 16">
            <a:extLst>
              <a:ext uri="{FF2B5EF4-FFF2-40B4-BE49-F238E27FC236}">
                <a16:creationId xmlns:a16="http://schemas.microsoft.com/office/drawing/2014/main" id="{23583099-0C3A-7F42-4FDA-9C34DF21522F}"/>
              </a:ext>
            </a:extLst>
          </p:cNvPr>
          <p:cNvSpPr txBox="1"/>
          <p:nvPr/>
        </p:nvSpPr>
        <p:spPr>
          <a:xfrm>
            <a:off x="8002753" y="1261506"/>
            <a:ext cx="3145781" cy="461665"/>
          </a:xfrm>
          <a:prstGeom prst="rect">
            <a:avLst/>
          </a:prstGeom>
          <a:noFill/>
        </p:spPr>
        <p:txBody>
          <a:bodyPr wrap="square">
            <a:spAutoFit/>
          </a:bodyPr>
          <a:lstStyle/>
          <a:p>
            <a:r>
              <a:rPr lang="en-IN" sz="1200" b="1" kern="100">
                <a:latin typeface="Verdana" panose="020B0604030504040204" pitchFamily="34" charset="0"/>
                <a:ea typeface="Verdana" panose="020B0604030504040204" pitchFamily="34" charset="0"/>
                <a:cs typeface="Times New Roman" panose="02020603050405020304" pitchFamily="18" charset="0"/>
              </a:rPr>
              <a:t>Revised Delivery Team Pyramid for Agentic Model</a:t>
            </a:r>
            <a:endParaRPr lang="en-IN" sz="1200">
              <a:latin typeface="Verdana" panose="020B0604030504040204" pitchFamily="34" charset="0"/>
              <a:ea typeface="Verdana" panose="020B0604030504040204" pitchFamily="34" charset="0"/>
            </a:endParaRPr>
          </a:p>
        </p:txBody>
      </p:sp>
      <p:sp>
        <p:nvSpPr>
          <p:cNvPr id="18" name="TextBox 17">
            <a:extLst>
              <a:ext uri="{FF2B5EF4-FFF2-40B4-BE49-F238E27FC236}">
                <a16:creationId xmlns:a16="http://schemas.microsoft.com/office/drawing/2014/main" id="{7177333F-7CCB-8A63-0187-53E61149C1A0}"/>
              </a:ext>
            </a:extLst>
          </p:cNvPr>
          <p:cNvSpPr txBox="1"/>
          <p:nvPr/>
        </p:nvSpPr>
        <p:spPr>
          <a:xfrm>
            <a:off x="8885096" y="3411036"/>
            <a:ext cx="3339991" cy="605615"/>
          </a:xfrm>
          <a:prstGeom prst="rect">
            <a:avLst/>
          </a:prstGeom>
          <a:noFill/>
        </p:spPr>
        <p:txBody>
          <a:bodyPr wrap="square">
            <a:spAutoFit/>
          </a:bodyPr>
          <a:lstStyle/>
          <a:p>
            <a:pPr lvl="0">
              <a:lnSpc>
                <a:spcPct val="115000"/>
              </a:lnSpc>
              <a:spcAft>
                <a:spcPts val="800"/>
              </a:spcAft>
              <a:tabLst>
                <a:tab pos="457200" algn="l"/>
              </a:tabLst>
            </a:pPr>
            <a:r>
              <a:rPr lang="en-IN" sz="1000" kern="100">
                <a:latin typeface="Verdana" panose="020B0604030504040204" pitchFamily="34" charset="0"/>
                <a:ea typeface="Verdana" panose="020B0604030504040204" pitchFamily="34" charset="0"/>
                <a:cs typeface="Times New Roman" panose="02020603050405020304" pitchFamily="18" charset="0"/>
              </a:rPr>
              <a:t>Reduce setup, configuration, and tuning timelines to expand the model’s applicability to short-cycle projects</a:t>
            </a:r>
            <a:endParaRPr lang="en-IN" sz="1000" kern="100">
              <a:effectLst/>
              <a:latin typeface="Verdana" panose="020B0604030504040204" pitchFamily="34" charset="0"/>
              <a:ea typeface="Verdana" panose="020B0604030504040204" pitchFamily="34" charset="0"/>
              <a:cs typeface="Times New Roman" panose="02020603050405020304" pitchFamily="18" charset="0"/>
            </a:endParaRPr>
          </a:p>
        </p:txBody>
      </p:sp>
      <p:sp>
        <p:nvSpPr>
          <p:cNvPr id="19" name="TextBox 18">
            <a:extLst>
              <a:ext uri="{FF2B5EF4-FFF2-40B4-BE49-F238E27FC236}">
                <a16:creationId xmlns:a16="http://schemas.microsoft.com/office/drawing/2014/main" id="{4F815856-5C2F-89D0-82E2-414566538CF3}"/>
              </a:ext>
            </a:extLst>
          </p:cNvPr>
          <p:cNvSpPr txBox="1"/>
          <p:nvPr/>
        </p:nvSpPr>
        <p:spPr>
          <a:xfrm>
            <a:off x="8873609" y="2937906"/>
            <a:ext cx="3145781" cy="461665"/>
          </a:xfrm>
          <a:prstGeom prst="rect">
            <a:avLst/>
          </a:prstGeom>
          <a:noFill/>
        </p:spPr>
        <p:txBody>
          <a:bodyPr wrap="square">
            <a:spAutoFit/>
          </a:bodyPr>
          <a:lstStyle/>
          <a:p>
            <a:r>
              <a:rPr lang="en-IN" sz="1200" b="1">
                <a:solidFill>
                  <a:schemeClr val="accent2"/>
                </a:solidFill>
                <a:latin typeface="Verdana" panose="020B0604030504040204" pitchFamily="34" charset="0"/>
                <a:ea typeface="Verdana" panose="020B0604030504040204" pitchFamily="34" charset="0"/>
              </a:rPr>
              <a:t>Optimize for Shorter Engagements</a:t>
            </a:r>
            <a:r>
              <a:rPr lang="en-IN" sz="1200">
                <a:solidFill>
                  <a:schemeClr val="accent2"/>
                </a:solidFill>
                <a:latin typeface="Verdana" panose="020B0604030504040204" pitchFamily="34" charset="0"/>
                <a:ea typeface="Verdana" panose="020B0604030504040204" pitchFamily="34" charset="0"/>
              </a:rPr>
              <a:t> </a:t>
            </a:r>
          </a:p>
        </p:txBody>
      </p:sp>
      <p:sp>
        <p:nvSpPr>
          <p:cNvPr id="20" name="TextBox 19">
            <a:extLst>
              <a:ext uri="{FF2B5EF4-FFF2-40B4-BE49-F238E27FC236}">
                <a16:creationId xmlns:a16="http://schemas.microsoft.com/office/drawing/2014/main" id="{B8B071A0-E626-55A0-2ACD-30A165EA8A32}"/>
              </a:ext>
            </a:extLst>
          </p:cNvPr>
          <p:cNvSpPr txBox="1"/>
          <p:nvPr/>
        </p:nvSpPr>
        <p:spPr>
          <a:xfrm>
            <a:off x="8002753" y="5043893"/>
            <a:ext cx="3339991" cy="605615"/>
          </a:xfrm>
          <a:prstGeom prst="rect">
            <a:avLst/>
          </a:prstGeom>
          <a:noFill/>
        </p:spPr>
        <p:txBody>
          <a:bodyPr wrap="square">
            <a:spAutoFit/>
          </a:bodyPr>
          <a:lstStyle/>
          <a:p>
            <a:pPr lvl="0">
              <a:lnSpc>
                <a:spcPct val="115000"/>
              </a:lnSpc>
              <a:spcAft>
                <a:spcPts val="800"/>
              </a:spcAft>
              <a:tabLst>
                <a:tab pos="457200" algn="l"/>
              </a:tabLst>
            </a:pPr>
            <a:r>
              <a:rPr lang="en-IN" sz="1000" kern="100">
                <a:latin typeface="Verdana" panose="020B0604030504040204" pitchFamily="34" charset="0"/>
                <a:ea typeface="Verdana" panose="020B0604030504040204" pitchFamily="34" charset="0"/>
                <a:cs typeface="Times New Roman" panose="02020603050405020304" pitchFamily="18" charset="0"/>
              </a:rPr>
              <a:t>Achieve long-term efficiency by continuously improving agent performance, enabling leaner human involvement.</a:t>
            </a:r>
            <a:endParaRPr lang="en-IN" sz="1000" kern="100">
              <a:effectLst/>
              <a:latin typeface="Verdana" panose="020B0604030504040204" pitchFamily="34" charset="0"/>
              <a:ea typeface="Verdana" panose="020B0604030504040204" pitchFamily="34" charset="0"/>
              <a:cs typeface="Times New Roman" panose="02020603050405020304" pitchFamily="18" charset="0"/>
            </a:endParaRPr>
          </a:p>
        </p:txBody>
      </p:sp>
      <p:sp>
        <p:nvSpPr>
          <p:cNvPr id="21" name="TextBox 20">
            <a:extLst>
              <a:ext uri="{FF2B5EF4-FFF2-40B4-BE49-F238E27FC236}">
                <a16:creationId xmlns:a16="http://schemas.microsoft.com/office/drawing/2014/main" id="{8655E05A-CCE4-B829-E3DF-23C9C288E39B}"/>
              </a:ext>
            </a:extLst>
          </p:cNvPr>
          <p:cNvSpPr txBox="1"/>
          <p:nvPr/>
        </p:nvSpPr>
        <p:spPr>
          <a:xfrm>
            <a:off x="8002753" y="4570764"/>
            <a:ext cx="3145781" cy="461665"/>
          </a:xfrm>
          <a:prstGeom prst="rect">
            <a:avLst/>
          </a:prstGeom>
          <a:noFill/>
        </p:spPr>
        <p:txBody>
          <a:bodyPr wrap="square">
            <a:spAutoFit/>
          </a:bodyPr>
          <a:lstStyle/>
          <a:p>
            <a:r>
              <a:rPr lang="en-IN" sz="1200" b="1" kern="100">
                <a:solidFill>
                  <a:srgbClr val="5A37B0"/>
                </a:solidFill>
                <a:latin typeface="Verdana" panose="020B0604030504040204" pitchFamily="34" charset="0"/>
                <a:ea typeface="Verdana" panose="020B0604030504040204" pitchFamily="34" charset="0"/>
                <a:cs typeface="Times New Roman" panose="02020603050405020304" pitchFamily="18" charset="0"/>
              </a:rPr>
              <a:t>Resource Ramp-Down Through Agent Maturity</a:t>
            </a:r>
            <a:endParaRPr lang="en-IN" sz="1200">
              <a:solidFill>
                <a:srgbClr val="5A37B0"/>
              </a:solidFill>
              <a:latin typeface="Verdana" panose="020B0604030504040204" pitchFamily="34" charset="0"/>
              <a:ea typeface="Verdana" panose="020B0604030504040204" pitchFamily="34" charset="0"/>
            </a:endParaRPr>
          </a:p>
        </p:txBody>
      </p:sp>
      <p:pic>
        <p:nvPicPr>
          <p:cNvPr id="2052" name="Picture 4" descr="Human Pyramid White Background Stock ...">
            <a:extLst>
              <a:ext uri="{FF2B5EF4-FFF2-40B4-BE49-F238E27FC236}">
                <a16:creationId xmlns:a16="http://schemas.microsoft.com/office/drawing/2014/main" id="{A5AF2D44-C9D5-717C-275C-75B6AF624282}"/>
              </a:ext>
            </a:extLst>
          </p:cNvPr>
          <p:cNvPicPr>
            <a:picLocks noChangeAspect="1" noChangeArrowheads="1"/>
          </p:cNvPicPr>
          <p:nvPr/>
        </p:nvPicPr>
        <p:blipFill rotWithShape="1">
          <a:blip r:embed="rId3">
            <a:duotone>
              <a:prstClr val="black"/>
              <a:srgbClr val="D9C3A5">
                <a:tint val="50000"/>
                <a:satMod val="180000"/>
              </a:srgbClr>
            </a:duotone>
            <a:extLst>
              <a:ext uri="{BEBA8EAE-BF5A-486C-A8C5-ECC9F3942E4B}">
                <a14:imgProps xmlns:a14="http://schemas.microsoft.com/office/drawing/2010/main">
                  <a14:imgLayer r:embed="rId4">
                    <a14:imgEffect>
                      <a14:backgroundRemoval t="10000" b="90000" l="10000" r="90000">
                        <a14:foregroundMark x1="29333" y1="26786" x2="29333" y2="29167"/>
                        <a14:foregroundMark x1="29333" y1="39201" x2="29333" y2="40476"/>
                        <a14:foregroundMark x1="29333" y1="36498" x2="29333" y2="37415"/>
                        <a14:foregroundMark x1="29333" y1="33333" x2="29333" y2="36097"/>
                        <a14:foregroundMark x1="26667" y1="43452" x2="25000" y2="48214"/>
                        <a14:foregroundMark x1="22333" y1="42857" x2="24000" y2="47619"/>
                        <a14:foregroundMark x1="24000" y1="52381" x2="26000" y2="58333"/>
                        <a14:foregroundMark x1="22333" y1="57143" x2="20667" y2="61905"/>
                        <a14:foregroundMark x1="18333" y1="60119" x2="18000" y2="66667"/>
                        <a14:foregroundMark x1="29385" y1="59985" x2="30000" y2="65476"/>
                        <a14:foregroundMark x1="34667" y1="42857" x2="34667" y2="48214"/>
                        <a14:foregroundMark x1="35333" y1="52976" x2="37333" y2="59524"/>
                        <a14:foregroundMark x1="40667" y1="60119" x2="41333" y2="65476"/>
                        <a14:backgroundMark x1="29333" y1="43452" x2="29333" y2="41667"/>
                        <a14:backgroundMark x1="30667" y1="52976" x2="31333" y2="51786"/>
                        <a14:backgroundMark x1="35667" y1="61310" x2="35667" y2="59524"/>
                        <a14:backgroundMark x1="29667" y1="41071" x2="29667" y2="39286"/>
                        <a14:backgroundMark x1="28667" y1="41071" x2="29000" y2="39286"/>
                        <a14:backgroundMark x1="30000" y1="39286" x2="29667" y2="38095"/>
                        <a14:backgroundMark x1="22333" y1="42857" x2="22000" y2="42262"/>
                      </a14:backgroundRemoval>
                    </a14:imgEffect>
                    <a14:imgEffect>
                      <a14:brightnessContrast bright="-100000"/>
                    </a14:imgEffect>
                  </a14:imgLayer>
                </a14:imgProps>
              </a:ext>
              <a:ext uri="{28A0092B-C50C-407E-A947-70E740481C1C}">
                <a14:useLocalDpi xmlns:a14="http://schemas.microsoft.com/office/drawing/2010/main" val="0"/>
              </a:ext>
            </a:extLst>
          </a:blip>
          <a:srcRect r="43275"/>
          <a:stretch>
            <a:fillRect/>
          </a:stretch>
        </p:blipFill>
        <p:spPr bwMode="auto">
          <a:xfrm>
            <a:off x="6586584" y="1655195"/>
            <a:ext cx="799081" cy="808042"/>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Optimization White Icons – Free ...">
            <a:extLst>
              <a:ext uri="{FF2B5EF4-FFF2-40B4-BE49-F238E27FC236}">
                <a16:creationId xmlns:a16="http://schemas.microsoft.com/office/drawing/2014/main" id="{F9771AA7-00F3-A066-E292-F6A9777B6FF5}"/>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6222" b="96000" l="3556" r="94667">
                        <a14:foregroundMark x1="11556" y1="68444" x2="14222" y2="75556"/>
                        <a14:foregroundMark x1="4444" y1="73333" x2="3556" y2="71556"/>
                        <a14:foregroundMark x1="19556" y1="88000" x2="28444" y2="86222"/>
                        <a14:foregroundMark x1="39111" y1="92444" x2="36444" y2="96000"/>
                        <a14:foregroundMark x1="16444" y1="37333" x2="14222" y2="31556"/>
                        <a14:foregroundMark x1="76444" y1="13333" x2="82222" y2="16889"/>
                        <a14:foregroundMark x1="84889" y1="63111" x2="85333" y2="72000"/>
                        <a14:foregroundMark x1="93778" y1="27556" x2="94667" y2="32444"/>
                        <a14:foregroundMark x1="62222" y1="6667" x2="62667" y2="6222"/>
                      </a14:backgroundRemoval>
                    </a14:imgEffect>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4123139" y="3391940"/>
            <a:ext cx="436305" cy="436305"/>
          </a:xfrm>
          <a:prstGeom prst="rect">
            <a:avLst/>
          </a:prstGeom>
          <a:noFill/>
          <a:extLst>
            <a:ext uri="{909E8E84-426E-40DD-AFC4-6F175D3DCCD1}">
              <a14:hiddenFill xmlns:a14="http://schemas.microsoft.com/office/drawing/2010/main">
                <a:solidFill>
                  <a:srgbClr val="FFFFFF"/>
                </a:solidFill>
              </a14:hiddenFill>
            </a:ext>
          </a:extLst>
        </p:spPr>
      </p:pic>
      <p:sp>
        <p:nvSpPr>
          <p:cNvPr id="28" name="Shape 1655">
            <a:extLst>
              <a:ext uri="{FF2B5EF4-FFF2-40B4-BE49-F238E27FC236}">
                <a16:creationId xmlns:a16="http://schemas.microsoft.com/office/drawing/2014/main" id="{6A4763D6-E2CE-C6D1-1F6E-BC3CF60B1FBD}"/>
              </a:ext>
            </a:extLst>
          </p:cNvPr>
          <p:cNvSpPr/>
          <p:nvPr/>
        </p:nvSpPr>
        <p:spPr>
          <a:xfrm>
            <a:off x="7676896" y="3455604"/>
            <a:ext cx="352478" cy="372641"/>
          </a:xfrm>
          <a:custGeom>
            <a:avLst/>
            <a:gdLst/>
            <a:ahLst/>
            <a:cxnLst>
              <a:cxn ang="0">
                <a:pos x="wd2" y="hd2"/>
              </a:cxn>
              <a:cxn ang="5400000">
                <a:pos x="wd2" y="hd2"/>
              </a:cxn>
              <a:cxn ang="10800000">
                <a:pos x="wd2" y="hd2"/>
              </a:cxn>
              <a:cxn ang="16200000">
                <a:pos x="wd2" y="hd2"/>
              </a:cxn>
            </a:cxnLst>
            <a:rect l="0" t="0" r="r" b="b"/>
            <a:pathLst>
              <a:path w="21446" h="21471" extrusionOk="0">
                <a:moveTo>
                  <a:pt x="2905" y="19280"/>
                </a:moveTo>
                <a:cubicBezTo>
                  <a:pt x="2681" y="19534"/>
                  <a:pt x="2681" y="19946"/>
                  <a:pt x="2905" y="20199"/>
                </a:cubicBezTo>
                <a:lnTo>
                  <a:pt x="3929" y="21326"/>
                </a:lnTo>
                <a:cubicBezTo>
                  <a:pt x="4153" y="21579"/>
                  <a:pt x="4509" y="21473"/>
                  <a:pt x="4733" y="21219"/>
                </a:cubicBezTo>
                <a:lnTo>
                  <a:pt x="10016" y="15374"/>
                </a:lnTo>
                <a:lnTo>
                  <a:pt x="8398" y="13297"/>
                </a:lnTo>
                <a:cubicBezTo>
                  <a:pt x="8398" y="13297"/>
                  <a:pt x="2905" y="19280"/>
                  <a:pt x="2905" y="19280"/>
                </a:cubicBezTo>
                <a:close/>
                <a:moveTo>
                  <a:pt x="21385" y="2725"/>
                </a:moveTo>
                <a:cubicBezTo>
                  <a:pt x="21305" y="2126"/>
                  <a:pt x="21030" y="2251"/>
                  <a:pt x="20886" y="2504"/>
                </a:cubicBezTo>
                <a:cubicBezTo>
                  <a:pt x="20743" y="2760"/>
                  <a:pt x="20110" y="3839"/>
                  <a:pt x="19849" y="4329"/>
                </a:cubicBezTo>
                <a:cubicBezTo>
                  <a:pt x="19591" y="4814"/>
                  <a:pt x="18954" y="5772"/>
                  <a:pt x="17767" y="4826"/>
                </a:cubicBezTo>
                <a:cubicBezTo>
                  <a:pt x="16531" y="3843"/>
                  <a:pt x="16961" y="3157"/>
                  <a:pt x="17176" y="2696"/>
                </a:cubicBezTo>
                <a:cubicBezTo>
                  <a:pt x="17392" y="2232"/>
                  <a:pt x="18057" y="930"/>
                  <a:pt x="18152" y="769"/>
                </a:cubicBezTo>
                <a:cubicBezTo>
                  <a:pt x="18248" y="605"/>
                  <a:pt x="18137" y="130"/>
                  <a:pt x="17753" y="329"/>
                </a:cubicBezTo>
                <a:cubicBezTo>
                  <a:pt x="17369" y="528"/>
                  <a:pt x="15036" y="1571"/>
                  <a:pt x="14714" y="3068"/>
                </a:cubicBezTo>
                <a:cubicBezTo>
                  <a:pt x="14383" y="4589"/>
                  <a:pt x="14990" y="5950"/>
                  <a:pt x="13798" y="7301"/>
                </a:cubicBezTo>
                <a:lnTo>
                  <a:pt x="12352" y="8998"/>
                </a:lnTo>
                <a:lnTo>
                  <a:pt x="13805" y="10895"/>
                </a:lnTo>
                <a:lnTo>
                  <a:pt x="15586" y="8993"/>
                </a:lnTo>
                <a:cubicBezTo>
                  <a:pt x="16010" y="8513"/>
                  <a:pt x="16917" y="8046"/>
                  <a:pt x="17737" y="8257"/>
                </a:cubicBezTo>
                <a:cubicBezTo>
                  <a:pt x="19495" y="8705"/>
                  <a:pt x="20455" y="7962"/>
                  <a:pt x="21033" y="6733"/>
                </a:cubicBezTo>
                <a:cubicBezTo>
                  <a:pt x="21552" y="5635"/>
                  <a:pt x="21466" y="3323"/>
                  <a:pt x="21385" y="2725"/>
                </a:cubicBezTo>
                <a:close/>
                <a:moveTo>
                  <a:pt x="9478" y="7592"/>
                </a:moveTo>
                <a:cubicBezTo>
                  <a:pt x="9348" y="7424"/>
                  <a:pt x="9188" y="7419"/>
                  <a:pt x="9050" y="7557"/>
                </a:cubicBezTo>
                <a:lnTo>
                  <a:pt x="7506" y="9074"/>
                </a:lnTo>
                <a:cubicBezTo>
                  <a:pt x="7385" y="9195"/>
                  <a:pt x="7367" y="9417"/>
                  <a:pt x="7477" y="9559"/>
                </a:cubicBezTo>
                <a:lnTo>
                  <a:pt x="16407" y="20996"/>
                </a:lnTo>
                <a:cubicBezTo>
                  <a:pt x="16616" y="21266"/>
                  <a:pt x="16978" y="21294"/>
                  <a:pt x="17216" y="21060"/>
                </a:cubicBezTo>
                <a:lnTo>
                  <a:pt x="18260" y="20075"/>
                </a:lnTo>
                <a:cubicBezTo>
                  <a:pt x="18499" y="19839"/>
                  <a:pt x="18524" y="19429"/>
                  <a:pt x="18316" y="19157"/>
                </a:cubicBezTo>
                <a:cubicBezTo>
                  <a:pt x="18316" y="19157"/>
                  <a:pt x="9478" y="7592"/>
                  <a:pt x="9478" y="7592"/>
                </a:cubicBezTo>
                <a:close/>
                <a:moveTo>
                  <a:pt x="3332" y="6966"/>
                </a:moveTo>
                <a:cubicBezTo>
                  <a:pt x="4336" y="6087"/>
                  <a:pt x="5169" y="6693"/>
                  <a:pt x="6282" y="8142"/>
                </a:cubicBezTo>
                <a:cubicBezTo>
                  <a:pt x="6407" y="8306"/>
                  <a:pt x="6575" y="8115"/>
                  <a:pt x="6670" y="8021"/>
                </a:cubicBezTo>
                <a:cubicBezTo>
                  <a:pt x="6765" y="7927"/>
                  <a:pt x="8233" y="6440"/>
                  <a:pt x="8305" y="6372"/>
                </a:cubicBezTo>
                <a:cubicBezTo>
                  <a:pt x="8376" y="6300"/>
                  <a:pt x="8462" y="6167"/>
                  <a:pt x="8349" y="6018"/>
                </a:cubicBezTo>
                <a:cubicBezTo>
                  <a:pt x="8234" y="5869"/>
                  <a:pt x="7817" y="5261"/>
                  <a:pt x="7549" y="4866"/>
                </a:cubicBezTo>
                <a:cubicBezTo>
                  <a:pt x="5603" y="2000"/>
                  <a:pt x="12875" y="56"/>
                  <a:pt x="11758" y="26"/>
                </a:cubicBezTo>
                <a:cubicBezTo>
                  <a:pt x="11189" y="9"/>
                  <a:pt x="8909" y="-21"/>
                  <a:pt x="8568" y="21"/>
                </a:cubicBezTo>
                <a:cubicBezTo>
                  <a:pt x="7186" y="185"/>
                  <a:pt x="5452" y="1638"/>
                  <a:pt x="4579" y="2315"/>
                </a:cubicBezTo>
                <a:cubicBezTo>
                  <a:pt x="3436" y="3195"/>
                  <a:pt x="3010" y="3711"/>
                  <a:pt x="2940" y="3783"/>
                </a:cubicBezTo>
                <a:cubicBezTo>
                  <a:pt x="2617" y="4100"/>
                  <a:pt x="2888" y="4833"/>
                  <a:pt x="2302" y="5411"/>
                </a:cubicBezTo>
                <a:cubicBezTo>
                  <a:pt x="1683" y="6021"/>
                  <a:pt x="1297" y="5559"/>
                  <a:pt x="938" y="5913"/>
                </a:cubicBezTo>
                <a:cubicBezTo>
                  <a:pt x="761" y="6090"/>
                  <a:pt x="263" y="6509"/>
                  <a:pt x="121" y="6648"/>
                </a:cubicBezTo>
                <a:cubicBezTo>
                  <a:pt x="-22" y="6790"/>
                  <a:pt x="-48" y="7029"/>
                  <a:pt x="98" y="7219"/>
                </a:cubicBezTo>
                <a:cubicBezTo>
                  <a:pt x="98" y="7219"/>
                  <a:pt x="1459" y="8911"/>
                  <a:pt x="1573" y="9061"/>
                </a:cubicBezTo>
                <a:cubicBezTo>
                  <a:pt x="1686" y="9209"/>
                  <a:pt x="1995" y="9337"/>
                  <a:pt x="2184" y="9147"/>
                </a:cubicBezTo>
                <a:cubicBezTo>
                  <a:pt x="2375" y="8958"/>
                  <a:pt x="2865" y="8477"/>
                  <a:pt x="2946" y="8392"/>
                </a:cubicBezTo>
                <a:cubicBezTo>
                  <a:pt x="3030" y="8312"/>
                  <a:pt x="2892" y="7348"/>
                  <a:pt x="3332" y="6966"/>
                </a:cubicBezTo>
                <a:close/>
              </a:path>
            </a:pathLst>
          </a:custGeom>
          <a:solidFill>
            <a:srgbClr val="FFFFFF"/>
          </a:solidFill>
          <a:ln w="12700">
            <a:miter lim="400000"/>
          </a:ln>
        </p:spPr>
        <p:txBody>
          <a:bodyPr lIns="43656" tIns="43656" rIns="43656" bIns="43656" anchor="ctr"/>
          <a:lstStyle/>
          <a:p>
            <a:pPr algn="ctr">
              <a:defRPr sz="8000" cap="none">
                <a:solidFill>
                  <a:srgbClr val="53585F"/>
                </a:solidFill>
                <a:latin typeface="Open Sans"/>
                <a:ea typeface="Open Sans"/>
                <a:cs typeface="Open Sans"/>
                <a:sym typeface="Open Sans"/>
              </a:defRPr>
            </a:pPr>
            <a:endParaRPr/>
          </a:p>
        </p:txBody>
      </p:sp>
      <p:sp>
        <p:nvSpPr>
          <p:cNvPr id="29" name="Shape 255">
            <a:extLst>
              <a:ext uri="{FF2B5EF4-FFF2-40B4-BE49-F238E27FC236}">
                <a16:creationId xmlns:a16="http://schemas.microsoft.com/office/drawing/2014/main" id="{2FF1D695-7D4A-4374-77D6-8976B19AF47B}"/>
              </a:ext>
            </a:extLst>
          </p:cNvPr>
          <p:cNvSpPr/>
          <p:nvPr/>
        </p:nvSpPr>
        <p:spPr>
          <a:xfrm>
            <a:off x="6806519" y="4938649"/>
            <a:ext cx="430699" cy="356593"/>
          </a:xfrm>
          <a:custGeom>
            <a:avLst/>
            <a:gdLst/>
            <a:ahLst/>
            <a:cxnLst>
              <a:cxn ang="0">
                <a:pos x="wd2" y="hd2"/>
              </a:cxn>
              <a:cxn ang="5400000">
                <a:pos x="wd2" y="hd2"/>
              </a:cxn>
              <a:cxn ang="10800000">
                <a:pos x="wd2" y="hd2"/>
              </a:cxn>
              <a:cxn ang="16200000">
                <a:pos x="wd2" y="hd2"/>
              </a:cxn>
            </a:cxnLst>
            <a:rect l="0" t="0" r="r" b="b"/>
            <a:pathLst>
              <a:path w="21600" h="21600" extrusionOk="0">
                <a:moveTo>
                  <a:pt x="11041" y="15188"/>
                </a:moveTo>
                <a:cubicBezTo>
                  <a:pt x="8905" y="14174"/>
                  <a:pt x="8222" y="13317"/>
                  <a:pt x="8222" y="11485"/>
                </a:cubicBezTo>
                <a:cubicBezTo>
                  <a:pt x="8222" y="10385"/>
                  <a:pt x="8875" y="10744"/>
                  <a:pt x="9161" y="8730"/>
                </a:cubicBezTo>
                <a:cubicBezTo>
                  <a:pt x="9279" y="7894"/>
                  <a:pt x="9855" y="8716"/>
                  <a:pt x="9966" y="6808"/>
                </a:cubicBezTo>
                <a:cubicBezTo>
                  <a:pt x="9966" y="6047"/>
                  <a:pt x="9651" y="5858"/>
                  <a:pt x="9651" y="5858"/>
                </a:cubicBezTo>
                <a:cubicBezTo>
                  <a:pt x="9651" y="5858"/>
                  <a:pt x="9811" y="4733"/>
                  <a:pt x="9873" y="3867"/>
                </a:cubicBezTo>
                <a:cubicBezTo>
                  <a:pt x="9951" y="2788"/>
                  <a:pt x="9396" y="0"/>
                  <a:pt x="6431" y="0"/>
                </a:cubicBezTo>
                <a:cubicBezTo>
                  <a:pt x="3466" y="0"/>
                  <a:pt x="2909" y="2788"/>
                  <a:pt x="2987" y="3867"/>
                </a:cubicBezTo>
                <a:cubicBezTo>
                  <a:pt x="3050" y="4733"/>
                  <a:pt x="3210" y="5858"/>
                  <a:pt x="3210" y="5858"/>
                </a:cubicBezTo>
                <a:cubicBezTo>
                  <a:pt x="3210" y="5858"/>
                  <a:pt x="2895" y="6047"/>
                  <a:pt x="2895" y="6808"/>
                </a:cubicBezTo>
                <a:cubicBezTo>
                  <a:pt x="3005" y="8716"/>
                  <a:pt x="3582" y="7894"/>
                  <a:pt x="3700" y="8730"/>
                </a:cubicBezTo>
                <a:cubicBezTo>
                  <a:pt x="3987" y="10744"/>
                  <a:pt x="4639" y="10385"/>
                  <a:pt x="4639" y="11485"/>
                </a:cubicBezTo>
                <a:cubicBezTo>
                  <a:pt x="4639" y="13317"/>
                  <a:pt x="3956" y="14174"/>
                  <a:pt x="1819" y="15188"/>
                </a:cubicBezTo>
                <a:cubicBezTo>
                  <a:pt x="1169" y="15497"/>
                  <a:pt x="0" y="15976"/>
                  <a:pt x="0" y="17129"/>
                </a:cubicBezTo>
                <a:lnTo>
                  <a:pt x="0" y="21600"/>
                </a:lnTo>
                <a:lnTo>
                  <a:pt x="15005" y="21600"/>
                </a:lnTo>
                <a:cubicBezTo>
                  <a:pt x="15005" y="21600"/>
                  <a:pt x="15005" y="18955"/>
                  <a:pt x="15005" y="18248"/>
                </a:cubicBezTo>
                <a:cubicBezTo>
                  <a:pt x="15005" y="17196"/>
                  <a:pt x="13184" y="16207"/>
                  <a:pt x="11041" y="15188"/>
                </a:cubicBezTo>
                <a:close/>
                <a:moveTo>
                  <a:pt x="21600" y="21600"/>
                </a:moveTo>
                <a:cubicBezTo>
                  <a:pt x="21600" y="21600"/>
                  <a:pt x="21557" y="16953"/>
                  <a:pt x="21307" y="16471"/>
                </a:cubicBezTo>
                <a:cubicBezTo>
                  <a:pt x="20935" y="15754"/>
                  <a:pt x="20071" y="15261"/>
                  <a:pt x="18463" y="14498"/>
                </a:cubicBezTo>
                <a:cubicBezTo>
                  <a:pt x="16861" y="13736"/>
                  <a:pt x="16349" y="13094"/>
                  <a:pt x="16349" y="11720"/>
                </a:cubicBezTo>
                <a:cubicBezTo>
                  <a:pt x="16349" y="10894"/>
                  <a:pt x="16838" y="11164"/>
                  <a:pt x="17053" y="9653"/>
                </a:cubicBezTo>
                <a:cubicBezTo>
                  <a:pt x="17142" y="9026"/>
                  <a:pt x="17574" y="9643"/>
                  <a:pt x="17657" y="8212"/>
                </a:cubicBezTo>
                <a:cubicBezTo>
                  <a:pt x="17657" y="7642"/>
                  <a:pt x="17420" y="7499"/>
                  <a:pt x="17420" y="7499"/>
                </a:cubicBezTo>
                <a:cubicBezTo>
                  <a:pt x="17420" y="7499"/>
                  <a:pt x="17541" y="6656"/>
                  <a:pt x="17588" y="6006"/>
                </a:cubicBezTo>
                <a:cubicBezTo>
                  <a:pt x="17646" y="5197"/>
                  <a:pt x="17229" y="3106"/>
                  <a:pt x="15005" y="3106"/>
                </a:cubicBezTo>
                <a:cubicBezTo>
                  <a:pt x="12781" y="3106"/>
                  <a:pt x="12365" y="5197"/>
                  <a:pt x="12422" y="6006"/>
                </a:cubicBezTo>
                <a:cubicBezTo>
                  <a:pt x="12469" y="6656"/>
                  <a:pt x="12589" y="7499"/>
                  <a:pt x="12589" y="7499"/>
                </a:cubicBezTo>
                <a:cubicBezTo>
                  <a:pt x="12589" y="7499"/>
                  <a:pt x="12353" y="7642"/>
                  <a:pt x="12353" y="8212"/>
                </a:cubicBezTo>
                <a:cubicBezTo>
                  <a:pt x="12437" y="9643"/>
                  <a:pt x="12868" y="9026"/>
                  <a:pt x="12957" y="9653"/>
                </a:cubicBezTo>
                <a:cubicBezTo>
                  <a:pt x="13173" y="11164"/>
                  <a:pt x="13662" y="10894"/>
                  <a:pt x="13662" y="11720"/>
                </a:cubicBezTo>
                <a:cubicBezTo>
                  <a:pt x="13662" y="12655"/>
                  <a:pt x="13424" y="13250"/>
                  <a:pt x="12768" y="13776"/>
                </a:cubicBezTo>
                <a:cubicBezTo>
                  <a:pt x="16268" y="15766"/>
                  <a:pt x="16737" y="16172"/>
                  <a:pt x="16737" y="17952"/>
                </a:cubicBezTo>
                <a:lnTo>
                  <a:pt x="16737" y="21600"/>
                </a:lnTo>
                <a:cubicBezTo>
                  <a:pt x="16737" y="21600"/>
                  <a:pt x="21600" y="21600"/>
                  <a:pt x="21600" y="21600"/>
                </a:cubicBezTo>
                <a:close/>
              </a:path>
            </a:pathLst>
          </a:custGeom>
          <a:solidFill>
            <a:srgbClr val="FFFFFF"/>
          </a:solidFill>
          <a:ln w="12700">
            <a:miter lim="400000"/>
          </a:ln>
        </p:spPr>
        <p:txBody>
          <a:bodyPr lIns="38100" tIns="38100" rIns="38100" bIns="38100" anchor="ctr"/>
          <a:lstStyle/>
          <a:p>
            <a:pPr algn="ctr">
              <a:defRPr sz="8000">
                <a:solidFill>
                  <a:srgbClr val="53585F"/>
                </a:solidFill>
                <a:latin typeface="Open Sans"/>
                <a:ea typeface="Open Sans"/>
                <a:cs typeface="Open Sans"/>
                <a:sym typeface="Open Sans"/>
              </a:defRPr>
            </a:pPr>
            <a:endParaRPr/>
          </a:p>
        </p:txBody>
      </p:sp>
    </p:spTree>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4983653-B6F9-7420-2D83-152FA0C28EB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85FCEAC-2C6D-2470-70C8-ADBE55A76C02}"/>
              </a:ext>
            </a:extLst>
          </p:cNvPr>
          <p:cNvSpPr>
            <a:spLocks noGrp="1"/>
          </p:cNvSpPr>
          <p:nvPr>
            <p:ph type="title"/>
          </p:nvPr>
        </p:nvSpPr>
        <p:spPr/>
        <p:txBody>
          <a:bodyPr/>
          <a:lstStyle/>
          <a:p>
            <a:r>
              <a:rPr lang="en-AU"/>
              <a:t>Delivery Bootcamp for Embedding Agentic Agile (1 day training program)</a:t>
            </a:r>
          </a:p>
        </p:txBody>
      </p:sp>
      <p:sp>
        <p:nvSpPr>
          <p:cNvPr id="2" name="TextBox 1">
            <a:extLst>
              <a:ext uri="{FF2B5EF4-FFF2-40B4-BE49-F238E27FC236}">
                <a16:creationId xmlns:a16="http://schemas.microsoft.com/office/drawing/2014/main" id="{D3727287-9F3E-9578-E4BB-7B2153257752}"/>
              </a:ext>
            </a:extLst>
          </p:cNvPr>
          <p:cNvSpPr txBox="1"/>
          <p:nvPr/>
        </p:nvSpPr>
        <p:spPr>
          <a:xfrm>
            <a:off x="1054100" y="1905000"/>
            <a:ext cx="4648200" cy="369332"/>
          </a:xfrm>
          <a:prstGeom prst="rect">
            <a:avLst/>
          </a:prstGeom>
          <a:noFill/>
        </p:spPr>
        <p:txBody>
          <a:bodyPr wrap="square" rtlCol="0">
            <a:spAutoFit/>
          </a:bodyPr>
          <a:lstStyle/>
          <a:p>
            <a:r>
              <a:rPr lang="en-IN">
                <a:latin typeface="Verdana" panose="020B0604030504040204" pitchFamily="34" charset="0"/>
                <a:ea typeface="Verdana" panose="020B0604030504040204" pitchFamily="34" charset="0"/>
                <a:cs typeface="Verdana" panose="020B0604030504040204" pitchFamily="34" charset="0"/>
              </a:rPr>
              <a:t>Agenda &amp; Owners breakdown:</a:t>
            </a:r>
          </a:p>
        </p:txBody>
      </p:sp>
    </p:spTree>
    <p:extLst>
      <p:ext uri="{BB962C8B-B14F-4D97-AF65-F5344CB8AC3E}">
        <p14:creationId xmlns:p14="http://schemas.microsoft.com/office/powerpoint/2010/main" val="1317324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101C7-8B74-9348-50D9-B7F244BAF116}"/>
              </a:ext>
            </a:extLst>
          </p:cNvPr>
          <p:cNvSpPr>
            <a:spLocks noGrp="1"/>
          </p:cNvSpPr>
          <p:nvPr>
            <p:ph type="title"/>
          </p:nvPr>
        </p:nvSpPr>
        <p:spPr/>
        <p:txBody>
          <a:bodyPr/>
          <a:lstStyle/>
          <a:p>
            <a:r>
              <a:rPr lang="en-IN" dirty="0"/>
              <a:t>6. Change Management - Aligning to Agentic AI – Ascender 2.0</a:t>
            </a:r>
          </a:p>
        </p:txBody>
      </p:sp>
      <p:grpSp>
        <p:nvGrpSpPr>
          <p:cNvPr id="34" name="Group 33">
            <a:extLst>
              <a:ext uri="{FF2B5EF4-FFF2-40B4-BE49-F238E27FC236}">
                <a16:creationId xmlns:a16="http://schemas.microsoft.com/office/drawing/2014/main" id="{D6E723CD-2A4B-DECF-1C28-931E9C46C542}"/>
              </a:ext>
            </a:extLst>
          </p:cNvPr>
          <p:cNvGrpSpPr/>
          <p:nvPr/>
        </p:nvGrpSpPr>
        <p:grpSpPr>
          <a:xfrm>
            <a:off x="583406" y="1388182"/>
            <a:ext cx="11025188" cy="5075731"/>
            <a:chOff x="515937" y="1388182"/>
            <a:chExt cx="11025188" cy="5094324"/>
          </a:xfrm>
        </p:grpSpPr>
        <p:sp>
          <p:nvSpPr>
            <p:cNvPr id="4" name="Rounded Rectangle 8">
              <a:extLst>
                <a:ext uri="{FF2B5EF4-FFF2-40B4-BE49-F238E27FC236}">
                  <a16:creationId xmlns:a16="http://schemas.microsoft.com/office/drawing/2014/main" id="{126A4C6A-24EB-5E4E-876B-4588DA765CEE}"/>
                </a:ext>
              </a:extLst>
            </p:cNvPr>
            <p:cNvSpPr/>
            <p:nvPr/>
          </p:nvSpPr>
          <p:spPr>
            <a:xfrm>
              <a:off x="7866062" y="1529507"/>
              <a:ext cx="3675063" cy="4920343"/>
            </a:xfrm>
            <a:prstGeom prst="roundRect">
              <a:avLst>
                <a:gd name="adj" fmla="val 4988"/>
              </a:avLst>
            </a:prstGeom>
            <a:solidFill>
              <a:schemeClr val="bg1"/>
            </a:solidFill>
            <a:ln>
              <a:noFill/>
            </a:ln>
            <a:effectLst>
              <a:outerShdw blurRad="635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a:latin typeface="Verdana" panose="020B0604030504040204" pitchFamily="34" charset="0"/>
                <a:ea typeface="Verdana" panose="020B0604030504040204" pitchFamily="34" charset="0"/>
                <a:cs typeface="Verdana" panose="020B0604030504040204" pitchFamily="34" charset="0"/>
              </a:endParaRPr>
            </a:p>
          </p:txBody>
        </p:sp>
        <p:sp>
          <p:nvSpPr>
            <p:cNvPr id="5" name="Rounded Rectangle 8">
              <a:extLst>
                <a:ext uri="{FF2B5EF4-FFF2-40B4-BE49-F238E27FC236}">
                  <a16:creationId xmlns:a16="http://schemas.microsoft.com/office/drawing/2014/main" id="{765DA0E9-ABF9-7285-81B6-82A91F4D83C1}"/>
                </a:ext>
              </a:extLst>
            </p:cNvPr>
            <p:cNvSpPr/>
            <p:nvPr/>
          </p:nvSpPr>
          <p:spPr>
            <a:xfrm>
              <a:off x="4160498" y="1562163"/>
              <a:ext cx="3705563" cy="4920343"/>
            </a:xfrm>
            <a:prstGeom prst="roundRect">
              <a:avLst>
                <a:gd name="adj" fmla="val 4988"/>
              </a:avLst>
            </a:prstGeom>
            <a:solidFill>
              <a:schemeClr val="bg1"/>
            </a:solidFill>
            <a:ln>
              <a:noFill/>
            </a:ln>
            <a:effectLst>
              <a:outerShdw blurRad="635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a:latin typeface="Verdana" panose="020B0604030504040204" pitchFamily="34" charset="0"/>
                <a:ea typeface="Verdana" panose="020B0604030504040204" pitchFamily="34" charset="0"/>
                <a:cs typeface="Verdana" panose="020B0604030504040204" pitchFamily="34" charset="0"/>
              </a:endParaRPr>
            </a:p>
          </p:txBody>
        </p:sp>
        <p:sp>
          <p:nvSpPr>
            <p:cNvPr id="6" name="Rounded Rectangle 8">
              <a:extLst>
                <a:ext uri="{FF2B5EF4-FFF2-40B4-BE49-F238E27FC236}">
                  <a16:creationId xmlns:a16="http://schemas.microsoft.com/office/drawing/2014/main" id="{BBB7E482-171E-A468-28E6-5A0AD95B2A95}"/>
                </a:ext>
              </a:extLst>
            </p:cNvPr>
            <p:cNvSpPr/>
            <p:nvPr/>
          </p:nvSpPr>
          <p:spPr>
            <a:xfrm>
              <a:off x="515937" y="1527330"/>
              <a:ext cx="3675063" cy="4920343"/>
            </a:xfrm>
            <a:prstGeom prst="roundRect">
              <a:avLst>
                <a:gd name="adj" fmla="val 4988"/>
              </a:avLst>
            </a:prstGeom>
            <a:solidFill>
              <a:schemeClr val="bg1"/>
            </a:solidFill>
            <a:ln>
              <a:noFill/>
            </a:ln>
            <a:effectLst>
              <a:outerShdw blurRad="635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a:latin typeface="Verdana" panose="020B0604030504040204" pitchFamily="34" charset="0"/>
                <a:ea typeface="Verdana" panose="020B0604030504040204" pitchFamily="34" charset="0"/>
                <a:cs typeface="Verdana" panose="020B0604030504040204" pitchFamily="34" charset="0"/>
              </a:endParaRPr>
            </a:p>
          </p:txBody>
        </p:sp>
        <p:sp>
          <p:nvSpPr>
            <p:cNvPr id="7" name="Rectangle 6">
              <a:extLst>
                <a:ext uri="{FF2B5EF4-FFF2-40B4-BE49-F238E27FC236}">
                  <a16:creationId xmlns:a16="http://schemas.microsoft.com/office/drawing/2014/main" id="{A85C7B77-564C-D7BC-D266-B9BEBB2F69E1}"/>
                </a:ext>
              </a:extLst>
            </p:cNvPr>
            <p:cNvSpPr/>
            <p:nvPr/>
          </p:nvSpPr>
          <p:spPr>
            <a:xfrm>
              <a:off x="515938" y="1388182"/>
              <a:ext cx="3675063" cy="457200"/>
            </a:xfrm>
            <a:prstGeom prst="rect">
              <a:avLst/>
            </a:prstGeom>
            <a:solidFill>
              <a:schemeClr val="accent4"/>
            </a:solidFill>
            <a:ln>
              <a:solidFill>
                <a:schemeClr val="accent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pPr>
              <a:r>
                <a:rPr lang="en-IN" sz="1400">
                  <a:latin typeface="Verdana" panose="020B0604030504040204" pitchFamily="34" charset="0"/>
                  <a:ea typeface="Verdana" panose="020B0604030504040204" pitchFamily="34" charset="0"/>
                  <a:cs typeface="Verdana" panose="020B0604030504040204" pitchFamily="34" charset="0"/>
                </a:rPr>
                <a:t>Knowledge</a:t>
              </a:r>
            </a:p>
          </p:txBody>
        </p:sp>
        <p:sp>
          <p:nvSpPr>
            <p:cNvPr id="8" name="Rounded Rectangle 3">
              <a:extLst>
                <a:ext uri="{FF2B5EF4-FFF2-40B4-BE49-F238E27FC236}">
                  <a16:creationId xmlns:a16="http://schemas.microsoft.com/office/drawing/2014/main" id="{BC970F8A-A8D0-B242-BE65-0770CF26D3C0}"/>
                </a:ext>
              </a:extLst>
            </p:cNvPr>
            <p:cNvSpPr/>
            <p:nvPr/>
          </p:nvSpPr>
          <p:spPr>
            <a:xfrm>
              <a:off x="883921" y="1982355"/>
              <a:ext cx="2743200" cy="457200"/>
            </a:xfrm>
            <a:prstGeom prst="roundRect">
              <a:avLst/>
            </a:prstGeom>
            <a:solidFill>
              <a:schemeClr val="bg1"/>
            </a:solidFill>
            <a:ln>
              <a:solidFill>
                <a:schemeClr val="accent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pPr>
              <a:r>
                <a:rPr lang="en-IN" sz="1000" b="1">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rPr>
                <a:t>AI fundamentals</a:t>
              </a:r>
            </a:p>
          </p:txBody>
        </p:sp>
        <p:sp>
          <p:nvSpPr>
            <p:cNvPr id="9" name="Rounded Rectangle 4">
              <a:extLst>
                <a:ext uri="{FF2B5EF4-FFF2-40B4-BE49-F238E27FC236}">
                  <a16:creationId xmlns:a16="http://schemas.microsoft.com/office/drawing/2014/main" id="{38470EC0-A5E8-B1F9-F9FA-A860AEFE94F2}"/>
                </a:ext>
              </a:extLst>
            </p:cNvPr>
            <p:cNvSpPr/>
            <p:nvPr/>
          </p:nvSpPr>
          <p:spPr>
            <a:xfrm>
              <a:off x="883921" y="2530995"/>
              <a:ext cx="2743200" cy="457200"/>
            </a:xfrm>
            <a:prstGeom prst="roundRect">
              <a:avLst/>
            </a:prstGeom>
            <a:solidFill>
              <a:schemeClr val="bg1"/>
            </a:solidFill>
            <a:ln>
              <a:solidFill>
                <a:schemeClr val="accent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pPr>
              <a:r>
                <a:rPr lang="en-IN" sz="1000" b="1">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rPr>
                <a:t>Prompt engineering basics</a:t>
              </a:r>
            </a:p>
          </p:txBody>
        </p:sp>
        <p:sp>
          <p:nvSpPr>
            <p:cNvPr id="10" name="Rounded Rectangle 5">
              <a:extLst>
                <a:ext uri="{FF2B5EF4-FFF2-40B4-BE49-F238E27FC236}">
                  <a16:creationId xmlns:a16="http://schemas.microsoft.com/office/drawing/2014/main" id="{797E23A2-CDE4-556C-9903-7EB9FEE91130}"/>
                </a:ext>
              </a:extLst>
            </p:cNvPr>
            <p:cNvSpPr/>
            <p:nvPr/>
          </p:nvSpPr>
          <p:spPr>
            <a:xfrm>
              <a:off x="883921" y="3079635"/>
              <a:ext cx="2743200" cy="457200"/>
            </a:xfrm>
            <a:prstGeom prst="roundRect">
              <a:avLst/>
            </a:prstGeom>
            <a:solidFill>
              <a:schemeClr val="bg1"/>
            </a:solidFill>
            <a:ln>
              <a:solidFill>
                <a:schemeClr val="accent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pPr>
              <a:r>
                <a:rPr lang="en-IN" sz="1000" b="1">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rPr>
                <a:t>Emerging AI trend familiarity</a:t>
              </a:r>
            </a:p>
          </p:txBody>
        </p:sp>
        <p:sp>
          <p:nvSpPr>
            <p:cNvPr id="11" name="Rounded Rectangle 6">
              <a:extLst>
                <a:ext uri="{FF2B5EF4-FFF2-40B4-BE49-F238E27FC236}">
                  <a16:creationId xmlns:a16="http://schemas.microsoft.com/office/drawing/2014/main" id="{136567C7-E7B8-7460-C6A2-C5E49427D7DF}"/>
                </a:ext>
              </a:extLst>
            </p:cNvPr>
            <p:cNvSpPr/>
            <p:nvPr/>
          </p:nvSpPr>
          <p:spPr>
            <a:xfrm>
              <a:off x="883921" y="3628275"/>
              <a:ext cx="2743200" cy="457200"/>
            </a:xfrm>
            <a:prstGeom prst="roundRect">
              <a:avLst/>
            </a:prstGeom>
            <a:solidFill>
              <a:schemeClr val="bg1"/>
            </a:solidFill>
            <a:ln>
              <a:solidFill>
                <a:schemeClr val="accent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pPr>
              <a:r>
                <a:rPr lang="en-IN" sz="1000" b="1">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rPr>
                <a:t>Functional expertise</a:t>
              </a:r>
            </a:p>
          </p:txBody>
        </p:sp>
        <p:sp>
          <p:nvSpPr>
            <p:cNvPr id="12" name="Rectangle 11">
              <a:extLst>
                <a:ext uri="{FF2B5EF4-FFF2-40B4-BE49-F238E27FC236}">
                  <a16:creationId xmlns:a16="http://schemas.microsoft.com/office/drawing/2014/main" id="{0429A1F3-4D63-F448-5142-CAC1B35712BA}"/>
                </a:ext>
              </a:extLst>
            </p:cNvPr>
            <p:cNvSpPr/>
            <p:nvPr/>
          </p:nvSpPr>
          <p:spPr>
            <a:xfrm>
              <a:off x="4191001" y="1388182"/>
              <a:ext cx="3675062" cy="457200"/>
            </a:xfrm>
            <a:prstGeom prst="rect">
              <a:avLst/>
            </a:prstGeom>
            <a:solidFill>
              <a:schemeClr val="accent2"/>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pPr>
              <a:r>
                <a:rPr lang="en-IN" sz="1400">
                  <a:latin typeface="Verdana" panose="020B0604030504040204" pitchFamily="34" charset="0"/>
                  <a:ea typeface="Verdana" panose="020B0604030504040204" pitchFamily="34" charset="0"/>
                  <a:cs typeface="Verdana" panose="020B0604030504040204" pitchFamily="34" charset="0"/>
                </a:rPr>
                <a:t>Skills</a:t>
              </a:r>
            </a:p>
          </p:txBody>
        </p:sp>
        <p:sp>
          <p:nvSpPr>
            <p:cNvPr id="13" name="Rounded Rectangle 8">
              <a:extLst>
                <a:ext uri="{FF2B5EF4-FFF2-40B4-BE49-F238E27FC236}">
                  <a16:creationId xmlns:a16="http://schemas.microsoft.com/office/drawing/2014/main" id="{746DA367-43B8-EEB6-FACE-667463B3D2EB}"/>
                </a:ext>
              </a:extLst>
            </p:cNvPr>
            <p:cNvSpPr/>
            <p:nvPr/>
          </p:nvSpPr>
          <p:spPr>
            <a:xfrm>
              <a:off x="4626430" y="1978001"/>
              <a:ext cx="2743200" cy="457200"/>
            </a:xfrm>
            <a:prstGeom prst="roundRect">
              <a:avLst/>
            </a:prstGeom>
            <a:solidFill>
              <a:schemeClr val="bg1"/>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pPr>
              <a:r>
                <a:rPr lang="en-IN" sz="1000" b="1">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rPr>
                <a:t>Prompt crafting &amp; iteration</a:t>
              </a:r>
            </a:p>
          </p:txBody>
        </p:sp>
        <p:sp>
          <p:nvSpPr>
            <p:cNvPr id="14" name="Rounded Rectangle 9">
              <a:extLst>
                <a:ext uri="{FF2B5EF4-FFF2-40B4-BE49-F238E27FC236}">
                  <a16:creationId xmlns:a16="http://schemas.microsoft.com/office/drawing/2014/main" id="{5124E00F-37A7-41D6-1F55-B7A086AF7468}"/>
                </a:ext>
              </a:extLst>
            </p:cNvPr>
            <p:cNvSpPr/>
            <p:nvPr/>
          </p:nvSpPr>
          <p:spPr>
            <a:xfrm>
              <a:off x="4626430" y="2526641"/>
              <a:ext cx="2743200" cy="457200"/>
            </a:xfrm>
            <a:prstGeom prst="roundRect">
              <a:avLst/>
            </a:prstGeom>
            <a:solidFill>
              <a:schemeClr val="bg1"/>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pPr>
              <a:r>
                <a:rPr lang="en-IN" sz="1000" b="1">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rPr>
                <a:t>Critical thinking</a:t>
              </a:r>
            </a:p>
          </p:txBody>
        </p:sp>
        <p:sp>
          <p:nvSpPr>
            <p:cNvPr id="15" name="Rounded Rectangle 10">
              <a:extLst>
                <a:ext uri="{FF2B5EF4-FFF2-40B4-BE49-F238E27FC236}">
                  <a16:creationId xmlns:a16="http://schemas.microsoft.com/office/drawing/2014/main" id="{C6F4F37A-E3F7-C025-835B-20264AB9A220}"/>
                </a:ext>
              </a:extLst>
            </p:cNvPr>
            <p:cNvSpPr/>
            <p:nvPr/>
          </p:nvSpPr>
          <p:spPr>
            <a:xfrm>
              <a:off x="4626430" y="3075281"/>
              <a:ext cx="2743200" cy="457200"/>
            </a:xfrm>
            <a:prstGeom prst="roundRect">
              <a:avLst/>
            </a:prstGeom>
            <a:solidFill>
              <a:schemeClr val="bg1"/>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pPr>
              <a:r>
                <a:rPr lang="en-IN" sz="1000" b="1">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rPr>
                <a:t>Information evaluation</a:t>
              </a:r>
            </a:p>
          </p:txBody>
        </p:sp>
        <p:sp>
          <p:nvSpPr>
            <p:cNvPr id="16" name="Rounded Rectangle 11">
              <a:extLst>
                <a:ext uri="{FF2B5EF4-FFF2-40B4-BE49-F238E27FC236}">
                  <a16:creationId xmlns:a16="http://schemas.microsoft.com/office/drawing/2014/main" id="{9DCA024B-A6C8-35E4-E74A-C3E7CD9A67D3}"/>
                </a:ext>
              </a:extLst>
            </p:cNvPr>
            <p:cNvSpPr/>
            <p:nvPr/>
          </p:nvSpPr>
          <p:spPr>
            <a:xfrm>
              <a:off x="4626430" y="3623921"/>
              <a:ext cx="2743200" cy="457200"/>
            </a:xfrm>
            <a:prstGeom prst="roundRect">
              <a:avLst/>
            </a:prstGeom>
            <a:solidFill>
              <a:schemeClr val="bg1"/>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pPr>
              <a:r>
                <a:rPr lang="en-IN" sz="1000" b="1">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rPr>
                <a:t>Adaptive learning</a:t>
              </a:r>
            </a:p>
          </p:txBody>
        </p:sp>
        <p:sp>
          <p:nvSpPr>
            <p:cNvPr id="17" name="Rounded Rectangle 12">
              <a:extLst>
                <a:ext uri="{FF2B5EF4-FFF2-40B4-BE49-F238E27FC236}">
                  <a16:creationId xmlns:a16="http://schemas.microsoft.com/office/drawing/2014/main" id="{FDC490A3-13FB-3077-AF3D-7FA22D2C1924}"/>
                </a:ext>
              </a:extLst>
            </p:cNvPr>
            <p:cNvSpPr/>
            <p:nvPr/>
          </p:nvSpPr>
          <p:spPr>
            <a:xfrm>
              <a:off x="4626430" y="4172561"/>
              <a:ext cx="2743200" cy="457200"/>
            </a:xfrm>
            <a:prstGeom prst="roundRect">
              <a:avLst/>
            </a:prstGeom>
            <a:solidFill>
              <a:schemeClr val="bg1"/>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pPr>
              <a:r>
                <a:rPr lang="en-IN" sz="1000" b="1">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rPr>
                <a:t>Problem solving &amp; decision making</a:t>
              </a:r>
            </a:p>
          </p:txBody>
        </p:sp>
        <p:sp>
          <p:nvSpPr>
            <p:cNvPr id="18" name="Rounded Rectangle 13">
              <a:extLst>
                <a:ext uri="{FF2B5EF4-FFF2-40B4-BE49-F238E27FC236}">
                  <a16:creationId xmlns:a16="http://schemas.microsoft.com/office/drawing/2014/main" id="{4EBC0D35-F6E5-AD03-B819-DC27A3317BB6}"/>
                </a:ext>
              </a:extLst>
            </p:cNvPr>
            <p:cNvSpPr/>
            <p:nvPr/>
          </p:nvSpPr>
          <p:spPr>
            <a:xfrm>
              <a:off x="4626430" y="4721201"/>
              <a:ext cx="2743200" cy="457200"/>
            </a:xfrm>
            <a:prstGeom prst="roundRect">
              <a:avLst/>
            </a:prstGeom>
            <a:solidFill>
              <a:schemeClr val="bg1"/>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pPr>
              <a:r>
                <a:rPr lang="en-IN" sz="1000" b="1">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rPr>
                <a:t>Communication &amp; clarity</a:t>
              </a:r>
            </a:p>
          </p:txBody>
        </p:sp>
        <p:sp>
          <p:nvSpPr>
            <p:cNvPr id="19" name="Rectangle 18">
              <a:extLst>
                <a:ext uri="{FF2B5EF4-FFF2-40B4-BE49-F238E27FC236}">
                  <a16:creationId xmlns:a16="http://schemas.microsoft.com/office/drawing/2014/main" id="{BEA8CD6B-B437-EA59-D116-8F2335D188B7}"/>
                </a:ext>
              </a:extLst>
            </p:cNvPr>
            <p:cNvSpPr/>
            <p:nvPr/>
          </p:nvSpPr>
          <p:spPr>
            <a:xfrm>
              <a:off x="7866063" y="1388182"/>
              <a:ext cx="3675062" cy="457200"/>
            </a:xfrm>
            <a:prstGeom prst="rect">
              <a:avLst/>
            </a:prstGeom>
            <a:solidFill>
              <a:schemeClr val="accent5"/>
            </a:solidFill>
            <a:ln>
              <a:solidFill>
                <a:schemeClr val="accent5"/>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pPr>
              <a:r>
                <a:rPr lang="en-IN" sz="1400">
                  <a:latin typeface="Verdana" panose="020B0604030504040204" pitchFamily="34" charset="0"/>
                  <a:ea typeface="Verdana" panose="020B0604030504040204" pitchFamily="34" charset="0"/>
                  <a:cs typeface="Verdana" panose="020B0604030504040204" pitchFamily="34" charset="0"/>
                </a:rPr>
                <a:t>Behaviours</a:t>
              </a:r>
            </a:p>
          </p:txBody>
        </p:sp>
        <p:sp>
          <p:nvSpPr>
            <p:cNvPr id="20" name="Rounded Rectangle 15">
              <a:extLst>
                <a:ext uri="{FF2B5EF4-FFF2-40B4-BE49-F238E27FC236}">
                  <a16:creationId xmlns:a16="http://schemas.microsoft.com/office/drawing/2014/main" id="{3E795695-52A5-162C-DBA4-A9FA20BFD734}"/>
                </a:ext>
              </a:extLst>
            </p:cNvPr>
            <p:cNvSpPr/>
            <p:nvPr/>
          </p:nvSpPr>
          <p:spPr>
            <a:xfrm>
              <a:off x="8368939" y="1978001"/>
              <a:ext cx="2743200" cy="457200"/>
            </a:xfrm>
            <a:prstGeom prst="roundRect">
              <a:avLst/>
            </a:prstGeom>
            <a:solidFill>
              <a:schemeClr val="bg1"/>
            </a:solidFill>
            <a:ln>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pPr>
              <a:r>
                <a:rPr lang="en-IN" sz="1000" b="1">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rPr>
                <a:t>AI champion mindset</a:t>
              </a:r>
            </a:p>
          </p:txBody>
        </p:sp>
        <p:sp>
          <p:nvSpPr>
            <p:cNvPr id="21" name="Rounded Rectangle 16">
              <a:extLst>
                <a:ext uri="{FF2B5EF4-FFF2-40B4-BE49-F238E27FC236}">
                  <a16:creationId xmlns:a16="http://schemas.microsoft.com/office/drawing/2014/main" id="{CEF8A9C0-676D-89AF-2DBE-6DBBCABE2482}"/>
                </a:ext>
              </a:extLst>
            </p:cNvPr>
            <p:cNvSpPr/>
            <p:nvPr/>
          </p:nvSpPr>
          <p:spPr>
            <a:xfrm>
              <a:off x="8368939" y="2526641"/>
              <a:ext cx="2743200" cy="457200"/>
            </a:xfrm>
            <a:prstGeom prst="roundRect">
              <a:avLst/>
            </a:prstGeom>
            <a:solidFill>
              <a:schemeClr val="bg1"/>
            </a:solidFill>
            <a:ln>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pPr>
              <a:r>
                <a:rPr lang="en-IN" sz="1000" b="1">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rPr>
                <a:t>Strategic curiosity</a:t>
              </a:r>
            </a:p>
          </p:txBody>
        </p:sp>
        <p:sp>
          <p:nvSpPr>
            <p:cNvPr id="22" name="Rounded Rectangle 17">
              <a:extLst>
                <a:ext uri="{FF2B5EF4-FFF2-40B4-BE49-F238E27FC236}">
                  <a16:creationId xmlns:a16="http://schemas.microsoft.com/office/drawing/2014/main" id="{4F40C9D1-D0A5-F4D4-3170-421A924D54B7}"/>
                </a:ext>
              </a:extLst>
            </p:cNvPr>
            <p:cNvSpPr/>
            <p:nvPr/>
          </p:nvSpPr>
          <p:spPr>
            <a:xfrm>
              <a:off x="8368939" y="3075281"/>
              <a:ext cx="2743200" cy="457200"/>
            </a:xfrm>
            <a:prstGeom prst="roundRect">
              <a:avLst/>
            </a:prstGeom>
            <a:solidFill>
              <a:schemeClr val="bg1"/>
            </a:solidFill>
            <a:ln>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pPr>
              <a:r>
                <a:rPr lang="en-IN" sz="1000" b="1">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rPr>
                <a:t>Openness to experimentation</a:t>
              </a:r>
            </a:p>
          </p:txBody>
        </p:sp>
        <p:sp>
          <p:nvSpPr>
            <p:cNvPr id="23" name="Rounded Rectangle 18">
              <a:extLst>
                <a:ext uri="{FF2B5EF4-FFF2-40B4-BE49-F238E27FC236}">
                  <a16:creationId xmlns:a16="http://schemas.microsoft.com/office/drawing/2014/main" id="{6BE77690-C792-D801-C9AA-CCD68D798B76}"/>
                </a:ext>
              </a:extLst>
            </p:cNvPr>
            <p:cNvSpPr/>
            <p:nvPr/>
          </p:nvSpPr>
          <p:spPr>
            <a:xfrm>
              <a:off x="8368939" y="3623921"/>
              <a:ext cx="2743200" cy="457200"/>
            </a:xfrm>
            <a:prstGeom prst="roundRect">
              <a:avLst/>
            </a:prstGeom>
            <a:solidFill>
              <a:schemeClr val="bg1"/>
            </a:solidFill>
            <a:ln>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pPr>
              <a:r>
                <a:rPr lang="en-IN" sz="1000" b="1">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rPr>
                <a:t>Quick learning and adaptability</a:t>
              </a:r>
            </a:p>
          </p:txBody>
        </p:sp>
        <p:sp>
          <p:nvSpPr>
            <p:cNvPr id="24" name="Rounded Rectangle 19">
              <a:extLst>
                <a:ext uri="{FF2B5EF4-FFF2-40B4-BE49-F238E27FC236}">
                  <a16:creationId xmlns:a16="http://schemas.microsoft.com/office/drawing/2014/main" id="{73688FFD-EBDD-87DD-7CFF-5814C57B8864}"/>
                </a:ext>
              </a:extLst>
            </p:cNvPr>
            <p:cNvSpPr/>
            <p:nvPr/>
          </p:nvSpPr>
          <p:spPr>
            <a:xfrm>
              <a:off x="8368939" y="4172561"/>
              <a:ext cx="2743200" cy="457200"/>
            </a:xfrm>
            <a:prstGeom prst="roundRect">
              <a:avLst/>
            </a:prstGeom>
            <a:solidFill>
              <a:schemeClr val="bg1"/>
            </a:solidFill>
            <a:ln>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pPr>
              <a:r>
                <a:rPr lang="en-IN" sz="1000" b="1">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rPr>
                <a:t>Continuous learner</a:t>
              </a:r>
            </a:p>
          </p:txBody>
        </p:sp>
        <p:sp>
          <p:nvSpPr>
            <p:cNvPr id="25" name="Rounded Rectangle 20">
              <a:extLst>
                <a:ext uri="{FF2B5EF4-FFF2-40B4-BE49-F238E27FC236}">
                  <a16:creationId xmlns:a16="http://schemas.microsoft.com/office/drawing/2014/main" id="{4B85BC61-EEB5-798B-B676-00BEFDBDC43E}"/>
                </a:ext>
              </a:extLst>
            </p:cNvPr>
            <p:cNvSpPr/>
            <p:nvPr/>
          </p:nvSpPr>
          <p:spPr>
            <a:xfrm>
              <a:off x="8368939" y="4721201"/>
              <a:ext cx="2743200" cy="457200"/>
            </a:xfrm>
            <a:prstGeom prst="roundRect">
              <a:avLst/>
            </a:prstGeom>
            <a:solidFill>
              <a:schemeClr val="bg1"/>
            </a:solidFill>
            <a:ln>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pPr>
              <a:r>
                <a:rPr lang="en-IN" sz="1000" b="1">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rPr>
                <a:t>Cross-functional collaboration</a:t>
              </a:r>
            </a:p>
          </p:txBody>
        </p:sp>
        <p:sp>
          <p:nvSpPr>
            <p:cNvPr id="26" name="Rounded Rectangle 6">
              <a:extLst>
                <a:ext uri="{FF2B5EF4-FFF2-40B4-BE49-F238E27FC236}">
                  <a16:creationId xmlns:a16="http://schemas.microsoft.com/office/drawing/2014/main" id="{0756F10F-3C5C-35F3-DCB5-A24142434072}"/>
                </a:ext>
              </a:extLst>
            </p:cNvPr>
            <p:cNvSpPr/>
            <p:nvPr/>
          </p:nvSpPr>
          <p:spPr>
            <a:xfrm>
              <a:off x="883921" y="4176915"/>
              <a:ext cx="2743200" cy="457200"/>
            </a:xfrm>
            <a:prstGeom prst="roundRect">
              <a:avLst/>
            </a:prstGeom>
            <a:solidFill>
              <a:schemeClr val="bg1"/>
            </a:solidFill>
            <a:ln>
              <a:solidFill>
                <a:schemeClr val="accent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pPr>
              <a:r>
                <a:rPr lang="en-IN" sz="1000" b="1">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rPr>
                <a:t>Awareness  of industry use case and business applications of AI</a:t>
              </a:r>
            </a:p>
          </p:txBody>
        </p:sp>
        <p:sp>
          <p:nvSpPr>
            <p:cNvPr id="27" name="Rounded Rectangle 6">
              <a:extLst>
                <a:ext uri="{FF2B5EF4-FFF2-40B4-BE49-F238E27FC236}">
                  <a16:creationId xmlns:a16="http://schemas.microsoft.com/office/drawing/2014/main" id="{DD831A5B-0141-94C4-CCB8-AF7DD2E0C39A}"/>
                </a:ext>
              </a:extLst>
            </p:cNvPr>
            <p:cNvSpPr/>
            <p:nvPr/>
          </p:nvSpPr>
          <p:spPr>
            <a:xfrm>
              <a:off x="883921" y="4725555"/>
              <a:ext cx="2743200" cy="457200"/>
            </a:xfrm>
            <a:prstGeom prst="roundRect">
              <a:avLst/>
            </a:prstGeom>
            <a:solidFill>
              <a:schemeClr val="bg1"/>
            </a:solidFill>
            <a:ln>
              <a:solidFill>
                <a:schemeClr val="accent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pPr>
              <a:r>
                <a:rPr lang="en-IN" sz="1000" b="1">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rPr>
                <a:t>Human-AI collaboration concepts</a:t>
              </a:r>
            </a:p>
          </p:txBody>
        </p:sp>
        <p:sp>
          <p:nvSpPr>
            <p:cNvPr id="28" name="Rounded Rectangle 19">
              <a:extLst>
                <a:ext uri="{FF2B5EF4-FFF2-40B4-BE49-F238E27FC236}">
                  <a16:creationId xmlns:a16="http://schemas.microsoft.com/office/drawing/2014/main" id="{4AFAF742-992E-5F24-F7AC-8E489BAFA721}"/>
                </a:ext>
              </a:extLst>
            </p:cNvPr>
            <p:cNvSpPr/>
            <p:nvPr/>
          </p:nvSpPr>
          <p:spPr>
            <a:xfrm>
              <a:off x="8368939" y="5269841"/>
              <a:ext cx="2743200" cy="457200"/>
            </a:xfrm>
            <a:prstGeom prst="roundRect">
              <a:avLst/>
            </a:prstGeom>
            <a:solidFill>
              <a:schemeClr val="bg1"/>
            </a:solidFill>
            <a:ln>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pPr>
              <a:r>
                <a:rPr lang="en-IN" sz="1000" b="1">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rPr>
                <a:t>Long-term vision and future-ready thinking</a:t>
              </a:r>
            </a:p>
          </p:txBody>
        </p:sp>
        <p:sp>
          <p:nvSpPr>
            <p:cNvPr id="29" name="Rounded Rectangle 20">
              <a:extLst>
                <a:ext uri="{FF2B5EF4-FFF2-40B4-BE49-F238E27FC236}">
                  <a16:creationId xmlns:a16="http://schemas.microsoft.com/office/drawing/2014/main" id="{E71D92BB-9390-3C3E-32E6-CE71E58F8919}"/>
                </a:ext>
              </a:extLst>
            </p:cNvPr>
            <p:cNvSpPr/>
            <p:nvPr/>
          </p:nvSpPr>
          <p:spPr>
            <a:xfrm>
              <a:off x="8368939" y="5818481"/>
              <a:ext cx="2743200" cy="457200"/>
            </a:xfrm>
            <a:prstGeom prst="roundRect">
              <a:avLst/>
            </a:prstGeom>
            <a:solidFill>
              <a:schemeClr val="bg1"/>
            </a:solidFill>
            <a:ln>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pPr>
              <a:r>
                <a:rPr lang="en-IN" sz="1000" b="1">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rPr>
                <a:t>Ethical conduct</a:t>
              </a:r>
            </a:p>
          </p:txBody>
        </p:sp>
        <p:sp>
          <p:nvSpPr>
            <p:cNvPr id="30" name="Rounded Rectangle 19">
              <a:extLst>
                <a:ext uri="{FF2B5EF4-FFF2-40B4-BE49-F238E27FC236}">
                  <a16:creationId xmlns:a16="http://schemas.microsoft.com/office/drawing/2014/main" id="{9141680D-DD69-5E9F-3589-CD9F6DB3C31E}"/>
                </a:ext>
              </a:extLst>
            </p:cNvPr>
            <p:cNvSpPr/>
            <p:nvPr/>
          </p:nvSpPr>
          <p:spPr>
            <a:xfrm>
              <a:off x="4626430" y="5269841"/>
              <a:ext cx="2743200" cy="457200"/>
            </a:xfrm>
            <a:prstGeom prst="roundRect">
              <a:avLst/>
            </a:prstGeom>
            <a:solidFill>
              <a:schemeClr val="bg1"/>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pPr>
              <a:r>
                <a:rPr lang="en-IN" sz="1000" b="1">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rPr>
                <a:t>Innovation &amp; ideation</a:t>
              </a:r>
            </a:p>
          </p:txBody>
        </p:sp>
        <p:sp>
          <p:nvSpPr>
            <p:cNvPr id="31" name="Rounded Rectangle 20">
              <a:extLst>
                <a:ext uri="{FF2B5EF4-FFF2-40B4-BE49-F238E27FC236}">
                  <a16:creationId xmlns:a16="http://schemas.microsoft.com/office/drawing/2014/main" id="{3D3009CF-C405-EDCA-3F09-055222FA8A7C}"/>
                </a:ext>
              </a:extLst>
            </p:cNvPr>
            <p:cNvSpPr/>
            <p:nvPr/>
          </p:nvSpPr>
          <p:spPr>
            <a:xfrm>
              <a:off x="4626430" y="5818481"/>
              <a:ext cx="2743200" cy="457200"/>
            </a:xfrm>
            <a:prstGeom prst="roundRect">
              <a:avLst/>
            </a:prstGeom>
            <a:solidFill>
              <a:schemeClr val="bg1"/>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pPr>
              <a:r>
                <a:rPr lang="en-IN" sz="1000" b="1">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rPr>
                <a:t>Digital collaboration</a:t>
              </a:r>
            </a:p>
          </p:txBody>
        </p:sp>
        <p:sp>
          <p:nvSpPr>
            <p:cNvPr id="32" name="Rounded Rectangle 19">
              <a:extLst>
                <a:ext uri="{FF2B5EF4-FFF2-40B4-BE49-F238E27FC236}">
                  <a16:creationId xmlns:a16="http://schemas.microsoft.com/office/drawing/2014/main" id="{1DDD5BC2-F3E6-9D2C-0E2E-27B6531EE8B0}"/>
                </a:ext>
              </a:extLst>
            </p:cNvPr>
            <p:cNvSpPr/>
            <p:nvPr/>
          </p:nvSpPr>
          <p:spPr>
            <a:xfrm>
              <a:off x="883921" y="5274195"/>
              <a:ext cx="2743200" cy="457200"/>
            </a:xfrm>
            <a:prstGeom prst="roundRect">
              <a:avLst/>
            </a:prstGeom>
            <a:solidFill>
              <a:schemeClr val="bg1"/>
            </a:solidFill>
            <a:ln>
              <a:solidFill>
                <a:schemeClr val="accent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pPr>
              <a:r>
                <a:rPr lang="en-IN" sz="1000" b="1">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rPr>
                <a:t>Digital tools fluency</a:t>
              </a:r>
            </a:p>
          </p:txBody>
        </p:sp>
        <p:sp>
          <p:nvSpPr>
            <p:cNvPr id="33" name="Rounded Rectangle 20">
              <a:extLst>
                <a:ext uri="{FF2B5EF4-FFF2-40B4-BE49-F238E27FC236}">
                  <a16:creationId xmlns:a16="http://schemas.microsoft.com/office/drawing/2014/main" id="{BB9DABB8-CE30-EB4B-4B36-A84C9C4AAFC7}"/>
                </a:ext>
              </a:extLst>
            </p:cNvPr>
            <p:cNvSpPr/>
            <p:nvPr/>
          </p:nvSpPr>
          <p:spPr>
            <a:xfrm>
              <a:off x="883921" y="5822835"/>
              <a:ext cx="2743200" cy="457200"/>
            </a:xfrm>
            <a:prstGeom prst="roundRect">
              <a:avLst/>
            </a:prstGeom>
            <a:solidFill>
              <a:schemeClr val="bg1"/>
            </a:solidFill>
            <a:ln>
              <a:solidFill>
                <a:schemeClr val="accent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pPr>
              <a:r>
                <a:rPr lang="en-IN" sz="1000" b="1">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rPr>
                <a:t>Responsible &amp; ethical AI use</a:t>
              </a:r>
            </a:p>
          </p:txBody>
        </p:sp>
      </p:grpSp>
      <p:sp>
        <p:nvSpPr>
          <p:cNvPr id="3" name="TextBox 2">
            <a:extLst>
              <a:ext uri="{FF2B5EF4-FFF2-40B4-BE49-F238E27FC236}">
                <a16:creationId xmlns:a16="http://schemas.microsoft.com/office/drawing/2014/main" id="{C3AFA8CB-AD39-D0DC-213F-9657322E0CCC}"/>
              </a:ext>
            </a:extLst>
          </p:cNvPr>
          <p:cNvSpPr txBox="1"/>
          <p:nvPr/>
        </p:nvSpPr>
        <p:spPr>
          <a:xfrm>
            <a:off x="515937" y="881445"/>
            <a:ext cx="7853002" cy="461665"/>
          </a:xfrm>
          <a:prstGeom prst="rect">
            <a:avLst/>
          </a:prstGeom>
          <a:noFill/>
        </p:spPr>
        <p:txBody>
          <a:bodyPr wrap="square">
            <a:spAutoFit/>
          </a:bodyPr>
          <a:lstStyle/>
          <a:p>
            <a:pPr marL="285750" indent="-285750">
              <a:buFont typeface="Wingdings" panose="05000000000000000000" pitchFamily="2" charset="2"/>
              <a:buChar char="Ø"/>
              <a:defRPr sz="1200"/>
            </a:pPr>
            <a:r>
              <a:rPr lang="en-IN" sz="1200">
                <a:solidFill>
                  <a:schemeClr val="tx1">
                    <a:lumMod val="65000"/>
                    <a:lumOff val="35000"/>
                  </a:schemeClr>
                </a:solidFill>
                <a:latin typeface="Verdana" panose="020B0604030504040204" pitchFamily="34" charset="0"/>
                <a:ea typeface="Verdana" panose="020B0604030504040204" pitchFamily="34" charset="0"/>
              </a:rPr>
              <a:t>In Agentic Agile, Human associates need to showcase these Knowledge, Skills &amp; Behaviour.</a:t>
            </a:r>
          </a:p>
          <a:p>
            <a:pPr marL="285750" indent="-285750">
              <a:buFont typeface="Wingdings" panose="05000000000000000000" pitchFamily="2" charset="2"/>
              <a:buChar char="Ø"/>
              <a:defRPr sz="1200"/>
            </a:pPr>
            <a:r>
              <a:rPr lang="en-IN" sz="1200">
                <a:solidFill>
                  <a:schemeClr val="tx1">
                    <a:lumMod val="65000"/>
                    <a:lumOff val="35000"/>
                  </a:schemeClr>
                </a:solidFill>
                <a:latin typeface="Verdana" panose="020B0604030504040204" pitchFamily="34" charset="0"/>
                <a:ea typeface="Verdana" panose="020B0604030504040204" pitchFamily="34" charset="0"/>
              </a:rPr>
              <a:t>On top these initiative, we are working bootcamp to provide insights &amp; training</a:t>
            </a:r>
          </a:p>
        </p:txBody>
      </p:sp>
    </p:spTree>
    <p:extLst>
      <p:ext uri="{BB962C8B-B14F-4D97-AF65-F5344CB8AC3E}">
        <p14:creationId xmlns:p14="http://schemas.microsoft.com/office/powerpoint/2010/main" val="31500428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5A994-6911-0FEB-572A-14EC61A8D73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C35350E-69CD-D3C6-6810-DC40EDEFA784}"/>
              </a:ext>
            </a:extLst>
          </p:cNvPr>
          <p:cNvSpPr>
            <a:spLocks noGrp="1"/>
          </p:cNvSpPr>
          <p:nvPr>
            <p:ph type="title"/>
          </p:nvPr>
        </p:nvSpPr>
        <p:spPr/>
        <p:txBody>
          <a:bodyPr/>
          <a:lstStyle/>
          <a:p>
            <a:r>
              <a:rPr lang="en-AU"/>
              <a:t>Circle-wise Artefacts (WIP)</a:t>
            </a:r>
          </a:p>
        </p:txBody>
      </p:sp>
      <p:pic>
        <p:nvPicPr>
          <p:cNvPr id="3" name="Picture 2">
            <a:extLst>
              <a:ext uri="{FF2B5EF4-FFF2-40B4-BE49-F238E27FC236}">
                <a16:creationId xmlns:a16="http://schemas.microsoft.com/office/drawing/2014/main" id="{255EA79F-F135-798A-9323-471864F0AD7C}"/>
              </a:ext>
            </a:extLst>
          </p:cNvPr>
          <p:cNvPicPr>
            <a:picLocks noChangeAspect="1"/>
          </p:cNvPicPr>
          <p:nvPr/>
        </p:nvPicPr>
        <p:blipFill rotWithShape="1">
          <a:blip r:embed="rId3"/>
          <a:srcRect l="77837" t="5106" b="5106"/>
          <a:stretch/>
        </p:blipFill>
        <p:spPr>
          <a:xfrm flipV="1">
            <a:off x="2113526" y="792500"/>
            <a:ext cx="154343" cy="6480000"/>
          </a:xfrm>
          <a:prstGeom prst="rect">
            <a:avLst/>
          </a:prstGeom>
        </p:spPr>
      </p:pic>
      <p:pic>
        <p:nvPicPr>
          <p:cNvPr id="7" name="Picture 6">
            <a:extLst>
              <a:ext uri="{FF2B5EF4-FFF2-40B4-BE49-F238E27FC236}">
                <a16:creationId xmlns:a16="http://schemas.microsoft.com/office/drawing/2014/main" id="{DBE3E00A-FB74-3F14-AFEC-610EAA6E7078}"/>
              </a:ext>
            </a:extLst>
          </p:cNvPr>
          <p:cNvPicPr>
            <a:picLocks noChangeAspect="1"/>
          </p:cNvPicPr>
          <p:nvPr/>
        </p:nvPicPr>
        <p:blipFill rotWithShape="1">
          <a:blip r:embed="rId3"/>
          <a:srcRect l="77837" t="5106" b="5106"/>
          <a:stretch/>
        </p:blipFill>
        <p:spPr>
          <a:xfrm flipV="1">
            <a:off x="4053238" y="792500"/>
            <a:ext cx="154343" cy="6480000"/>
          </a:xfrm>
          <a:prstGeom prst="rect">
            <a:avLst/>
          </a:prstGeom>
        </p:spPr>
      </p:pic>
      <p:pic>
        <p:nvPicPr>
          <p:cNvPr id="9" name="Picture 8">
            <a:extLst>
              <a:ext uri="{FF2B5EF4-FFF2-40B4-BE49-F238E27FC236}">
                <a16:creationId xmlns:a16="http://schemas.microsoft.com/office/drawing/2014/main" id="{462EC754-83B2-F917-DEC5-D8D4E3AC91ED}"/>
              </a:ext>
            </a:extLst>
          </p:cNvPr>
          <p:cNvPicPr>
            <a:picLocks noChangeAspect="1"/>
          </p:cNvPicPr>
          <p:nvPr/>
        </p:nvPicPr>
        <p:blipFill rotWithShape="1">
          <a:blip r:embed="rId3"/>
          <a:srcRect l="77837" t="5106" b="5106"/>
          <a:stretch/>
        </p:blipFill>
        <p:spPr>
          <a:xfrm flipV="1">
            <a:off x="5992950" y="792500"/>
            <a:ext cx="154343" cy="6480000"/>
          </a:xfrm>
          <a:prstGeom prst="rect">
            <a:avLst/>
          </a:prstGeom>
        </p:spPr>
      </p:pic>
      <p:pic>
        <p:nvPicPr>
          <p:cNvPr id="11" name="Picture 10">
            <a:extLst>
              <a:ext uri="{FF2B5EF4-FFF2-40B4-BE49-F238E27FC236}">
                <a16:creationId xmlns:a16="http://schemas.microsoft.com/office/drawing/2014/main" id="{EAAC68F4-622B-D1B1-30EB-18E7F9390137}"/>
              </a:ext>
            </a:extLst>
          </p:cNvPr>
          <p:cNvPicPr>
            <a:picLocks noChangeAspect="1"/>
          </p:cNvPicPr>
          <p:nvPr/>
        </p:nvPicPr>
        <p:blipFill rotWithShape="1">
          <a:blip r:embed="rId3"/>
          <a:srcRect l="77837" t="5106" b="5106"/>
          <a:stretch/>
        </p:blipFill>
        <p:spPr>
          <a:xfrm flipV="1">
            <a:off x="7932662" y="792500"/>
            <a:ext cx="154343" cy="6480000"/>
          </a:xfrm>
          <a:prstGeom prst="rect">
            <a:avLst/>
          </a:prstGeom>
        </p:spPr>
      </p:pic>
      <p:pic>
        <p:nvPicPr>
          <p:cNvPr id="13" name="Picture 12">
            <a:extLst>
              <a:ext uri="{FF2B5EF4-FFF2-40B4-BE49-F238E27FC236}">
                <a16:creationId xmlns:a16="http://schemas.microsoft.com/office/drawing/2014/main" id="{831E41AA-343C-AF4A-35B8-DAF59E7938F8}"/>
              </a:ext>
            </a:extLst>
          </p:cNvPr>
          <p:cNvPicPr>
            <a:picLocks noChangeAspect="1"/>
          </p:cNvPicPr>
          <p:nvPr/>
        </p:nvPicPr>
        <p:blipFill rotWithShape="1">
          <a:blip r:embed="rId3"/>
          <a:srcRect l="77837" t="5106" b="5106"/>
          <a:stretch/>
        </p:blipFill>
        <p:spPr>
          <a:xfrm flipV="1">
            <a:off x="9872376" y="792500"/>
            <a:ext cx="154343" cy="6480000"/>
          </a:xfrm>
          <a:prstGeom prst="rect">
            <a:avLst/>
          </a:prstGeom>
        </p:spPr>
      </p:pic>
      <p:sp>
        <p:nvSpPr>
          <p:cNvPr id="5" name="TextBox 4">
            <a:extLst>
              <a:ext uri="{FF2B5EF4-FFF2-40B4-BE49-F238E27FC236}">
                <a16:creationId xmlns:a16="http://schemas.microsoft.com/office/drawing/2014/main" id="{5B641CFA-EC1E-E2B9-0062-7BFB494FAFDB}"/>
              </a:ext>
            </a:extLst>
          </p:cNvPr>
          <p:cNvSpPr txBox="1"/>
          <p:nvPr/>
        </p:nvSpPr>
        <p:spPr>
          <a:xfrm>
            <a:off x="4130409" y="3381085"/>
            <a:ext cx="1781081" cy="2254784"/>
          </a:xfrm>
          <a:prstGeom prst="rect">
            <a:avLst/>
          </a:prstGeom>
          <a:noFill/>
        </p:spPr>
        <p:txBody>
          <a:bodyPr wrap="square">
            <a:spAutoFit/>
          </a:bodyPr>
          <a:lstStyle/>
          <a:p>
            <a:pPr marL="171450" indent="-171450">
              <a:lnSpc>
                <a:spcPct val="115000"/>
              </a:lnSpc>
              <a:spcAft>
                <a:spcPts val="800"/>
              </a:spcAft>
              <a:buClr>
                <a:schemeClr val="accent2"/>
              </a:buClr>
              <a:buFont typeface="Wingdings" panose="05000000000000000000" pitchFamily="2" charset="2"/>
              <a:buChar char="v"/>
            </a:pPr>
            <a:r>
              <a:rPr lang="en-IN" sz="1000" u="sng" kern="100">
                <a:solidFill>
                  <a:srgbClr val="467886"/>
                </a:solidFill>
                <a:effectLst/>
                <a:latin typeface="Verdana" panose="020B0604030504040204" pitchFamily="34" charset="0"/>
                <a:ea typeface="Verdana" panose="020B0604030504040204" pitchFamily="34" charset="0"/>
                <a:cs typeface="Times New Roman" panose="02020603050405020304" pitchFamily="18" charset="0"/>
                <a:hlinkClick r:id="rId4"/>
              </a:rPr>
              <a:t>QE - Agentic Estimation Template.xlsx</a:t>
            </a:r>
            <a:endParaRPr lang="en-IN" sz="1000" u="sng" kern="100">
              <a:solidFill>
                <a:srgbClr val="467886"/>
              </a:solidFill>
              <a:effectLst/>
              <a:latin typeface="Verdana" panose="020B0604030504040204" pitchFamily="34" charset="0"/>
              <a:ea typeface="Verdana" panose="020B0604030504040204" pitchFamily="34" charset="0"/>
              <a:cs typeface="Times New Roman" panose="02020603050405020304" pitchFamily="18" charset="0"/>
            </a:endParaRPr>
          </a:p>
          <a:p>
            <a:pPr marL="171450" indent="-171450">
              <a:lnSpc>
                <a:spcPct val="115000"/>
              </a:lnSpc>
              <a:spcAft>
                <a:spcPts val="800"/>
              </a:spcAft>
              <a:buClr>
                <a:schemeClr val="accent2"/>
              </a:buClr>
              <a:buFont typeface="Wingdings" panose="05000000000000000000" pitchFamily="2" charset="2"/>
              <a:buChar char="v"/>
            </a:pPr>
            <a:r>
              <a:rPr lang="en-IN" sz="1000" u="sng" kern="100">
                <a:solidFill>
                  <a:srgbClr val="467886"/>
                </a:solidFill>
                <a:latin typeface="Verdana" panose="020B0604030504040204" pitchFamily="34" charset="0"/>
                <a:ea typeface="Verdana" panose="020B0604030504040204" pitchFamily="34" charset="0"/>
                <a:cs typeface="Times New Roman" panose="02020603050405020304" pitchFamily="18" charset="0"/>
                <a:hlinkClick r:id="rId5"/>
              </a:rPr>
              <a:t>Assessment Questionnaire 1.xlsx</a:t>
            </a:r>
            <a:endParaRPr lang="en-IN" sz="1000" u="sng" kern="100">
              <a:solidFill>
                <a:srgbClr val="467886"/>
              </a:solidFill>
              <a:latin typeface="Verdana" panose="020B0604030504040204" pitchFamily="34" charset="0"/>
              <a:ea typeface="Verdana" panose="020B0604030504040204" pitchFamily="34" charset="0"/>
              <a:cs typeface="Times New Roman" panose="02020603050405020304" pitchFamily="18" charset="0"/>
            </a:endParaRPr>
          </a:p>
          <a:p>
            <a:pPr marL="171450" indent="-171450">
              <a:lnSpc>
                <a:spcPct val="115000"/>
              </a:lnSpc>
              <a:spcAft>
                <a:spcPts val="800"/>
              </a:spcAft>
              <a:buClr>
                <a:schemeClr val="accent2"/>
              </a:buClr>
              <a:buFont typeface="Wingdings" panose="05000000000000000000" pitchFamily="2" charset="2"/>
              <a:buChar char="v"/>
            </a:pPr>
            <a:r>
              <a:rPr lang="en-IN" sz="1000" u="sng" kern="100">
                <a:solidFill>
                  <a:srgbClr val="467886"/>
                </a:solidFill>
                <a:latin typeface="Verdana" panose="020B0604030504040204" pitchFamily="34" charset="0"/>
                <a:ea typeface="Verdana" panose="020B0604030504040204" pitchFamily="34" charset="0"/>
                <a:cs typeface="Times New Roman" panose="02020603050405020304" pitchFamily="18" charset="0"/>
                <a:hlinkClick r:id="rId6"/>
              </a:rPr>
              <a:t>Ascendion - Agentic QE.pptx</a:t>
            </a:r>
            <a:endParaRPr lang="en-IN" sz="1000" kern="100">
              <a:latin typeface="Verdana" panose="020B0604030504040204" pitchFamily="34" charset="0"/>
              <a:ea typeface="Verdana" panose="020B0604030504040204" pitchFamily="34" charset="0"/>
              <a:cs typeface="Times New Roman" panose="02020603050405020304" pitchFamily="18" charset="0"/>
            </a:endParaRPr>
          </a:p>
          <a:p>
            <a:pPr marL="171450" indent="-171450">
              <a:lnSpc>
                <a:spcPct val="115000"/>
              </a:lnSpc>
              <a:spcAft>
                <a:spcPts val="800"/>
              </a:spcAft>
              <a:buClr>
                <a:schemeClr val="accent2"/>
              </a:buClr>
              <a:buFont typeface="Wingdings" panose="05000000000000000000" pitchFamily="2" charset="2"/>
              <a:buChar char="v"/>
            </a:pPr>
            <a:r>
              <a:rPr lang="en-US" altLang="en-US" sz="1000">
                <a:latin typeface="Verdana" panose="020B0604030504040204" pitchFamily="34" charset="0"/>
                <a:ea typeface="Verdana" panose="020B0604030504040204" pitchFamily="34" charset="0"/>
                <a:hlinkClick r:id="rId7"/>
              </a:rPr>
              <a:t>QE Agent Repository plan.pptx</a:t>
            </a:r>
            <a:endParaRPr lang="en-US" altLang="en-US" sz="1000">
              <a:latin typeface="Verdana" panose="020B0604030504040204" pitchFamily="34" charset="0"/>
              <a:ea typeface="Verdana" panose="020B0604030504040204" pitchFamily="34" charset="0"/>
            </a:endParaRPr>
          </a:p>
          <a:p>
            <a:pPr>
              <a:lnSpc>
                <a:spcPct val="115000"/>
              </a:lnSpc>
              <a:spcAft>
                <a:spcPts val="800"/>
              </a:spcAft>
              <a:buClr>
                <a:schemeClr val="accent2"/>
              </a:buClr>
            </a:pPr>
            <a:endParaRPr lang="en-IN" sz="1000" kern="100">
              <a:effectLst/>
              <a:latin typeface="Verdana" panose="020B0604030504040204" pitchFamily="34" charset="0"/>
              <a:ea typeface="Verdana" panose="020B0604030504040204" pitchFamily="34" charset="0"/>
              <a:cs typeface="Times New Roman" panose="02020603050405020304" pitchFamily="18" charset="0"/>
            </a:endParaRPr>
          </a:p>
        </p:txBody>
      </p:sp>
      <p:sp>
        <p:nvSpPr>
          <p:cNvPr id="21" name="TextBox 20">
            <a:extLst>
              <a:ext uri="{FF2B5EF4-FFF2-40B4-BE49-F238E27FC236}">
                <a16:creationId xmlns:a16="http://schemas.microsoft.com/office/drawing/2014/main" id="{36510543-171B-97AB-78D8-C0ADB1FA49A8}"/>
              </a:ext>
            </a:extLst>
          </p:cNvPr>
          <p:cNvSpPr txBox="1"/>
          <p:nvPr/>
        </p:nvSpPr>
        <p:spPr>
          <a:xfrm>
            <a:off x="212068" y="3283618"/>
            <a:ext cx="1691532" cy="2077813"/>
          </a:xfrm>
          <a:prstGeom prst="rect">
            <a:avLst/>
          </a:prstGeom>
          <a:noFill/>
        </p:spPr>
        <p:txBody>
          <a:bodyPr wrap="square">
            <a:spAutoFit/>
          </a:bodyPr>
          <a:lstStyle/>
          <a:p>
            <a:pPr marL="171450" indent="-171450">
              <a:lnSpc>
                <a:spcPct val="115000"/>
              </a:lnSpc>
              <a:spcAft>
                <a:spcPts val="800"/>
              </a:spcAft>
              <a:buClr>
                <a:schemeClr val="accent2"/>
              </a:buClr>
              <a:buFont typeface="Wingdings" panose="05000000000000000000" pitchFamily="2" charset="2"/>
              <a:buChar char="v"/>
            </a:pPr>
            <a:r>
              <a:rPr lang="en-IN" sz="1000" u="sng" kern="100">
                <a:solidFill>
                  <a:srgbClr val="6666CC"/>
                </a:solidFill>
                <a:effectLst/>
                <a:latin typeface="Verdana" panose="020B0604030504040204" pitchFamily="34" charset="0"/>
                <a:ea typeface="Verdana" panose="020B0604030504040204" pitchFamily="34" charset="0"/>
                <a:cs typeface="Times New Roman" panose="02020603050405020304" pitchFamily="18" charset="0"/>
                <a:hlinkClick r:id="rId8">
                  <a:extLst>
                    <a:ext uri="{A12FA001-AC4F-418D-AE19-62706E023703}">
                      <ahyp:hlinkClr xmlns:ahyp="http://schemas.microsoft.com/office/drawing/2018/hyperlinkcolor" val="tx"/>
                    </a:ext>
                  </a:extLst>
                </a:hlinkClick>
              </a:rPr>
              <a:t>Agent List - Internal Environment.xlsx</a:t>
            </a:r>
            <a:endParaRPr lang="en-IN" sz="1000" u="sng" kern="100">
              <a:solidFill>
                <a:srgbClr val="6666CC"/>
              </a:solidFill>
              <a:effectLst/>
              <a:latin typeface="Verdana" panose="020B0604030504040204" pitchFamily="34" charset="0"/>
              <a:ea typeface="Verdana" panose="020B0604030504040204" pitchFamily="34" charset="0"/>
              <a:cs typeface="Times New Roman" panose="02020603050405020304" pitchFamily="18" charset="0"/>
            </a:endParaRPr>
          </a:p>
          <a:p>
            <a:pPr marL="171450" indent="-171450">
              <a:lnSpc>
                <a:spcPct val="115000"/>
              </a:lnSpc>
              <a:spcAft>
                <a:spcPts val="800"/>
              </a:spcAft>
              <a:buClr>
                <a:schemeClr val="accent2"/>
              </a:buClr>
              <a:buFont typeface="Wingdings" panose="05000000000000000000" pitchFamily="2" charset="2"/>
              <a:buChar char="v"/>
            </a:pPr>
            <a:r>
              <a:rPr lang="en-US" altLang="en-US" sz="1000">
                <a:solidFill>
                  <a:srgbClr val="968CFA"/>
                </a:solidFill>
                <a:latin typeface="Verdana" panose="020B0604030504040204" pitchFamily="34" charset="0"/>
                <a:ea typeface="Verdana" panose="020B0604030504040204" pitchFamily="34" charset="0"/>
                <a:hlinkClick r:id="rId9">
                  <a:extLst>
                    <a:ext uri="{A12FA001-AC4F-418D-AE19-62706E023703}">
                      <ahyp:hlinkClr xmlns:ahyp="http://schemas.microsoft.com/office/drawing/2018/hyperlinkcolor" val="tx"/>
                    </a:ext>
                  </a:extLst>
                </a:hlinkClick>
              </a:rPr>
              <a:t>Data Agent Repository.</a:t>
            </a:r>
            <a:r>
              <a:rPr lang="en-US" altLang="en-US" sz="1000">
                <a:solidFill>
                  <a:srgbClr val="6666CC"/>
                </a:solidFill>
                <a:latin typeface="Verdana" panose="020B0604030504040204" pitchFamily="34" charset="0"/>
                <a:ea typeface="Verdana" panose="020B0604030504040204" pitchFamily="34" charset="0"/>
                <a:hlinkClick r:id="rId9">
                  <a:extLst>
                    <a:ext uri="{A12FA001-AC4F-418D-AE19-62706E023703}">
                      <ahyp:hlinkClr xmlns:ahyp="http://schemas.microsoft.com/office/drawing/2018/hyperlinkcolor" val="tx"/>
                    </a:ext>
                  </a:extLst>
                </a:hlinkClick>
              </a:rPr>
              <a:t>pptx</a:t>
            </a:r>
            <a:endParaRPr lang="en-US" altLang="en-US" sz="1000">
              <a:solidFill>
                <a:srgbClr val="6666CC"/>
              </a:solidFill>
              <a:latin typeface="Verdana" panose="020B0604030504040204" pitchFamily="34" charset="0"/>
              <a:ea typeface="Verdana" panose="020B0604030504040204" pitchFamily="34" charset="0"/>
            </a:endParaRPr>
          </a:p>
          <a:p>
            <a:pPr marL="171450" indent="-171450">
              <a:lnSpc>
                <a:spcPct val="115000"/>
              </a:lnSpc>
              <a:spcAft>
                <a:spcPts val="800"/>
              </a:spcAft>
              <a:buClr>
                <a:schemeClr val="accent2"/>
              </a:buClr>
              <a:buFont typeface="Wingdings" panose="05000000000000000000" pitchFamily="2" charset="2"/>
              <a:buChar char="v"/>
            </a:pPr>
            <a:r>
              <a:rPr lang="en-US" altLang="en-US" sz="1000">
                <a:solidFill>
                  <a:srgbClr val="6666CC"/>
                </a:solidFill>
                <a:latin typeface="Verdana" panose="020B0604030504040204" pitchFamily="34" charset="0"/>
                <a:ea typeface="Verdana" panose="020B0604030504040204" pitchFamily="34" charset="0"/>
                <a:hlinkClick r:id="rId10">
                  <a:extLst>
                    <a:ext uri="{A12FA001-AC4F-418D-AE19-62706E023703}">
                      <ahyp:hlinkClr xmlns:ahyp="http://schemas.microsoft.com/office/drawing/2018/hyperlinkcolor" val="tx"/>
                    </a:ext>
                  </a:extLst>
                </a:hlinkClick>
              </a:rPr>
              <a:t>Agentic AI code migration flow.pptx</a:t>
            </a:r>
            <a:endParaRPr lang="en-US" altLang="en-US" sz="1000">
              <a:solidFill>
                <a:srgbClr val="6666CC"/>
              </a:solidFill>
              <a:latin typeface="Verdana" panose="020B0604030504040204" pitchFamily="34" charset="0"/>
              <a:ea typeface="Verdana" panose="020B0604030504040204" pitchFamily="34" charset="0"/>
            </a:endParaRPr>
          </a:p>
          <a:p>
            <a:pPr marL="171450" indent="-171450">
              <a:lnSpc>
                <a:spcPct val="115000"/>
              </a:lnSpc>
              <a:spcAft>
                <a:spcPts val="800"/>
              </a:spcAft>
              <a:buClr>
                <a:schemeClr val="accent2"/>
              </a:buClr>
              <a:buFont typeface="Wingdings" panose="05000000000000000000" pitchFamily="2" charset="2"/>
              <a:buChar char="v"/>
            </a:pPr>
            <a:r>
              <a:rPr lang="en-US" altLang="en-US" sz="1000">
                <a:solidFill>
                  <a:srgbClr val="968CFA"/>
                </a:solidFill>
                <a:latin typeface="Verdana" panose="020B0604030504040204" pitchFamily="34" charset="0"/>
                <a:ea typeface="Verdana" panose="020B0604030504040204" pitchFamily="34" charset="0"/>
                <a:hlinkClick r:id="rId11">
                  <a:extLst>
                    <a:ext uri="{A12FA001-AC4F-418D-AE19-62706E023703}">
                      <ahyp:hlinkClr xmlns:ahyp="http://schemas.microsoft.com/office/drawing/2018/hyperlinkcolor" val="tx"/>
                    </a:ext>
                  </a:extLst>
                </a:hlinkClick>
              </a:rPr>
              <a:t>Data Modernization-WIP.</a:t>
            </a:r>
            <a:r>
              <a:rPr lang="en-US" altLang="en-US" sz="1000">
                <a:solidFill>
                  <a:srgbClr val="6666CC"/>
                </a:solidFill>
                <a:latin typeface="Verdana" panose="020B0604030504040204" pitchFamily="34" charset="0"/>
                <a:ea typeface="Verdana" panose="020B0604030504040204" pitchFamily="34" charset="0"/>
                <a:hlinkClick r:id="rId11">
                  <a:extLst>
                    <a:ext uri="{A12FA001-AC4F-418D-AE19-62706E023703}">
                      <ahyp:hlinkClr xmlns:ahyp="http://schemas.microsoft.com/office/drawing/2018/hyperlinkcolor" val="tx"/>
                    </a:ext>
                  </a:extLst>
                </a:hlinkClick>
              </a:rPr>
              <a:t>pptx</a:t>
            </a:r>
            <a:endParaRPr lang="en-US" altLang="en-US" sz="1000">
              <a:solidFill>
                <a:srgbClr val="6666CC"/>
              </a:solidFill>
              <a:latin typeface="Verdana" panose="020B0604030504040204" pitchFamily="34" charset="0"/>
              <a:ea typeface="Verdana" panose="020B0604030504040204" pitchFamily="34" charset="0"/>
            </a:endParaRPr>
          </a:p>
          <a:p>
            <a:pPr>
              <a:lnSpc>
                <a:spcPct val="115000"/>
              </a:lnSpc>
              <a:spcAft>
                <a:spcPts val="800"/>
              </a:spcAft>
              <a:buClr>
                <a:schemeClr val="accent2"/>
              </a:buClr>
            </a:pPr>
            <a:endParaRPr lang="en-IN" sz="1000" kern="100">
              <a:effectLst/>
              <a:latin typeface="Verdana" panose="020B0604030504040204" pitchFamily="34" charset="0"/>
              <a:ea typeface="Verdana" panose="020B0604030504040204" pitchFamily="34" charset="0"/>
              <a:cs typeface="Times New Roman" panose="02020603050405020304" pitchFamily="18" charset="0"/>
            </a:endParaRPr>
          </a:p>
        </p:txBody>
      </p:sp>
      <p:sp>
        <p:nvSpPr>
          <p:cNvPr id="23" name="TextBox 22">
            <a:extLst>
              <a:ext uri="{FF2B5EF4-FFF2-40B4-BE49-F238E27FC236}">
                <a16:creationId xmlns:a16="http://schemas.microsoft.com/office/drawing/2014/main" id="{47976D2E-3A49-5711-4EB0-AFF518721C24}"/>
              </a:ext>
            </a:extLst>
          </p:cNvPr>
          <p:cNvSpPr txBox="1"/>
          <p:nvPr/>
        </p:nvSpPr>
        <p:spPr>
          <a:xfrm>
            <a:off x="6096000" y="3392080"/>
            <a:ext cx="1781081" cy="1621278"/>
          </a:xfrm>
          <a:prstGeom prst="rect">
            <a:avLst/>
          </a:prstGeom>
          <a:noFill/>
        </p:spPr>
        <p:txBody>
          <a:bodyPr wrap="square">
            <a:spAutoFit/>
          </a:bodyPr>
          <a:lstStyle/>
          <a:p>
            <a:pPr marL="171450" indent="-171450">
              <a:lnSpc>
                <a:spcPct val="115000"/>
              </a:lnSpc>
              <a:spcAft>
                <a:spcPts val="800"/>
              </a:spcAft>
              <a:buClr>
                <a:schemeClr val="accent2"/>
              </a:buClr>
              <a:buFont typeface="Wingdings" panose="05000000000000000000" pitchFamily="2" charset="2"/>
              <a:buChar char="v"/>
            </a:pPr>
            <a:r>
              <a:rPr lang="en-IN" sz="1000" u="sng" kern="100">
                <a:solidFill>
                  <a:srgbClr val="467886"/>
                </a:solidFill>
                <a:effectLst/>
                <a:latin typeface="Verdana" panose="020B0604030504040204" pitchFamily="34" charset="0"/>
                <a:ea typeface="Verdana" panose="020B0604030504040204" pitchFamily="34" charset="0"/>
                <a:cs typeface="Times New Roman" panose="02020603050405020304" pitchFamily="18" charset="0"/>
                <a:hlinkClick r:id="rId12"/>
              </a:rPr>
              <a:t>Legacy Modernization - Sales-level demo.pptx</a:t>
            </a:r>
            <a:endParaRPr lang="en-IN" sz="1000" u="sng" kern="100">
              <a:solidFill>
                <a:srgbClr val="467886"/>
              </a:solidFill>
              <a:effectLst/>
              <a:latin typeface="Verdana" panose="020B0604030504040204" pitchFamily="34" charset="0"/>
              <a:ea typeface="Verdana" panose="020B0604030504040204" pitchFamily="34" charset="0"/>
              <a:cs typeface="Times New Roman" panose="02020603050405020304" pitchFamily="18" charset="0"/>
            </a:endParaRPr>
          </a:p>
          <a:p>
            <a:pPr marL="171450" indent="-171450">
              <a:lnSpc>
                <a:spcPct val="115000"/>
              </a:lnSpc>
              <a:spcAft>
                <a:spcPts val="800"/>
              </a:spcAft>
              <a:buClr>
                <a:schemeClr val="accent2"/>
              </a:buClr>
              <a:buFont typeface="Wingdings" panose="05000000000000000000" pitchFamily="2" charset="2"/>
              <a:buChar char="v"/>
            </a:pPr>
            <a:r>
              <a:rPr lang="en-IN" sz="1000" u="sng" kern="100">
                <a:solidFill>
                  <a:srgbClr val="467886"/>
                </a:solidFill>
                <a:latin typeface="Verdana" panose="020B0604030504040204" pitchFamily="34" charset="0"/>
                <a:ea typeface="Verdana" panose="020B0604030504040204" pitchFamily="34" charset="0"/>
                <a:cs typeface="Times New Roman" panose="02020603050405020304" pitchFamily="18" charset="0"/>
                <a:hlinkClick r:id="rId13"/>
              </a:rPr>
              <a:t>PE Agent repository plan.pptx</a:t>
            </a:r>
            <a:endParaRPr lang="en-IN" sz="1000" u="sng" kern="100">
              <a:solidFill>
                <a:srgbClr val="467886"/>
              </a:solidFill>
              <a:latin typeface="Verdana" panose="020B0604030504040204" pitchFamily="34" charset="0"/>
              <a:ea typeface="Verdana" panose="020B0604030504040204" pitchFamily="34" charset="0"/>
              <a:cs typeface="Times New Roman" panose="02020603050405020304" pitchFamily="18" charset="0"/>
            </a:endParaRPr>
          </a:p>
          <a:p>
            <a:pPr marL="171450" indent="-171450">
              <a:lnSpc>
                <a:spcPct val="115000"/>
              </a:lnSpc>
              <a:spcAft>
                <a:spcPts val="800"/>
              </a:spcAft>
              <a:buClr>
                <a:schemeClr val="accent2"/>
              </a:buClr>
              <a:buFont typeface="Wingdings" panose="05000000000000000000" pitchFamily="2" charset="2"/>
              <a:buChar char="v"/>
            </a:pPr>
            <a:r>
              <a:rPr lang="en-US" altLang="en-US" sz="1000">
                <a:latin typeface="Verdana" panose="020B0604030504040204" pitchFamily="34" charset="0"/>
                <a:ea typeface="Verdana" panose="020B0604030504040204" pitchFamily="34" charset="0"/>
                <a:hlinkClick r:id="rId14"/>
              </a:rPr>
              <a:t>Agentic AI Catalog</a:t>
            </a:r>
            <a:endParaRPr lang="en-US" altLang="en-US" sz="1000">
              <a:latin typeface="Verdana" panose="020B0604030504040204" pitchFamily="34" charset="0"/>
              <a:ea typeface="Verdana" panose="020B0604030504040204" pitchFamily="34" charset="0"/>
            </a:endParaRPr>
          </a:p>
          <a:p>
            <a:pPr>
              <a:lnSpc>
                <a:spcPct val="115000"/>
              </a:lnSpc>
              <a:spcAft>
                <a:spcPts val="800"/>
              </a:spcAft>
              <a:buClr>
                <a:schemeClr val="accent2"/>
              </a:buClr>
            </a:pPr>
            <a:endParaRPr lang="en-IN" sz="1000" kern="100">
              <a:effectLst/>
              <a:latin typeface="Verdana" panose="020B0604030504040204" pitchFamily="34" charset="0"/>
              <a:ea typeface="Verdana" panose="020B0604030504040204" pitchFamily="34" charset="0"/>
              <a:cs typeface="Times New Roman" panose="02020603050405020304" pitchFamily="18" charset="0"/>
            </a:endParaRPr>
          </a:p>
        </p:txBody>
      </p:sp>
      <p:sp>
        <p:nvSpPr>
          <p:cNvPr id="26" name="TextBox 25">
            <a:extLst>
              <a:ext uri="{FF2B5EF4-FFF2-40B4-BE49-F238E27FC236}">
                <a16:creationId xmlns:a16="http://schemas.microsoft.com/office/drawing/2014/main" id="{726859C7-1BC5-B9D0-5132-7BE6CE3A37FD}"/>
              </a:ext>
            </a:extLst>
          </p:cNvPr>
          <p:cNvSpPr txBox="1"/>
          <p:nvPr/>
        </p:nvSpPr>
        <p:spPr>
          <a:xfrm>
            <a:off x="2214903" y="3316196"/>
            <a:ext cx="1805677" cy="1164742"/>
          </a:xfrm>
          <a:prstGeom prst="rect">
            <a:avLst/>
          </a:prstGeom>
          <a:noFill/>
        </p:spPr>
        <p:txBody>
          <a:bodyPr wrap="square">
            <a:spAutoFit/>
          </a:bodyPr>
          <a:lstStyle/>
          <a:p>
            <a:pPr marL="171450" indent="-171450">
              <a:lnSpc>
                <a:spcPct val="115000"/>
              </a:lnSpc>
              <a:spcAft>
                <a:spcPts val="800"/>
              </a:spcAft>
              <a:buClr>
                <a:schemeClr val="accent2"/>
              </a:buClr>
              <a:buFont typeface="Wingdings" panose="05000000000000000000" pitchFamily="2" charset="2"/>
              <a:buChar char="v"/>
            </a:pPr>
            <a:r>
              <a:rPr lang="en-IN" sz="1000" u="sng" kern="100">
                <a:solidFill>
                  <a:srgbClr val="467886"/>
                </a:solidFill>
                <a:effectLst/>
                <a:latin typeface="Verdana" panose="020B0604030504040204" pitchFamily="34" charset="0"/>
                <a:ea typeface="Verdana" panose="020B0604030504040204" pitchFamily="34" charset="0"/>
                <a:cs typeface="Times New Roman" panose="02020603050405020304" pitchFamily="18" charset="0"/>
                <a:hlinkClick r:id="rId15"/>
              </a:rPr>
              <a:t>Platform Operations - GTM Deck 2025.pptx</a:t>
            </a:r>
            <a:endParaRPr lang="en-IN" sz="1000" u="sng" kern="100">
              <a:solidFill>
                <a:srgbClr val="467886"/>
              </a:solidFill>
              <a:effectLst/>
              <a:latin typeface="Verdana" panose="020B0604030504040204" pitchFamily="34" charset="0"/>
              <a:ea typeface="Verdana" panose="020B0604030504040204" pitchFamily="34" charset="0"/>
              <a:cs typeface="Times New Roman" panose="02020603050405020304" pitchFamily="18" charset="0"/>
            </a:endParaRPr>
          </a:p>
          <a:p>
            <a:pPr marL="171450" indent="-171450">
              <a:lnSpc>
                <a:spcPct val="115000"/>
              </a:lnSpc>
              <a:spcAft>
                <a:spcPts val="800"/>
              </a:spcAft>
              <a:buClr>
                <a:schemeClr val="accent2"/>
              </a:buClr>
              <a:buFont typeface="Wingdings" panose="05000000000000000000" pitchFamily="2" charset="2"/>
              <a:buChar char="v"/>
            </a:pPr>
            <a:r>
              <a:rPr lang="en-US" altLang="en-US" sz="1000">
                <a:latin typeface="Verdana" panose="020B0604030504040204" pitchFamily="34" charset="0"/>
                <a:ea typeface="Verdana" panose="020B0604030504040204" pitchFamily="34" charset="0"/>
                <a:hlinkClick r:id="rId16"/>
              </a:rPr>
              <a:t>Platform Operation-Agentic plan.pptx</a:t>
            </a:r>
            <a:endParaRPr lang="en-US" altLang="en-US" sz="1000">
              <a:latin typeface="Verdana" panose="020B0604030504040204" pitchFamily="34" charset="0"/>
              <a:ea typeface="Verdana" panose="020B0604030504040204" pitchFamily="34" charset="0"/>
            </a:endParaRPr>
          </a:p>
          <a:p>
            <a:pPr>
              <a:lnSpc>
                <a:spcPct val="115000"/>
              </a:lnSpc>
              <a:spcAft>
                <a:spcPts val="800"/>
              </a:spcAft>
              <a:buClr>
                <a:schemeClr val="accent2"/>
              </a:buClr>
            </a:pPr>
            <a:endParaRPr lang="en-IN" sz="1000" kern="100">
              <a:effectLst/>
              <a:latin typeface="Verdana" panose="020B0604030504040204" pitchFamily="34" charset="0"/>
              <a:ea typeface="Verdana" panose="020B060403050404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E58B174E-687A-DC13-9BBD-DFF1FA2AB8B5}"/>
              </a:ext>
            </a:extLst>
          </p:cNvPr>
          <p:cNvSpPr txBox="1"/>
          <p:nvPr/>
        </p:nvSpPr>
        <p:spPr>
          <a:xfrm>
            <a:off x="9872374" y="3421626"/>
            <a:ext cx="2448310" cy="428643"/>
          </a:xfrm>
          <a:prstGeom prst="rect">
            <a:avLst/>
          </a:prstGeom>
          <a:noFill/>
        </p:spPr>
        <p:txBody>
          <a:bodyPr wrap="square">
            <a:spAutoFit/>
          </a:bodyPr>
          <a:lstStyle/>
          <a:p>
            <a:pPr marL="171450" indent="-171450">
              <a:lnSpc>
                <a:spcPct val="115000"/>
              </a:lnSpc>
              <a:spcAft>
                <a:spcPts val="800"/>
              </a:spcAft>
              <a:buClr>
                <a:schemeClr val="accent2"/>
              </a:buClr>
              <a:buFont typeface="Wingdings" panose="05000000000000000000" pitchFamily="2" charset="2"/>
              <a:buChar char="v"/>
            </a:pPr>
            <a:r>
              <a:rPr lang="en-IN" sz="1000" u="sng" kern="100" err="1">
                <a:solidFill>
                  <a:srgbClr val="467886"/>
                </a:solidFill>
                <a:effectLst/>
                <a:latin typeface="Verdana" panose="020B0604030504040204" pitchFamily="34" charset="0"/>
                <a:ea typeface="Verdana" panose="020B0604030504040204" pitchFamily="34" charset="0"/>
                <a:cs typeface="Times New Roman" panose="02020603050405020304" pitchFamily="18" charset="0"/>
                <a:hlinkClick r:id="rId17"/>
              </a:rPr>
              <a:t>MAVCA_Agentic</a:t>
            </a:r>
            <a:r>
              <a:rPr lang="en-IN" sz="1000" u="sng" kern="100">
                <a:solidFill>
                  <a:srgbClr val="467886"/>
                </a:solidFill>
                <a:effectLst/>
                <a:latin typeface="Verdana" panose="020B0604030504040204" pitchFamily="34" charset="0"/>
                <a:ea typeface="Verdana" panose="020B0604030504040204" pitchFamily="34" charset="0"/>
                <a:cs typeface="Times New Roman" panose="02020603050405020304" pitchFamily="18" charset="0"/>
                <a:hlinkClick r:id="rId17"/>
              </a:rPr>
              <a:t> Maturity Fitment Exercise AVA+ 2.pptx</a:t>
            </a:r>
            <a:endParaRPr lang="en-IN" sz="1000" kern="100">
              <a:effectLst/>
              <a:latin typeface="Verdana" panose="020B0604030504040204" pitchFamily="34" charset="0"/>
              <a:ea typeface="Verdana" panose="020B0604030504040204" pitchFamily="34" charset="0"/>
              <a:cs typeface="Times New Roman" panose="02020603050405020304" pitchFamily="18" charset="0"/>
            </a:endParaRPr>
          </a:p>
        </p:txBody>
      </p:sp>
      <p:sp>
        <p:nvSpPr>
          <p:cNvPr id="16" name="TextBox 15">
            <a:extLst>
              <a:ext uri="{FF2B5EF4-FFF2-40B4-BE49-F238E27FC236}">
                <a16:creationId xmlns:a16="http://schemas.microsoft.com/office/drawing/2014/main" id="{1FC1A808-FD99-453F-507B-582582C470F9}"/>
              </a:ext>
            </a:extLst>
          </p:cNvPr>
          <p:cNvSpPr txBox="1"/>
          <p:nvPr/>
        </p:nvSpPr>
        <p:spPr>
          <a:xfrm>
            <a:off x="8054354" y="3421626"/>
            <a:ext cx="1603812" cy="1164742"/>
          </a:xfrm>
          <a:prstGeom prst="rect">
            <a:avLst/>
          </a:prstGeom>
          <a:noFill/>
        </p:spPr>
        <p:txBody>
          <a:bodyPr wrap="square">
            <a:spAutoFit/>
          </a:bodyPr>
          <a:lstStyle/>
          <a:p>
            <a:pPr marL="171450" indent="-171450">
              <a:lnSpc>
                <a:spcPct val="115000"/>
              </a:lnSpc>
              <a:spcAft>
                <a:spcPts val="800"/>
              </a:spcAft>
              <a:buClr>
                <a:schemeClr val="accent2"/>
              </a:buClr>
              <a:buFont typeface="Wingdings" panose="05000000000000000000" pitchFamily="2" charset="2"/>
              <a:buChar char="v"/>
            </a:pPr>
            <a:r>
              <a:rPr lang="en-IN" sz="1000" u="sng" kern="100">
                <a:solidFill>
                  <a:srgbClr val="467886"/>
                </a:solidFill>
                <a:effectLst/>
                <a:latin typeface="Verdana" panose="020B0604030504040204" pitchFamily="34" charset="0"/>
                <a:ea typeface="Verdana" panose="020B0604030504040204" pitchFamily="34" charset="0"/>
                <a:cs typeface="Times New Roman" panose="02020603050405020304" pitchFamily="18" charset="0"/>
                <a:hlinkClick r:id="rId18"/>
              </a:rPr>
              <a:t>Experience_Fireside_Chat.pptx</a:t>
            </a:r>
            <a:endParaRPr lang="en-IN" sz="1000" u="sng" kern="100">
              <a:solidFill>
                <a:srgbClr val="467886"/>
              </a:solidFill>
              <a:effectLst/>
              <a:latin typeface="Verdana" panose="020B0604030504040204" pitchFamily="34" charset="0"/>
              <a:ea typeface="Verdana" panose="020B0604030504040204" pitchFamily="34" charset="0"/>
              <a:cs typeface="Times New Roman" panose="02020603050405020304" pitchFamily="18" charset="0"/>
            </a:endParaRPr>
          </a:p>
          <a:p>
            <a:pPr marL="171450" indent="-171450">
              <a:lnSpc>
                <a:spcPct val="115000"/>
              </a:lnSpc>
              <a:spcAft>
                <a:spcPts val="800"/>
              </a:spcAft>
              <a:buClr>
                <a:schemeClr val="accent2"/>
              </a:buClr>
              <a:buFont typeface="Wingdings" panose="05000000000000000000" pitchFamily="2" charset="2"/>
              <a:buChar char="v"/>
            </a:pPr>
            <a:r>
              <a:rPr lang="en-US" altLang="en-US" sz="1000">
                <a:latin typeface="Verdana" panose="020B0604030504040204" pitchFamily="34" charset="0"/>
                <a:ea typeface="Verdana" panose="020B0604030504040204" pitchFamily="34" charset="0"/>
                <a:hlinkClick r:id="rId19"/>
              </a:rPr>
              <a:t>EE-Agent categorization.pptx</a:t>
            </a:r>
            <a:endParaRPr lang="en-US" altLang="en-US" sz="1000">
              <a:latin typeface="Verdana" panose="020B0604030504040204" pitchFamily="34" charset="0"/>
              <a:ea typeface="Verdana" panose="020B0604030504040204" pitchFamily="34" charset="0"/>
            </a:endParaRPr>
          </a:p>
          <a:p>
            <a:pPr>
              <a:lnSpc>
                <a:spcPct val="115000"/>
              </a:lnSpc>
              <a:spcAft>
                <a:spcPts val="800"/>
              </a:spcAft>
              <a:buClr>
                <a:schemeClr val="accent2"/>
              </a:buClr>
            </a:pPr>
            <a:endParaRPr lang="en-IN" sz="1000" kern="100">
              <a:effectLst/>
              <a:latin typeface="Verdana" panose="020B0604030504040204" pitchFamily="34" charset="0"/>
              <a:ea typeface="Verdana" panose="020B0604030504040204" pitchFamily="34" charset="0"/>
              <a:cs typeface="Times New Roman" panose="02020603050405020304" pitchFamily="18" charset="0"/>
            </a:endParaRPr>
          </a:p>
        </p:txBody>
      </p:sp>
      <p:pic>
        <p:nvPicPr>
          <p:cNvPr id="8" name="Picture 7" descr="A bright light in the dark&#10;&#10;AI-generated content may be incorrect.">
            <a:extLst>
              <a:ext uri="{FF2B5EF4-FFF2-40B4-BE49-F238E27FC236}">
                <a16:creationId xmlns:a16="http://schemas.microsoft.com/office/drawing/2014/main" id="{FA6401DD-D9A0-9FB6-00A6-23C1D294E894}"/>
              </a:ext>
            </a:extLst>
          </p:cNvPr>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0" y="1136799"/>
            <a:ext cx="12192000" cy="1976687"/>
          </a:xfrm>
          <a:prstGeom prst="rect">
            <a:avLst/>
          </a:prstGeom>
        </p:spPr>
      </p:pic>
      <p:sp>
        <p:nvSpPr>
          <p:cNvPr id="22" name="Rounded Rectangle 13">
            <a:extLst>
              <a:ext uri="{FF2B5EF4-FFF2-40B4-BE49-F238E27FC236}">
                <a16:creationId xmlns:a16="http://schemas.microsoft.com/office/drawing/2014/main" id="{7F911B8B-4FC9-B679-A550-1CD2E6C81FAB}"/>
              </a:ext>
            </a:extLst>
          </p:cNvPr>
          <p:cNvSpPr/>
          <p:nvPr/>
        </p:nvSpPr>
        <p:spPr>
          <a:xfrm>
            <a:off x="233657" y="1236572"/>
            <a:ext cx="1595204" cy="1777141"/>
          </a:xfrm>
          <a:prstGeom prst="roundRect">
            <a:avLst/>
          </a:prstGeom>
          <a:noFill/>
          <a:ln w="28575"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solidFill>
                  <a:prstClr val="white"/>
                </a:solidFill>
              </a:ln>
              <a:solidFill>
                <a:prstClr val="white"/>
              </a:solidFill>
              <a:effectLst/>
              <a:uLnTx/>
              <a:uFillTx/>
              <a:ea typeface="+mn-ea"/>
              <a:cs typeface="+mn-cs"/>
            </a:endParaRPr>
          </a:p>
        </p:txBody>
      </p:sp>
      <p:sp>
        <p:nvSpPr>
          <p:cNvPr id="24" name="Rounded Rectangle 13">
            <a:extLst>
              <a:ext uri="{FF2B5EF4-FFF2-40B4-BE49-F238E27FC236}">
                <a16:creationId xmlns:a16="http://schemas.microsoft.com/office/drawing/2014/main" id="{1A072C1A-B203-656E-01B1-C228BFD9BE91}"/>
              </a:ext>
            </a:extLst>
          </p:cNvPr>
          <p:cNvSpPr/>
          <p:nvPr/>
        </p:nvSpPr>
        <p:spPr>
          <a:xfrm>
            <a:off x="2216952" y="1236572"/>
            <a:ext cx="1595204" cy="1777141"/>
          </a:xfrm>
          <a:prstGeom prst="roundRect">
            <a:avLst/>
          </a:prstGeom>
          <a:noFill/>
          <a:ln w="28575"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solidFill>
                  <a:prstClr val="white"/>
                </a:solidFill>
              </a:ln>
              <a:solidFill>
                <a:prstClr val="white"/>
              </a:solidFill>
              <a:effectLst/>
              <a:uLnTx/>
              <a:uFillTx/>
              <a:ea typeface="+mn-ea"/>
              <a:cs typeface="+mn-cs"/>
            </a:endParaRPr>
          </a:p>
        </p:txBody>
      </p:sp>
      <p:sp>
        <p:nvSpPr>
          <p:cNvPr id="28" name="Rounded Rectangle 13">
            <a:extLst>
              <a:ext uri="{FF2B5EF4-FFF2-40B4-BE49-F238E27FC236}">
                <a16:creationId xmlns:a16="http://schemas.microsoft.com/office/drawing/2014/main" id="{D0D6BC2B-F847-408C-1390-7759AFC5E186}"/>
              </a:ext>
            </a:extLst>
          </p:cNvPr>
          <p:cNvSpPr/>
          <p:nvPr/>
        </p:nvSpPr>
        <p:spPr>
          <a:xfrm>
            <a:off x="4200247" y="1236572"/>
            <a:ext cx="1595204" cy="1777141"/>
          </a:xfrm>
          <a:prstGeom prst="roundRect">
            <a:avLst/>
          </a:prstGeom>
          <a:noFill/>
          <a:ln w="28575"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solidFill>
                  <a:prstClr val="white"/>
                </a:solidFill>
              </a:ln>
              <a:solidFill>
                <a:prstClr val="white"/>
              </a:solidFill>
              <a:effectLst/>
              <a:uLnTx/>
              <a:uFillTx/>
              <a:ea typeface="+mn-ea"/>
              <a:cs typeface="+mn-cs"/>
            </a:endParaRPr>
          </a:p>
        </p:txBody>
      </p:sp>
      <p:sp>
        <p:nvSpPr>
          <p:cNvPr id="36" name="Rounded Rectangle 13">
            <a:extLst>
              <a:ext uri="{FF2B5EF4-FFF2-40B4-BE49-F238E27FC236}">
                <a16:creationId xmlns:a16="http://schemas.microsoft.com/office/drawing/2014/main" id="{A31CB937-20AA-FCB6-4BBC-AD14ECA319B3}"/>
              </a:ext>
            </a:extLst>
          </p:cNvPr>
          <p:cNvSpPr/>
          <p:nvPr/>
        </p:nvSpPr>
        <p:spPr>
          <a:xfrm>
            <a:off x="6183542" y="1236572"/>
            <a:ext cx="1595204" cy="1777141"/>
          </a:xfrm>
          <a:prstGeom prst="roundRect">
            <a:avLst/>
          </a:prstGeom>
          <a:noFill/>
          <a:ln w="28575"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solidFill>
                  <a:prstClr val="white"/>
                </a:solidFill>
              </a:ln>
              <a:solidFill>
                <a:prstClr val="white"/>
              </a:solidFill>
              <a:effectLst/>
              <a:uLnTx/>
              <a:uFillTx/>
              <a:ea typeface="+mn-ea"/>
              <a:cs typeface="+mn-cs"/>
            </a:endParaRPr>
          </a:p>
        </p:txBody>
      </p:sp>
      <p:sp>
        <p:nvSpPr>
          <p:cNvPr id="37" name="Rounded Rectangle 13">
            <a:extLst>
              <a:ext uri="{FF2B5EF4-FFF2-40B4-BE49-F238E27FC236}">
                <a16:creationId xmlns:a16="http://schemas.microsoft.com/office/drawing/2014/main" id="{02D298B5-67A1-92C4-DAF2-A408C4772888}"/>
              </a:ext>
            </a:extLst>
          </p:cNvPr>
          <p:cNvSpPr/>
          <p:nvPr/>
        </p:nvSpPr>
        <p:spPr>
          <a:xfrm>
            <a:off x="8166837" y="1236572"/>
            <a:ext cx="1595204" cy="1777141"/>
          </a:xfrm>
          <a:prstGeom prst="roundRect">
            <a:avLst/>
          </a:prstGeom>
          <a:noFill/>
          <a:ln w="28575"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solidFill>
                  <a:prstClr val="white"/>
                </a:solidFill>
              </a:ln>
              <a:solidFill>
                <a:prstClr val="white"/>
              </a:solidFill>
              <a:effectLst/>
              <a:uLnTx/>
              <a:uFillTx/>
              <a:ea typeface="+mn-ea"/>
              <a:cs typeface="+mn-cs"/>
            </a:endParaRPr>
          </a:p>
        </p:txBody>
      </p:sp>
      <p:sp>
        <p:nvSpPr>
          <p:cNvPr id="38" name="Rounded Rectangle 13">
            <a:extLst>
              <a:ext uri="{FF2B5EF4-FFF2-40B4-BE49-F238E27FC236}">
                <a16:creationId xmlns:a16="http://schemas.microsoft.com/office/drawing/2014/main" id="{32F727BE-4837-9CAB-B9B0-D16C2FBE888B}"/>
              </a:ext>
            </a:extLst>
          </p:cNvPr>
          <p:cNvSpPr/>
          <p:nvPr/>
        </p:nvSpPr>
        <p:spPr>
          <a:xfrm>
            <a:off x="10150134" y="1236572"/>
            <a:ext cx="1595204" cy="1777141"/>
          </a:xfrm>
          <a:prstGeom prst="roundRect">
            <a:avLst/>
          </a:prstGeom>
          <a:noFill/>
          <a:ln w="28575"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solidFill>
                  <a:prstClr val="white"/>
                </a:solidFill>
              </a:ln>
              <a:solidFill>
                <a:prstClr val="white"/>
              </a:solidFill>
              <a:effectLst/>
              <a:uLnTx/>
              <a:uFillTx/>
              <a:ea typeface="+mn-ea"/>
              <a:cs typeface="+mn-cs"/>
            </a:endParaRPr>
          </a:p>
        </p:txBody>
      </p:sp>
      <p:sp>
        <p:nvSpPr>
          <p:cNvPr id="41" name="Oval 40">
            <a:extLst>
              <a:ext uri="{FF2B5EF4-FFF2-40B4-BE49-F238E27FC236}">
                <a16:creationId xmlns:a16="http://schemas.microsoft.com/office/drawing/2014/main" id="{8E285E52-AC8A-C83F-3823-22905B48F9C1}"/>
              </a:ext>
            </a:extLst>
          </p:cNvPr>
          <p:cNvSpPr/>
          <p:nvPr/>
        </p:nvSpPr>
        <p:spPr>
          <a:xfrm>
            <a:off x="597518" y="1365483"/>
            <a:ext cx="900000" cy="900000"/>
          </a:xfrm>
          <a:prstGeom prst="ellipse">
            <a:avLst/>
          </a:prstGeom>
          <a:solidFill>
            <a:schemeClr val="bg1"/>
          </a:solidFill>
          <a:ln w="571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054" name="Picture 6" descr="Data Analytics icon SVG Vector &amp; PNG ...">
            <a:extLst>
              <a:ext uri="{FF2B5EF4-FFF2-40B4-BE49-F238E27FC236}">
                <a16:creationId xmlns:a16="http://schemas.microsoft.com/office/drawing/2014/main" id="{8916916C-6A4A-3E10-CD35-D6D27BC30012}"/>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862992" y="1562293"/>
            <a:ext cx="457029" cy="506380"/>
          </a:xfrm>
          <a:prstGeom prst="rect">
            <a:avLst/>
          </a:prstGeom>
          <a:noFill/>
          <a:extLst>
            <a:ext uri="{909E8E84-426E-40DD-AFC4-6F175D3DCCD1}">
              <a14:hiddenFill xmlns:a14="http://schemas.microsoft.com/office/drawing/2010/main">
                <a:solidFill>
                  <a:srgbClr val="FFFFFF"/>
                </a:solidFill>
              </a14:hiddenFill>
            </a:ext>
          </a:extLst>
        </p:spPr>
      </p:pic>
      <p:sp>
        <p:nvSpPr>
          <p:cNvPr id="42" name="Oval 41">
            <a:extLst>
              <a:ext uri="{FF2B5EF4-FFF2-40B4-BE49-F238E27FC236}">
                <a16:creationId xmlns:a16="http://schemas.microsoft.com/office/drawing/2014/main" id="{B89FDDCF-33DB-0FB1-3E30-949349515147}"/>
              </a:ext>
            </a:extLst>
          </p:cNvPr>
          <p:cNvSpPr/>
          <p:nvPr/>
        </p:nvSpPr>
        <p:spPr>
          <a:xfrm>
            <a:off x="2568126" y="1365483"/>
            <a:ext cx="900000" cy="900000"/>
          </a:xfrm>
          <a:prstGeom prst="ellipse">
            <a:avLst/>
          </a:prstGeom>
          <a:solidFill>
            <a:schemeClr val="bg1"/>
          </a:solidFill>
          <a:ln w="571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3" name="Oval 42">
            <a:extLst>
              <a:ext uri="{FF2B5EF4-FFF2-40B4-BE49-F238E27FC236}">
                <a16:creationId xmlns:a16="http://schemas.microsoft.com/office/drawing/2014/main" id="{76E9712C-AE68-839B-0E51-DF280A748768}"/>
              </a:ext>
            </a:extLst>
          </p:cNvPr>
          <p:cNvSpPr/>
          <p:nvPr/>
        </p:nvSpPr>
        <p:spPr>
          <a:xfrm>
            <a:off x="4596292" y="1378282"/>
            <a:ext cx="900000" cy="900000"/>
          </a:xfrm>
          <a:prstGeom prst="ellipse">
            <a:avLst/>
          </a:prstGeom>
          <a:solidFill>
            <a:schemeClr val="bg1"/>
          </a:solidFill>
          <a:ln w="571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4" name="Oval 43">
            <a:extLst>
              <a:ext uri="{FF2B5EF4-FFF2-40B4-BE49-F238E27FC236}">
                <a16:creationId xmlns:a16="http://schemas.microsoft.com/office/drawing/2014/main" id="{D840EFCD-BEDD-F689-A3CC-BCC7B88548CB}"/>
              </a:ext>
            </a:extLst>
          </p:cNvPr>
          <p:cNvSpPr/>
          <p:nvPr/>
        </p:nvSpPr>
        <p:spPr>
          <a:xfrm>
            <a:off x="6551942" y="1378282"/>
            <a:ext cx="900000" cy="900000"/>
          </a:xfrm>
          <a:prstGeom prst="ellipse">
            <a:avLst/>
          </a:prstGeom>
          <a:solidFill>
            <a:schemeClr val="bg1"/>
          </a:solidFill>
          <a:ln w="571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Oval 44">
            <a:extLst>
              <a:ext uri="{FF2B5EF4-FFF2-40B4-BE49-F238E27FC236}">
                <a16:creationId xmlns:a16="http://schemas.microsoft.com/office/drawing/2014/main" id="{54AE9E15-A10C-78BB-C4B4-FE7DD5086875}"/>
              </a:ext>
            </a:extLst>
          </p:cNvPr>
          <p:cNvSpPr/>
          <p:nvPr/>
        </p:nvSpPr>
        <p:spPr>
          <a:xfrm>
            <a:off x="8491505" y="1414607"/>
            <a:ext cx="900000" cy="900000"/>
          </a:xfrm>
          <a:prstGeom prst="ellipse">
            <a:avLst/>
          </a:prstGeom>
          <a:solidFill>
            <a:schemeClr val="bg1"/>
          </a:solidFill>
          <a:ln w="571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6" name="Oval 45">
            <a:extLst>
              <a:ext uri="{FF2B5EF4-FFF2-40B4-BE49-F238E27FC236}">
                <a16:creationId xmlns:a16="http://schemas.microsoft.com/office/drawing/2014/main" id="{E23373CD-25E5-5975-AEF8-2EF11B852ADC}"/>
              </a:ext>
            </a:extLst>
          </p:cNvPr>
          <p:cNvSpPr/>
          <p:nvPr/>
        </p:nvSpPr>
        <p:spPr>
          <a:xfrm>
            <a:off x="10497736" y="1400441"/>
            <a:ext cx="900000" cy="900000"/>
          </a:xfrm>
          <a:prstGeom prst="ellipse">
            <a:avLst/>
          </a:prstGeom>
          <a:solidFill>
            <a:schemeClr val="bg1"/>
          </a:solidFill>
          <a:ln w="571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056" name="Picture 8" descr="Operations Icon Stock Illustrations ...">
            <a:extLst>
              <a:ext uri="{FF2B5EF4-FFF2-40B4-BE49-F238E27FC236}">
                <a16:creationId xmlns:a16="http://schemas.microsoft.com/office/drawing/2014/main" id="{5258212F-E514-01E0-5E7C-15FB3FBF5B94}"/>
              </a:ext>
            </a:extLst>
          </p:cNvPr>
          <p:cNvPicPr>
            <a:picLocks noChangeAspect="1" noChangeArrowheads="1"/>
          </p:cNvPicPr>
          <p:nvPr/>
        </p:nvPicPr>
        <p:blipFill>
          <a:blip r:embed="rId22">
            <a:extLst>
              <a:ext uri="{BEBA8EAE-BF5A-486C-A8C5-ECC9F3942E4B}">
                <a14:imgProps xmlns:a14="http://schemas.microsoft.com/office/drawing/2010/main">
                  <a14:imgLayer r:embed="rId23">
                    <a14:imgEffect>
                      <a14:backgroundRemoval t="10000" b="90000" l="10000" r="90000">
                        <a14:foregroundMark x1="48000" y1="20444" x2="52444" y2="21333"/>
                        <a14:foregroundMark x1="49778" y1="81333" x2="43556" y2="80444"/>
                        <a14:foregroundMark x1="24000" y1="45778" x2="16444" y2="45778"/>
                        <a14:foregroundMark x1="72000" y1="44444" x2="74667" y2="45333"/>
                        <a14:foregroundMark x1="52000" y1="44000" x2="54222" y2="45778"/>
                      </a14:backgroundRemoval>
                    </a14:imgEffect>
                  </a14:imgLayer>
                </a14:imgProps>
              </a:ext>
              <a:ext uri="{28A0092B-C50C-407E-A947-70E740481C1C}">
                <a14:useLocalDpi xmlns:a14="http://schemas.microsoft.com/office/drawing/2010/main" val="0"/>
              </a:ext>
            </a:extLst>
          </a:blip>
          <a:srcRect/>
          <a:stretch>
            <a:fillRect/>
          </a:stretch>
        </p:blipFill>
        <p:spPr bwMode="auto">
          <a:xfrm>
            <a:off x="2648395" y="1453453"/>
            <a:ext cx="724060" cy="724060"/>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Quality assurance engineer icon outline ...">
            <a:extLst>
              <a:ext uri="{FF2B5EF4-FFF2-40B4-BE49-F238E27FC236}">
                <a16:creationId xmlns:a16="http://schemas.microsoft.com/office/drawing/2014/main" id="{55D7BA7D-E7C3-2CA4-5C37-6B585BC3DE42}"/>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834714" y="1562293"/>
            <a:ext cx="510313" cy="490257"/>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Platform - Free technology icons">
            <a:extLst>
              <a:ext uri="{FF2B5EF4-FFF2-40B4-BE49-F238E27FC236}">
                <a16:creationId xmlns:a16="http://schemas.microsoft.com/office/drawing/2014/main" id="{0FB20550-B918-3E49-91F2-3D96B98B28B9}"/>
              </a:ext>
            </a:extLst>
          </p:cNvPr>
          <p:cNvPicPr>
            <a:picLocks noChangeAspect="1" noChangeArrowheads="1"/>
          </p:cNvPicPr>
          <p:nvPr/>
        </p:nvPicPr>
        <p:blipFill>
          <a:blip r:embed="rId25">
            <a:biLevel thresh="75000"/>
            <a:extLst>
              <a:ext uri="{BEBA8EAE-BF5A-486C-A8C5-ECC9F3942E4B}">
                <a14:imgProps xmlns:a14="http://schemas.microsoft.com/office/drawing/2010/main">
                  <a14:imgLayer r:embed="rId26">
                    <a14:imgEffect>
                      <a14:backgroundRemoval t="889" b="99556" l="4889" r="93778">
                        <a14:foregroundMark x1="20000" y1="65778" x2="16444" y2="65778"/>
                        <a14:foregroundMark x1="24000" y1="74222" x2="20000" y2="83111"/>
                        <a14:foregroundMark x1="40000" y1="69778" x2="39556" y2="75111"/>
                        <a14:foregroundMark x1="49778" y1="65778" x2="49333" y2="75556"/>
                        <a14:foregroundMark x1="59111" y1="68444" x2="59556" y2="73778"/>
                        <a14:foregroundMark x1="73778" y1="65333" x2="73778" y2="65333"/>
                        <a14:foregroundMark x1="82667" y1="67111" x2="84889" y2="75111"/>
                        <a14:foregroundMark x1="91111" y1="86667" x2="91556" y2="94222"/>
                        <a14:foregroundMark x1="94222" y1="99556" x2="78667" y2="96444"/>
                        <a14:foregroundMark x1="6667" y1="93778" x2="5333" y2="99111"/>
                        <a14:foregroundMark x1="48889" y1="38222" x2="49333" y2="36444"/>
                        <a14:foregroundMark x1="48444" y1="10222" x2="48444" y2="5778"/>
                        <a14:foregroundMark x1="78667" y1="29333" x2="77333" y2="21778"/>
                        <a14:foregroundMark x1="20889" y1="30667" x2="20889" y2="24889"/>
                        <a14:foregroundMark x1="17778" y1="56444" x2="17778" y2="49333"/>
                        <a14:foregroundMark x1="82667" y1="56000" x2="82667" y2="50667"/>
                        <a14:foregroundMark x1="50222" y1="2222" x2="49778" y2="889"/>
                      </a14:backgroundRemoval>
                    </a14:imgEffect>
                  </a14:imgLayer>
                </a14:imgProps>
              </a:ext>
              <a:ext uri="{28A0092B-C50C-407E-A947-70E740481C1C}">
                <a14:useLocalDpi xmlns:a14="http://schemas.microsoft.com/office/drawing/2010/main" val="0"/>
              </a:ext>
            </a:extLst>
          </a:blip>
          <a:srcRect/>
          <a:stretch>
            <a:fillRect/>
          </a:stretch>
        </p:blipFill>
        <p:spPr bwMode="auto">
          <a:xfrm>
            <a:off x="6767548" y="1544375"/>
            <a:ext cx="517042" cy="517042"/>
          </a:xfrm>
          <a:prstGeom prst="rect">
            <a:avLst/>
          </a:prstGeom>
          <a:noFill/>
          <a:extLst>
            <a:ext uri="{909E8E84-426E-40DD-AFC4-6F175D3DCCD1}">
              <a14:hiddenFill xmlns:a14="http://schemas.microsoft.com/office/drawing/2010/main">
                <a:solidFill>
                  <a:srgbClr val="FFFFFF"/>
                </a:solidFill>
              </a14:hiddenFill>
            </a:ext>
          </a:extLst>
        </p:spPr>
      </p:pic>
      <p:pic>
        <p:nvPicPr>
          <p:cNvPr id="2062" name="Picture 14" descr="Ux Design icon. Monochrome sign from ...">
            <a:extLst>
              <a:ext uri="{FF2B5EF4-FFF2-40B4-BE49-F238E27FC236}">
                <a16:creationId xmlns:a16="http://schemas.microsoft.com/office/drawing/2014/main" id="{25CF2CA8-CEEC-EDA0-BEF4-36B74A912D25}"/>
              </a:ext>
            </a:extLst>
          </p:cNvPr>
          <p:cNvPicPr>
            <a:picLocks noChangeAspect="1" noChangeArrowheads="1"/>
          </p:cNvPicPr>
          <p:nvPr/>
        </p:nvPicPr>
        <p:blipFill>
          <a:blip r:embed="rId27">
            <a:extLst>
              <a:ext uri="{BEBA8EAE-BF5A-486C-A8C5-ECC9F3942E4B}">
                <a14:imgProps xmlns:a14="http://schemas.microsoft.com/office/drawing/2010/main">
                  <a14:imgLayer r:embed="rId28">
                    <a14:imgEffect>
                      <a14:backgroundRemoval t="10000" b="90000" l="10000" r="90000">
                        <a14:foregroundMark x1="36866" y1="48276" x2="36866" y2="46983"/>
                        <a14:foregroundMark x1="64977" y1="21552" x2="65438" y2="24138"/>
                        <a14:foregroundMark x1="70046" y1="21121" x2="70046" y2="19828"/>
                        <a14:foregroundMark x1="79263" y1="21983" x2="78802" y2="21552"/>
                        <a14:foregroundMark x1="76037" y1="31034" x2="74654" y2="30172"/>
                        <a14:foregroundMark x1="23502" y1="53448" x2="26267" y2="58190"/>
                        <a14:foregroundMark x1="46544" y1="29741" x2="47005" y2="30172"/>
                        <a14:foregroundMark x1="49770" y1="30172" x2="50230" y2="30172"/>
                        <a14:foregroundMark x1="53456" y1="30172" x2="53456" y2="30603"/>
                      </a14:backgroundRemoval>
                    </a14:imgEffect>
                  </a14:imgLayer>
                </a14:imgProps>
              </a:ext>
              <a:ext uri="{28A0092B-C50C-407E-A947-70E740481C1C}">
                <a14:useLocalDpi xmlns:a14="http://schemas.microsoft.com/office/drawing/2010/main" val="0"/>
              </a:ext>
            </a:extLst>
          </a:blip>
          <a:srcRect/>
          <a:stretch>
            <a:fillRect/>
          </a:stretch>
        </p:blipFill>
        <p:spPr bwMode="auto">
          <a:xfrm>
            <a:off x="8467993" y="1453453"/>
            <a:ext cx="972000" cy="1039189"/>
          </a:xfrm>
          <a:prstGeom prst="rect">
            <a:avLst/>
          </a:prstGeom>
          <a:noFill/>
          <a:extLst>
            <a:ext uri="{909E8E84-426E-40DD-AFC4-6F175D3DCCD1}">
              <a14:hiddenFill xmlns:a14="http://schemas.microsoft.com/office/drawing/2010/main">
                <a:solidFill>
                  <a:srgbClr val="FFFFFF"/>
                </a:solidFill>
              </a14:hiddenFill>
            </a:ext>
          </a:extLst>
        </p:spPr>
      </p:pic>
      <p:pic>
        <p:nvPicPr>
          <p:cNvPr id="2064" name="Picture 16" descr="89,000+ Ai Icon Stock Illustrations ...">
            <a:extLst>
              <a:ext uri="{FF2B5EF4-FFF2-40B4-BE49-F238E27FC236}">
                <a16:creationId xmlns:a16="http://schemas.microsoft.com/office/drawing/2014/main" id="{F56321A5-1270-B69F-C2A0-02802DA2B8FE}"/>
              </a:ext>
            </a:extLst>
          </p:cNvPr>
          <p:cNvPicPr>
            <a:picLocks noChangeAspect="1" noChangeArrowheads="1"/>
          </p:cNvPicPr>
          <p:nvPr/>
        </p:nvPicPr>
        <p:blipFill>
          <a:blip r:embed="rId29">
            <a:extLst>
              <a:ext uri="{BEBA8EAE-BF5A-486C-A8C5-ECC9F3942E4B}">
                <a14:imgProps xmlns:a14="http://schemas.microsoft.com/office/drawing/2010/main">
                  <a14:imgLayer r:embed="rId30">
                    <a14:imgEffect>
                      <a14:backgroundRemoval t="10000" b="90000" l="10000" r="90000">
                        <a14:foregroundMark x1="44889" y1="34222" x2="48889" y2="33778"/>
                        <a14:foregroundMark x1="39556" y1="24000" x2="39556" y2="19556"/>
                        <a14:foregroundMark x1="50222" y1="23111" x2="49778" y2="20000"/>
                        <a14:foregroundMark x1="59556" y1="16444" x2="59556" y2="19111"/>
                        <a14:foregroundMark x1="83556" y1="40444" x2="80000" y2="40444"/>
                        <a14:foregroundMark x1="80000" y1="50222" x2="74667" y2="50222"/>
                        <a14:foregroundMark x1="84444" y1="60444" x2="79111" y2="58667"/>
                        <a14:foregroundMark x1="57778" y1="71111" x2="58222" y2="73778"/>
                        <a14:foregroundMark x1="49778" y1="72000" x2="49778" y2="73778"/>
                        <a14:foregroundMark x1="42222" y1="71556" x2="42222" y2="72889"/>
                        <a14:foregroundMark x1="28444" y1="58667" x2="26222" y2="59556"/>
                        <a14:foregroundMark x1="27556" y1="50222" x2="22667" y2="49778"/>
                        <a14:foregroundMark x1="15556" y1="39556" x2="16000" y2="39556"/>
                        <a14:foregroundMark x1="47556" y1="50222" x2="47556" y2="49778"/>
                      </a14:backgroundRemoval>
                    </a14:imgEffect>
                  </a14:imgLayer>
                </a14:imgProps>
              </a:ext>
              <a:ext uri="{28A0092B-C50C-407E-A947-70E740481C1C}">
                <a14:useLocalDpi xmlns:a14="http://schemas.microsoft.com/office/drawing/2010/main" val="0"/>
              </a:ext>
            </a:extLst>
          </a:blip>
          <a:srcRect/>
          <a:stretch>
            <a:fillRect/>
          </a:stretch>
        </p:blipFill>
        <p:spPr bwMode="auto">
          <a:xfrm>
            <a:off x="10534061" y="1424668"/>
            <a:ext cx="863675" cy="863675"/>
          </a:xfrm>
          <a:prstGeom prst="rect">
            <a:avLst/>
          </a:prstGeom>
          <a:noFill/>
          <a:extLst>
            <a:ext uri="{909E8E84-426E-40DD-AFC4-6F175D3DCCD1}">
              <a14:hiddenFill xmlns:a14="http://schemas.microsoft.com/office/drawing/2010/main">
                <a:solidFill>
                  <a:srgbClr val="FFFFFF"/>
                </a:solidFill>
              </a14:hiddenFill>
            </a:ext>
          </a:extLst>
        </p:spPr>
      </p:pic>
      <p:sp>
        <p:nvSpPr>
          <p:cNvPr id="48" name="TextBox 47">
            <a:extLst>
              <a:ext uri="{FF2B5EF4-FFF2-40B4-BE49-F238E27FC236}">
                <a16:creationId xmlns:a16="http://schemas.microsoft.com/office/drawing/2014/main" id="{C7B45DEC-69F8-6569-FB22-345CC4127ABF}"/>
              </a:ext>
            </a:extLst>
          </p:cNvPr>
          <p:cNvSpPr txBox="1"/>
          <p:nvPr/>
        </p:nvSpPr>
        <p:spPr>
          <a:xfrm>
            <a:off x="399640" y="2383956"/>
            <a:ext cx="1339342" cy="461665"/>
          </a:xfrm>
          <a:prstGeom prst="rect">
            <a:avLst/>
          </a:prstGeom>
          <a:noFill/>
        </p:spPr>
        <p:txBody>
          <a:bodyPr wrap="square">
            <a:spAutoFit/>
          </a:bodyPr>
          <a:lstStyle/>
          <a:p>
            <a:pPr algn="ctr">
              <a:defRPr sz="1600" b="1"/>
            </a:pPr>
            <a:r>
              <a:rPr lang="en-IN" sz="1200">
                <a:solidFill>
                  <a:schemeClr val="bg1"/>
                </a:solidFill>
                <a:latin typeface="Verdana" panose="020B0604030504040204" pitchFamily="34" charset="0"/>
                <a:ea typeface="Verdana" panose="020B0604030504040204" pitchFamily="34" charset="0"/>
              </a:rPr>
              <a:t>Data &amp; Insights</a:t>
            </a:r>
          </a:p>
        </p:txBody>
      </p:sp>
      <p:sp>
        <p:nvSpPr>
          <p:cNvPr id="49" name="TextBox 48">
            <a:extLst>
              <a:ext uri="{FF2B5EF4-FFF2-40B4-BE49-F238E27FC236}">
                <a16:creationId xmlns:a16="http://schemas.microsoft.com/office/drawing/2014/main" id="{ED1CB26D-9F4D-CD00-1103-AE47FF50D510}"/>
              </a:ext>
            </a:extLst>
          </p:cNvPr>
          <p:cNvSpPr txBox="1"/>
          <p:nvPr/>
        </p:nvSpPr>
        <p:spPr>
          <a:xfrm>
            <a:off x="2319349" y="2350800"/>
            <a:ext cx="1560314" cy="461665"/>
          </a:xfrm>
          <a:prstGeom prst="rect">
            <a:avLst/>
          </a:prstGeom>
          <a:noFill/>
        </p:spPr>
        <p:txBody>
          <a:bodyPr wrap="square">
            <a:spAutoFit/>
          </a:bodyPr>
          <a:lstStyle/>
          <a:p>
            <a:pPr algn="ctr">
              <a:defRPr sz="1600" b="1"/>
            </a:pPr>
            <a:r>
              <a:rPr lang="en-IN" sz="1200">
                <a:solidFill>
                  <a:schemeClr val="bg1"/>
                </a:solidFill>
                <a:latin typeface="Verdana" panose="020B0604030504040204" pitchFamily="34" charset="0"/>
                <a:ea typeface="Verdana" panose="020B0604030504040204" pitchFamily="34" charset="0"/>
              </a:rPr>
              <a:t>Platform Operations</a:t>
            </a:r>
          </a:p>
        </p:txBody>
      </p:sp>
      <p:sp>
        <p:nvSpPr>
          <p:cNvPr id="50" name="TextBox 49">
            <a:extLst>
              <a:ext uri="{FF2B5EF4-FFF2-40B4-BE49-F238E27FC236}">
                <a16:creationId xmlns:a16="http://schemas.microsoft.com/office/drawing/2014/main" id="{88C14C4A-2C59-FBDB-3A19-64A1B48B6CEC}"/>
              </a:ext>
            </a:extLst>
          </p:cNvPr>
          <p:cNvSpPr txBox="1"/>
          <p:nvPr/>
        </p:nvSpPr>
        <p:spPr>
          <a:xfrm>
            <a:off x="4245852" y="2350799"/>
            <a:ext cx="1560314" cy="461665"/>
          </a:xfrm>
          <a:prstGeom prst="rect">
            <a:avLst/>
          </a:prstGeom>
          <a:noFill/>
        </p:spPr>
        <p:txBody>
          <a:bodyPr wrap="square">
            <a:spAutoFit/>
          </a:bodyPr>
          <a:lstStyle/>
          <a:p>
            <a:pPr algn="ctr">
              <a:defRPr sz="1600" b="1"/>
            </a:pPr>
            <a:r>
              <a:rPr lang="en-IN" sz="1200">
                <a:solidFill>
                  <a:schemeClr val="bg1"/>
                </a:solidFill>
                <a:latin typeface="Verdana" panose="020B0604030504040204" pitchFamily="34" charset="0"/>
                <a:ea typeface="Verdana" panose="020B0604030504040204" pitchFamily="34" charset="0"/>
              </a:rPr>
              <a:t>Quality Engineering</a:t>
            </a:r>
          </a:p>
        </p:txBody>
      </p:sp>
      <p:sp>
        <p:nvSpPr>
          <p:cNvPr id="51" name="TextBox 50">
            <a:extLst>
              <a:ext uri="{FF2B5EF4-FFF2-40B4-BE49-F238E27FC236}">
                <a16:creationId xmlns:a16="http://schemas.microsoft.com/office/drawing/2014/main" id="{AA3A2625-F0F1-AB25-A07D-FCA98DC3E1E9}"/>
              </a:ext>
            </a:extLst>
          </p:cNvPr>
          <p:cNvSpPr txBox="1"/>
          <p:nvPr/>
        </p:nvSpPr>
        <p:spPr>
          <a:xfrm>
            <a:off x="6316767" y="2350799"/>
            <a:ext cx="1560314" cy="461665"/>
          </a:xfrm>
          <a:prstGeom prst="rect">
            <a:avLst/>
          </a:prstGeom>
          <a:noFill/>
        </p:spPr>
        <p:txBody>
          <a:bodyPr wrap="square">
            <a:spAutoFit/>
          </a:bodyPr>
          <a:lstStyle/>
          <a:p>
            <a:pPr algn="ctr">
              <a:defRPr sz="1600" b="1"/>
            </a:pPr>
            <a:r>
              <a:rPr lang="en-IN" sz="1200">
                <a:solidFill>
                  <a:schemeClr val="bg1"/>
                </a:solidFill>
                <a:latin typeface="Verdana" panose="020B0604030504040204" pitchFamily="34" charset="0"/>
                <a:ea typeface="Verdana" panose="020B0604030504040204" pitchFamily="34" charset="0"/>
              </a:rPr>
              <a:t>Platform Engineering</a:t>
            </a:r>
          </a:p>
        </p:txBody>
      </p:sp>
      <p:sp>
        <p:nvSpPr>
          <p:cNvPr id="52" name="TextBox 51">
            <a:extLst>
              <a:ext uri="{FF2B5EF4-FFF2-40B4-BE49-F238E27FC236}">
                <a16:creationId xmlns:a16="http://schemas.microsoft.com/office/drawing/2014/main" id="{65C3A365-B837-7851-750B-BFEA9E91BEA4}"/>
              </a:ext>
            </a:extLst>
          </p:cNvPr>
          <p:cNvSpPr txBox="1"/>
          <p:nvPr/>
        </p:nvSpPr>
        <p:spPr>
          <a:xfrm>
            <a:off x="8157471" y="2362410"/>
            <a:ext cx="1560314" cy="461665"/>
          </a:xfrm>
          <a:prstGeom prst="rect">
            <a:avLst/>
          </a:prstGeom>
          <a:noFill/>
        </p:spPr>
        <p:txBody>
          <a:bodyPr wrap="square">
            <a:spAutoFit/>
          </a:bodyPr>
          <a:lstStyle/>
          <a:p>
            <a:pPr algn="ctr">
              <a:defRPr sz="1600" b="1"/>
            </a:pPr>
            <a:r>
              <a:rPr lang="en-IN" sz="1200">
                <a:solidFill>
                  <a:schemeClr val="bg1"/>
                </a:solidFill>
                <a:latin typeface="Verdana" panose="020B0604030504040204" pitchFamily="34" charset="0"/>
                <a:ea typeface="Verdana" panose="020B0604030504040204" pitchFamily="34" charset="0"/>
              </a:rPr>
              <a:t>Experience Engineering</a:t>
            </a:r>
          </a:p>
        </p:txBody>
      </p:sp>
      <p:sp>
        <p:nvSpPr>
          <p:cNvPr id="53" name="TextBox 52">
            <a:extLst>
              <a:ext uri="{FF2B5EF4-FFF2-40B4-BE49-F238E27FC236}">
                <a16:creationId xmlns:a16="http://schemas.microsoft.com/office/drawing/2014/main" id="{C683FCA6-A11B-A170-1CD1-36AB5E222D95}"/>
              </a:ext>
            </a:extLst>
          </p:cNvPr>
          <p:cNvSpPr txBox="1"/>
          <p:nvPr/>
        </p:nvSpPr>
        <p:spPr>
          <a:xfrm>
            <a:off x="10156955" y="2373097"/>
            <a:ext cx="1560314" cy="461665"/>
          </a:xfrm>
          <a:prstGeom prst="rect">
            <a:avLst/>
          </a:prstGeom>
          <a:noFill/>
        </p:spPr>
        <p:txBody>
          <a:bodyPr wrap="square">
            <a:spAutoFit/>
          </a:bodyPr>
          <a:lstStyle/>
          <a:p>
            <a:pPr algn="ctr">
              <a:defRPr sz="1600" b="1"/>
            </a:pPr>
            <a:r>
              <a:rPr lang="en-IN" sz="1200">
                <a:solidFill>
                  <a:schemeClr val="bg1"/>
                </a:solidFill>
                <a:latin typeface="Verdana" panose="020B0604030504040204" pitchFamily="34" charset="0"/>
                <a:ea typeface="Verdana" panose="020B0604030504040204" pitchFamily="34" charset="0"/>
              </a:rPr>
              <a:t>AI &amp; Data Science</a:t>
            </a:r>
          </a:p>
        </p:txBody>
      </p:sp>
      <p:cxnSp>
        <p:nvCxnSpPr>
          <p:cNvPr id="54" name="Straight Arrow Connector 53">
            <a:extLst>
              <a:ext uri="{FF2B5EF4-FFF2-40B4-BE49-F238E27FC236}">
                <a16:creationId xmlns:a16="http://schemas.microsoft.com/office/drawing/2014/main" id="{EFED875C-4D06-3D2E-447C-523C910A7975}"/>
              </a:ext>
            </a:extLst>
          </p:cNvPr>
          <p:cNvCxnSpPr>
            <a:cxnSpLocks/>
          </p:cNvCxnSpPr>
          <p:nvPr/>
        </p:nvCxnSpPr>
        <p:spPr>
          <a:xfrm>
            <a:off x="778649" y="2861010"/>
            <a:ext cx="425489" cy="0"/>
          </a:xfrm>
          <a:prstGeom prst="straightConnector1">
            <a:avLst/>
          </a:prstGeom>
          <a:ln w="63500" cap="rnd">
            <a:solidFill>
              <a:schemeClr val="accent4"/>
            </a:solidFill>
            <a:tailEnd type="non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C3BA654E-AF27-E7FA-C73C-84F2F811A760}"/>
              </a:ext>
            </a:extLst>
          </p:cNvPr>
          <p:cNvCxnSpPr>
            <a:cxnSpLocks/>
          </p:cNvCxnSpPr>
          <p:nvPr/>
        </p:nvCxnSpPr>
        <p:spPr>
          <a:xfrm>
            <a:off x="2836049" y="2834762"/>
            <a:ext cx="425489" cy="0"/>
          </a:xfrm>
          <a:prstGeom prst="straightConnector1">
            <a:avLst/>
          </a:prstGeom>
          <a:ln w="63500" cap="rnd">
            <a:solidFill>
              <a:schemeClr val="accent2"/>
            </a:solidFill>
            <a:tailEnd type="non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B52D7A6F-A282-2585-6203-237E6BB16CB6}"/>
              </a:ext>
            </a:extLst>
          </p:cNvPr>
          <p:cNvCxnSpPr>
            <a:cxnSpLocks/>
          </p:cNvCxnSpPr>
          <p:nvPr/>
        </p:nvCxnSpPr>
        <p:spPr>
          <a:xfrm>
            <a:off x="4834714" y="2834762"/>
            <a:ext cx="425489" cy="0"/>
          </a:xfrm>
          <a:prstGeom prst="straightConnector1">
            <a:avLst/>
          </a:prstGeom>
          <a:ln w="63500" cap="rnd">
            <a:solidFill>
              <a:schemeClr val="accent5"/>
            </a:solidFill>
            <a:tailEnd type="non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07AB7353-AC28-C46F-284F-741859D786F2}"/>
              </a:ext>
            </a:extLst>
          </p:cNvPr>
          <p:cNvCxnSpPr>
            <a:cxnSpLocks/>
          </p:cNvCxnSpPr>
          <p:nvPr/>
        </p:nvCxnSpPr>
        <p:spPr>
          <a:xfrm>
            <a:off x="6859101" y="2861010"/>
            <a:ext cx="425489" cy="0"/>
          </a:xfrm>
          <a:prstGeom prst="straightConnector1">
            <a:avLst/>
          </a:prstGeom>
          <a:ln w="63500" cap="rnd">
            <a:solidFill>
              <a:schemeClr val="bg2"/>
            </a:solidFill>
            <a:tailEnd type="non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C6423EDD-A905-1B17-D2D9-47135CC799E5}"/>
              </a:ext>
            </a:extLst>
          </p:cNvPr>
          <p:cNvCxnSpPr>
            <a:cxnSpLocks/>
          </p:cNvCxnSpPr>
          <p:nvPr/>
        </p:nvCxnSpPr>
        <p:spPr>
          <a:xfrm>
            <a:off x="8742330" y="2861010"/>
            <a:ext cx="425489" cy="0"/>
          </a:xfrm>
          <a:prstGeom prst="straightConnector1">
            <a:avLst/>
          </a:prstGeom>
          <a:ln w="63500" cap="rnd">
            <a:solidFill>
              <a:schemeClr val="accent1"/>
            </a:solidFill>
            <a:tailEnd type="non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6FCCCA11-287B-0182-B092-7C3CB070087D}"/>
              </a:ext>
            </a:extLst>
          </p:cNvPr>
          <p:cNvCxnSpPr>
            <a:cxnSpLocks/>
          </p:cNvCxnSpPr>
          <p:nvPr/>
        </p:nvCxnSpPr>
        <p:spPr>
          <a:xfrm>
            <a:off x="10723530" y="2866016"/>
            <a:ext cx="425489" cy="0"/>
          </a:xfrm>
          <a:prstGeom prst="straightConnector1">
            <a:avLst/>
          </a:prstGeom>
          <a:ln w="63500" cap="rnd">
            <a:solidFill>
              <a:srgbClr val="FFC000"/>
            </a:solidFil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387292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6A8D1B-35BF-FB22-12AA-333CFAFF1B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EFF45C-B48C-65AE-EFE5-9252295136DD}"/>
              </a:ext>
            </a:extLst>
          </p:cNvPr>
          <p:cNvSpPr>
            <a:spLocks noGrp="1"/>
          </p:cNvSpPr>
          <p:nvPr>
            <p:ph type="ctrTitle"/>
          </p:nvPr>
        </p:nvSpPr>
        <p:spPr/>
        <p:txBody>
          <a:bodyPr/>
          <a:lstStyle/>
          <a:p>
            <a:endParaRPr lang="en-US"/>
          </a:p>
        </p:txBody>
      </p:sp>
      <p:pic>
        <p:nvPicPr>
          <p:cNvPr id="15" name="Picture Placeholder 14">
            <a:extLst>
              <a:ext uri="{FF2B5EF4-FFF2-40B4-BE49-F238E27FC236}">
                <a16:creationId xmlns:a16="http://schemas.microsoft.com/office/drawing/2014/main" id="{464354B7-0C4F-11B6-6508-CCFA11FDDB08}"/>
              </a:ext>
            </a:extLst>
          </p:cNvPr>
          <p:cNvPicPr>
            <a:picLocks noGrp="1" noChangeAspect="1"/>
          </p:cNvPicPr>
          <p:nvPr>
            <p:ph type="pic" sz="quarter" idx="13"/>
          </p:nvPr>
        </p:nvPicPr>
        <p:blipFill>
          <a:blip r:embed="rId3"/>
          <a:srcRect t="2485" b="2485"/>
          <a:stretch/>
        </p:blipFill>
        <p:spPr>
          <a:noFill/>
        </p:spPr>
      </p:pic>
      <p:sp>
        <p:nvSpPr>
          <p:cNvPr id="3" name="Oval 2">
            <a:hlinkClick r:id="rId4"/>
            <a:extLst>
              <a:ext uri="{FF2B5EF4-FFF2-40B4-BE49-F238E27FC236}">
                <a16:creationId xmlns:a16="http://schemas.microsoft.com/office/drawing/2014/main" id="{5AEEF998-106B-9B05-AF97-B4A130A2557B}"/>
              </a:ext>
            </a:extLst>
          </p:cNvPr>
          <p:cNvSpPr/>
          <p:nvPr/>
        </p:nvSpPr>
        <p:spPr>
          <a:xfrm>
            <a:off x="415611" y="5724041"/>
            <a:ext cx="359304" cy="359304"/>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4" name="Oval 3">
            <a:hlinkClick r:id="rId5"/>
            <a:extLst>
              <a:ext uri="{FF2B5EF4-FFF2-40B4-BE49-F238E27FC236}">
                <a16:creationId xmlns:a16="http://schemas.microsoft.com/office/drawing/2014/main" id="{F554D544-1073-C04F-3CFB-43743CB1D3E0}"/>
              </a:ext>
            </a:extLst>
          </p:cNvPr>
          <p:cNvSpPr/>
          <p:nvPr/>
        </p:nvSpPr>
        <p:spPr>
          <a:xfrm>
            <a:off x="966417" y="5724041"/>
            <a:ext cx="359304" cy="359304"/>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5" name="Oval 4">
            <a:hlinkClick r:id="rId6"/>
            <a:extLst>
              <a:ext uri="{FF2B5EF4-FFF2-40B4-BE49-F238E27FC236}">
                <a16:creationId xmlns:a16="http://schemas.microsoft.com/office/drawing/2014/main" id="{C6B5D099-FFE4-C788-E491-DFF91A16FDBD}"/>
              </a:ext>
            </a:extLst>
          </p:cNvPr>
          <p:cNvSpPr/>
          <p:nvPr/>
        </p:nvSpPr>
        <p:spPr>
          <a:xfrm>
            <a:off x="1467713" y="5724041"/>
            <a:ext cx="359304" cy="359304"/>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7" name="Oval 6">
            <a:hlinkClick r:id="rId4"/>
            <a:extLst>
              <a:ext uri="{FF2B5EF4-FFF2-40B4-BE49-F238E27FC236}">
                <a16:creationId xmlns:a16="http://schemas.microsoft.com/office/drawing/2014/main" id="{039FCD52-05D5-55EF-28B0-4A48A4E8992A}"/>
              </a:ext>
            </a:extLst>
          </p:cNvPr>
          <p:cNvSpPr/>
          <p:nvPr/>
        </p:nvSpPr>
        <p:spPr>
          <a:xfrm>
            <a:off x="413829" y="5713710"/>
            <a:ext cx="348972" cy="348972"/>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8" name="Oval 7">
            <a:hlinkClick r:id="rId5"/>
            <a:extLst>
              <a:ext uri="{FF2B5EF4-FFF2-40B4-BE49-F238E27FC236}">
                <a16:creationId xmlns:a16="http://schemas.microsoft.com/office/drawing/2014/main" id="{0C14E5CA-B1B9-6F3F-CED5-7C46AD303CF5}"/>
              </a:ext>
            </a:extLst>
          </p:cNvPr>
          <p:cNvSpPr/>
          <p:nvPr/>
        </p:nvSpPr>
        <p:spPr>
          <a:xfrm>
            <a:off x="951103" y="5713710"/>
            <a:ext cx="348972" cy="348972"/>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9" name="Oval 8">
            <a:hlinkClick r:id="rId6"/>
            <a:extLst>
              <a:ext uri="{FF2B5EF4-FFF2-40B4-BE49-F238E27FC236}">
                <a16:creationId xmlns:a16="http://schemas.microsoft.com/office/drawing/2014/main" id="{F9503E87-DE63-70DB-87DE-FC907ACBEAE1}"/>
              </a:ext>
            </a:extLst>
          </p:cNvPr>
          <p:cNvSpPr/>
          <p:nvPr/>
        </p:nvSpPr>
        <p:spPr>
          <a:xfrm>
            <a:off x="1488378" y="5713710"/>
            <a:ext cx="348972" cy="348972"/>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38709772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11" name="Table 10">
            <a:extLst>
              <a:ext uri="{FF2B5EF4-FFF2-40B4-BE49-F238E27FC236}">
                <a16:creationId xmlns:a16="http://schemas.microsoft.com/office/drawing/2014/main" id="{276B4281-193E-62C7-233A-389F227B3FE8}"/>
              </a:ext>
            </a:extLst>
          </p:cNvPr>
          <p:cNvGraphicFramePr>
            <a:graphicFrameLocks noGrp="1"/>
          </p:cNvGraphicFramePr>
          <p:nvPr>
            <p:extLst>
              <p:ext uri="{D42A27DB-BD31-4B8C-83A1-F6EECF244321}">
                <p14:modId xmlns:p14="http://schemas.microsoft.com/office/powerpoint/2010/main" val="1070601194"/>
              </p:ext>
            </p:extLst>
          </p:nvPr>
        </p:nvGraphicFramePr>
        <p:xfrm>
          <a:off x="635000" y="1104900"/>
          <a:ext cx="11214099" cy="4675543"/>
        </p:xfrm>
        <a:graphic>
          <a:graphicData uri="http://schemas.openxmlformats.org/drawingml/2006/table">
            <a:tbl>
              <a:tblPr>
                <a:tableStyleId>{93296810-A885-4BE3-A3E7-6D5BEEA58F35}</a:tableStyleId>
              </a:tblPr>
              <a:tblGrid>
                <a:gridCol w="1257300">
                  <a:extLst>
                    <a:ext uri="{9D8B030D-6E8A-4147-A177-3AD203B41FA5}">
                      <a16:colId xmlns:a16="http://schemas.microsoft.com/office/drawing/2014/main" val="3788391851"/>
                    </a:ext>
                  </a:extLst>
                </a:gridCol>
                <a:gridCol w="1090315">
                  <a:extLst>
                    <a:ext uri="{9D8B030D-6E8A-4147-A177-3AD203B41FA5}">
                      <a16:colId xmlns:a16="http://schemas.microsoft.com/office/drawing/2014/main" val="1372055425"/>
                    </a:ext>
                  </a:extLst>
                </a:gridCol>
                <a:gridCol w="1171239">
                  <a:extLst>
                    <a:ext uri="{9D8B030D-6E8A-4147-A177-3AD203B41FA5}">
                      <a16:colId xmlns:a16="http://schemas.microsoft.com/office/drawing/2014/main" val="3696139645"/>
                    </a:ext>
                  </a:extLst>
                </a:gridCol>
                <a:gridCol w="1332546">
                  <a:extLst>
                    <a:ext uri="{9D8B030D-6E8A-4147-A177-3AD203B41FA5}">
                      <a16:colId xmlns:a16="http://schemas.microsoft.com/office/drawing/2014/main" val="1387916923"/>
                    </a:ext>
                  </a:extLst>
                </a:gridCol>
                <a:gridCol w="927100">
                  <a:extLst>
                    <a:ext uri="{9D8B030D-6E8A-4147-A177-3AD203B41FA5}">
                      <a16:colId xmlns:a16="http://schemas.microsoft.com/office/drawing/2014/main" val="1741359723"/>
                    </a:ext>
                  </a:extLst>
                </a:gridCol>
                <a:gridCol w="2667000">
                  <a:extLst>
                    <a:ext uri="{9D8B030D-6E8A-4147-A177-3AD203B41FA5}">
                      <a16:colId xmlns:a16="http://schemas.microsoft.com/office/drawing/2014/main" val="3088096995"/>
                    </a:ext>
                  </a:extLst>
                </a:gridCol>
                <a:gridCol w="2768599">
                  <a:extLst>
                    <a:ext uri="{9D8B030D-6E8A-4147-A177-3AD203B41FA5}">
                      <a16:colId xmlns:a16="http://schemas.microsoft.com/office/drawing/2014/main" val="3170326685"/>
                    </a:ext>
                  </a:extLst>
                </a:gridCol>
              </a:tblGrid>
              <a:tr h="295702">
                <a:tc>
                  <a:txBody>
                    <a:bodyPr/>
                    <a:lstStyle/>
                    <a:p>
                      <a:pPr algn="ctr" fontAlgn="ctr"/>
                      <a:r>
                        <a:rPr lang="en-IN" sz="1200" b="1" u="none" strike="noStrike" dirty="0">
                          <a:effectLst/>
                        </a:rPr>
                        <a:t>Workstream</a:t>
                      </a:r>
                      <a:endParaRPr lang="en-IN" sz="1200" b="1" i="0" u="none" strike="noStrike" dirty="0">
                        <a:solidFill>
                          <a:srgbClr val="000000"/>
                        </a:solidFill>
                        <a:effectLst/>
                        <a:latin typeface="Verdana" panose="020B0604030504040204" pitchFamily="34" charset="0"/>
                        <a:ea typeface="Verdana" panose="020B0604030504040204" pitchFamily="34" charset="0"/>
                      </a:endParaRPr>
                    </a:p>
                  </a:txBody>
                  <a:tcPr marL="1729" marR="1729" marT="1729" marB="0" anchor="ctr"/>
                </a:tc>
                <a:tc>
                  <a:txBody>
                    <a:bodyPr/>
                    <a:lstStyle/>
                    <a:p>
                      <a:pPr algn="ctr" fontAlgn="ctr"/>
                      <a:r>
                        <a:rPr lang="en-IN" sz="1200" b="1" u="none" strike="noStrike" dirty="0">
                          <a:effectLst/>
                        </a:rPr>
                        <a:t>Sub-Workstream</a:t>
                      </a:r>
                      <a:endParaRPr lang="en-IN" sz="1200" b="1" i="0" u="none" strike="noStrike" dirty="0">
                        <a:solidFill>
                          <a:srgbClr val="000000"/>
                        </a:solidFill>
                        <a:effectLst/>
                        <a:latin typeface="Verdana" panose="020B0604030504040204" pitchFamily="34" charset="0"/>
                        <a:ea typeface="Verdana" panose="020B0604030504040204" pitchFamily="34" charset="0"/>
                      </a:endParaRPr>
                    </a:p>
                  </a:txBody>
                  <a:tcPr marL="1729" marR="1729" marT="1729" marB="0" anchor="ctr"/>
                </a:tc>
                <a:tc>
                  <a:txBody>
                    <a:bodyPr/>
                    <a:lstStyle/>
                    <a:p>
                      <a:pPr algn="ctr" fontAlgn="ctr"/>
                      <a:r>
                        <a:rPr lang="en-IN" sz="1200" b="1" u="none" strike="noStrike" dirty="0">
                          <a:effectLst/>
                        </a:rPr>
                        <a:t>Granular Task Definition</a:t>
                      </a:r>
                      <a:endParaRPr lang="en-IN" sz="1200" b="1" i="0" u="none" strike="noStrike" dirty="0">
                        <a:solidFill>
                          <a:srgbClr val="000000"/>
                        </a:solidFill>
                        <a:effectLst/>
                        <a:latin typeface="Verdana" panose="020B0604030504040204" pitchFamily="34" charset="0"/>
                        <a:ea typeface="Verdana" panose="020B0604030504040204" pitchFamily="34" charset="0"/>
                      </a:endParaRPr>
                    </a:p>
                  </a:txBody>
                  <a:tcPr marL="1729" marR="1729" marT="1729" marB="0" anchor="ctr"/>
                </a:tc>
                <a:tc>
                  <a:txBody>
                    <a:bodyPr/>
                    <a:lstStyle/>
                    <a:p>
                      <a:pPr algn="ctr" fontAlgn="ctr"/>
                      <a:r>
                        <a:rPr lang="en-IN" sz="1200" b="1" u="none" strike="noStrike" dirty="0">
                          <a:effectLst/>
                        </a:rPr>
                        <a:t>Agent Autonomy Level</a:t>
                      </a:r>
                      <a:br>
                        <a:rPr lang="en-IN" sz="1200" b="1" u="none" strike="noStrike" dirty="0">
                          <a:effectLst/>
                        </a:rPr>
                      </a:br>
                      <a:r>
                        <a:rPr lang="en-IN" sz="800" b="1" u="none" strike="noStrike" dirty="0">
                          <a:effectLst/>
                        </a:rPr>
                        <a:t>(Fully / Partially / Human)</a:t>
                      </a:r>
                      <a:endParaRPr lang="en-IN" sz="800" b="1" i="1" u="none" strike="noStrike" dirty="0">
                        <a:solidFill>
                          <a:srgbClr val="000000"/>
                        </a:solidFill>
                        <a:effectLst/>
                        <a:latin typeface="Verdana" panose="020B0604030504040204" pitchFamily="34" charset="0"/>
                        <a:ea typeface="Verdana" panose="020B0604030504040204" pitchFamily="34" charset="0"/>
                      </a:endParaRPr>
                    </a:p>
                  </a:txBody>
                  <a:tcPr marL="1729" marR="1729" marT="1729" marB="0" anchor="ctr"/>
                </a:tc>
                <a:tc>
                  <a:txBody>
                    <a:bodyPr/>
                    <a:lstStyle/>
                    <a:p>
                      <a:pPr algn="ctr" fontAlgn="ctr"/>
                      <a:r>
                        <a:rPr lang="en-IN" sz="1200" b="1" u="none" strike="noStrike" dirty="0">
                          <a:effectLst/>
                        </a:rPr>
                        <a:t>Agent Readiness &amp; Availability</a:t>
                      </a:r>
                      <a:endParaRPr lang="en-IN" sz="1200" b="1" i="0" u="none" strike="noStrike" dirty="0">
                        <a:solidFill>
                          <a:srgbClr val="000000"/>
                        </a:solidFill>
                        <a:effectLst/>
                        <a:latin typeface="Verdana" panose="020B0604030504040204" pitchFamily="34" charset="0"/>
                        <a:ea typeface="Verdana" panose="020B0604030504040204" pitchFamily="34" charset="0"/>
                      </a:endParaRPr>
                    </a:p>
                  </a:txBody>
                  <a:tcPr marL="1729" marR="1729" marT="1729" marB="0" anchor="ctr"/>
                </a:tc>
                <a:tc>
                  <a:txBody>
                    <a:bodyPr/>
                    <a:lstStyle/>
                    <a:p>
                      <a:pPr algn="ctr" fontAlgn="ctr"/>
                      <a:r>
                        <a:rPr lang="en-IN" sz="1200" b="1" u="none" strike="noStrike" dirty="0">
                          <a:effectLst/>
                        </a:rPr>
                        <a:t>Planned Action</a:t>
                      </a:r>
                      <a:endParaRPr lang="en-IN" sz="1200" b="1" i="0" u="none" strike="noStrike" dirty="0">
                        <a:solidFill>
                          <a:srgbClr val="000000"/>
                        </a:solidFill>
                        <a:effectLst/>
                        <a:latin typeface="Verdana" panose="020B0604030504040204" pitchFamily="34" charset="0"/>
                        <a:ea typeface="Verdana" panose="020B0604030504040204" pitchFamily="34" charset="0"/>
                      </a:endParaRPr>
                    </a:p>
                  </a:txBody>
                  <a:tcPr marL="1729" marR="1729" marT="1729" marB="0" anchor="ctr"/>
                </a:tc>
                <a:tc>
                  <a:txBody>
                    <a:bodyPr/>
                    <a:lstStyle/>
                    <a:p>
                      <a:pPr algn="ctr" fontAlgn="ctr"/>
                      <a:r>
                        <a:rPr lang="en-IN" sz="1200" b="1" u="none" strike="noStrike" dirty="0">
                          <a:effectLst/>
                        </a:rPr>
                        <a:t>Agent-Human Collaboration Activities</a:t>
                      </a:r>
                      <a:endParaRPr lang="en-IN" sz="1200" b="1" i="0" u="none" strike="noStrike" dirty="0">
                        <a:solidFill>
                          <a:srgbClr val="000000"/>
                        </a:solidFill>
                        <a:effectLst/>
                        <a:latin typeface="Verdana" panose="020B0604030504040204" pitchFamily="34" charset="0"/>
                        <a:ea typeface="Verdana" panose="020B0604030504040204" pitchFamily="34" charset="0"/>
                      </a:endParaRPr>
                    </a:p>
                  </a:txBody>
                  <a:tcPr marL="1729" marR="1729" marT="1729" marB="0" anchor="ctr"/>
                </a:tc>
                <a:extLst>
                  <a:ext uri="{0D108BD9-81ED-4DB2-BD59-A6C34878D82A}">
                    <a16:rowId xmlns:a16="http://schemas.microsoft.com/office/drawing/2014/main" val="593242227"/>
                  </a:ext>
                </a:extLst>
              </a:tr>
              <a:tr h="57757">
                <a:tc rowSpan="2">
                  <a:txBody>
                    <a:bodyPr/>
                    <a:lstStyle/>
                    <a:p>
                      <a:pPr algn="ctr" fontAlgn="ctr"/>
                      <a:r>
                        <a:rPr lang="en-IN" sz="1000" u="none" strike="noStrike" dirty="0">
                          <a:effectLst/>
                          <a:latin typeface="Verdana" panose="020B0604030504040204" pitchFamily="34" charset="0"/>
                          <a:ea typeface="Verdana" panose="020B0604030504040204" pitchFamily="34" charset="0"/>
                        </a:rPr>
                        <a:t> AVA+ setup &amp; Configuration</a:t>
                      </a:r>
                      <a:endParaRPr lang="en-IN" sz="1000" b="0" i="0" u="none" strike="noStrike" dirty="0">
                        <a:solidFill>
                          <a:srgbClr val="000000"/>
                        </a:solidFill>
                        <a:effectLst/>
                        <a:latin typeface="Verdana" panose="020B0604030504040204" pitchFamily="34" charset="0"/>
                        <a:ea typeface="Verdana" panose="020B0604030504040204" pitchFamily="34" charset="0"/>
                      </a:endParaRPr>
                    </a:p>
                  </a:txBody>
                  <a:tcPr marL="1729" marR="1729" marT="1729" marB="0" anchor="ctr"/>
                </a:tc>
                <a:tc>
                  <a:txBody>
                    <a:bodyPr/>
                    <a:lstStyle/>
                    <a:p>
                      <a:pPr algn="l" fontAlgn="ctr"/>
                      <a:r>
                        <a:rPr lang="en-IN" sz="1000" u="none" strike="noStrike" dirty="0">
                          <a:effectLst/>
                          <a:latin typeface="Verdana" panose="020B0604030504040204" pitchFamily="34" charset="0"/>
                          <a:ea typeface="Verdana" panose="020B0604030504040204" pitchFamily="34" charset="0"/>
                        </a:rPr>
                        <a:t>AVA+ Installation</a:t>
                      </a:r>
                      <a:endParaRPr lang="en-IN" sz="1000" b="0" i="0" u="none" strike="noStrike" dirty="0">
                        <a:solidFill>
                          <a:srgbClr val="000000"/>
                        </a:solidFill>
                        <a:effectLst/>
                        <a:latin typeface="Verdana" panose="020B0604030504040204" pitchFamily="34" charset="0"/>
                        <a:ea typeface="Verdana" panose="020B0604030504040204" pitchFamily="34" charset="0"/>
                      </a:endParaRPr>
                    </a:p>
                  </a:txBody>
                  <a:tcPr marL="1729" marR="1729" marT="1729" marB="0" anchor="ctr"/>
                </a:tc>
                <a:tc>
                  <a:txBody>
                    <a:bodyPr/>
                    <a:lstStyle/>
                    <a:p>
                      <a:pPr algn="l" fontAlgn="ctr"/>
                      <a:r>
                        <a:rPr lang="en-IN" sz="1000" u="none" strike="noStrike" dirty="0">
                          <a:effectLst/>
                          <a:latin typeface="Verdana" panose="020B0604030504040204" pitchFamily="34" charset="0"/>
                          <a:ea typeface="Verdana" panose="020B0604030504040204" pitchFamily="34" charset="0"/>
                        </a:rPr>
                        <a:t> </a:t>
                      </a:r>
                      <a:endParaRPr lang="en-IN" sz="1000" b="0" i="0" u="none" strike="noStrike" dirty="0">
                        <a:solidFill>
                          <a:srgbClr val="000000"/>
                        </a:solidFill>
                        <a:effectLst/>
                        <a:latin typeface="Verdana" panose="020B0604030504040204" pitchFamily="34" charset="0"/>
                        <a:ea typeface="Verdana" panose="020B0604030504040204" pitchFamily="34" charset="0"/>
                      </a:endParaRPr>
                    </a:p>
                  </a:txBody>
                  <a:tcPr marL="1729" marR="1729" marT="1729" marB="0" anchor="ctr"/>
                </a:tc>
                <a:tc>
                  <a:txBody>
                    <a:bodyPr/>
                    <a:lstStyle/>
                    <a:p>
                      <a:pPr algn="l" fontAlgn="ctr"/>
                      <a:r>
                        <a:rPr lang="en-IN" sz="1000" u="none" strike="noStrike">
                          <a:effectLst/>
                          <a:latin typeface="Verdana" panose="020B0604030504040204" pitchFamily="34" charset="0"/>
                          <a:ea typeface="Verdana" panose="020B0604030504040204" pitchFamily="34" charset="0"/>
                        </a:rPr>
                        <a:t> </a:t>
                      </a:r>
                      <a:endParaRPr lang="en-IN" sz="1000" b="0" i="0" u="none" strike="noStrike">
                        <a:solidFill>
                          <a:srgbClr val="000000"/>
                        </a:solidFill>
                        <a:effectLst/>
                        <a:latin typeface="Verdana" panose="020B0604030504040204" pitchFamily="34" charset="0"/>
                        <a:ea typeface="Verdana" panose="020B0604030504040204" pitchFamily="34" charset="0"/>
                      </a:endParaRPr>
                    </a:p>
                  </a:txBody>
                  <a:tcPr marL="1729" marR="1729" marT="1729" marB="0" anchor="ctr"/>
                </a:tc>
                <a:tc>
                  <a:txBody>
                    <a:bodyPr/>
                    <a:lstStyle/>
                    <a:p>
                      <a:pPr algn="ctr" fontAlgn="ctr"/>
                      <a:r>
                        <a:rPr lang="en-IN" sz="1000" u="none" strike="noStrike" dirty="0">
                          <a:effectLst/>
                          <a:latin typeface="Verdana" panose="020B0604030504040204" pitchFamily="34" charset="0"/>
                          <a:ea typeface="Verdana" panose="020B0604030504040204" pitchFamily="34" charset="0"/>
                        </a:rPr>
                        <a:t>NA</a:t>
                      </a:r>
                      <a:endParaRPr lang="en-IN" sz="1000" b="0" i="0" u="none" strike="noStrike" dirty="0">
                        <a:solidFill>
                          <a:srgbClr val="000000"/>
                        </a:solidFill>
                        <a:effectLst/>
                        <a:latin typeface="Verdana" panose="020B0604030504040204" pitchFamily="34" charset="0"/>
                        <a:ea typeface="Verdana" panose="020B0604030504040204" pitchFamily="34" charset="0"/>
                      </a:endParaRPr>
                    </a:p>
                  </a:txBody>
                  <a:tcPr marL="1729" marR="1729" marT="1729" marB="0" anchor="ctr"/>
                </a:tc>
                <a:tc>
                  <a:txBody>
                    <a:bodyPr/>
                    <a:lstStyle/>
                    <a:p>
                      <a:pPr algn="l" fontAlgn="ctr"/>
                      <a:r>
                        <a:rPr lang="en-IN" sz="1000" u="none" strike="noStrike" dirty="0">
                          <a:effectLst/>
                          <a:latin typeface="Verdana" panose="020B0604030504040204" pitchFamily="34" charset="0"/>
                          <a:ea typeface="Verdana" panose="020B0604030504040204" pitchFamily="34" charset="0"/>
                        </a:rPr>
                        <a:t> </a:t>
                      </a:r>
                      <a:endParaRPr lang="en-IN" sz="1000" b="0" i="0" u="none" strike="noStrike" dirty="0">
                        <a:solidFill>
                          <a:srgbClr val="000000"/>
                        </a:solidFill>
                        <a:effectLst/>
                        <a:latin typeface="Verdana" panose="020B0604030504040204" pitchFamily="34" charset="0"/>
                        <a:ea typeface="Verdana" panose="020B0604030504040204" pitchFamily="34" charset="0"/>
                      </a:endParaRPr>
                    </a:p>
                  </a:txBody>
                  <a:tcPr marL="1729" marR="1729" marT="1729" marB="0" anchor="ctr"/>
                </a:tc>
                <a:tc>
                  <a:txBody>
                    <a:bodyPr/>
                    <a:lstStyle/>
                    <a:p>
                      <a:pPr algn="l" fontAlgn="ctr"/>
                      <a:r>
                        <a:rPr lang="en-IN" sz="1000" u="none" strike="noStrike">
                          <a:effectLst/>
                          <a:latin typeface="Verdana" panose="020B0604030504040204" pitchFamily="34" charset="0"/>
                          <a:ea typeface="Verdana" panose="020B0604030504040204" pitchFamily="34" charset="0"/>
                        </a:rPr>
                        <a:t> </a:t>
                      </a:r>
                      <a:endParaRPr lang="en-IN" sz="1000" b="0" i="0" u="none" strike="noStrike">
                        <a:solidFill>
                          <a:srgbClr val="000000"/>
                        </a:solidFill>
                        <a:effectLst/>
                        <a:latin typeface="Verdana" panose="020B0604030504040204" pitchFamily="34" charset="0"/>
                        <a:ea typeface="Verdana" panose="020B0604030504040204" pitchFamily="34" charset="0"/>
                      </a:endParaRPr>
                    </a:p>
                  </a:txBody>
                  <a:tcPr marL="1729" marR="1729" marT="1729" marB="0" anchor="ctr"/>
                </a:tc>
                <a:extLst>
                  <a:ext uri="{0D108BD9-81ED-4DB2-BD59-A6C34878D82A}">
                    <a16:rowId xmlns:a16="http://schemas.microsoft.com/office/drawing/2014/main" val="2480503022"/>
                  </a:ext>
                </a:extLst>
              </a:tr>
              <a:tr h="58794">
                <a:tc vMerge="1">
                  <a:txBody>
                    <a:bodyPr/>
                    <a:lstStyle/>
                    <a:p>
                      <a:endParaRPr dirty="0"/>
                    </a:p>
                  </a:txBody>
                  <a:tcPr marL="1729" marR="1729" marT="1729" marB="0" anchor="ctr"/>
                </a:tc>
                <a:tc>
                  <a:txBody>
                    <a:bodyPr/>
                    <a:lstStyle/>
                    <a:p>
                      <a:pPr algn="l" fontAlgn="ctr"/>
                      <a:r>
                        <a:rPr lang="en-IN" sz="1000" u="none" strike="noStrike" dirty="0">
                          <a:effectLst/>
                          <a:latin typeface="Verdana" panose="020B0604030504040204" pitchFamily="34" charset="0"/>
                          <a:ea typeface="Verdana" panose="020B0604030504040204" pitchFamily="34" charset="0"/>
                        </a:rPr>
                        <a:t>AVA+ Configuration and Tuning</a:t>
                      </a:r>
                      <a:endParaRPr lang="en-IN" sz="1000" b="0" i="0" u="none" strike="noStrike" dirty="0">
                        <a:solidFill>
                          <a:srgbClr val="000000"/>
                        </a:solidFill>
                        <a:effectLst/>
                        <a:latin typeface="Verdana" panose="020B0604030504040204" pitchFamily="34" charset="0"/>
                        <a:ea typeface="Verdana" panose="020B0604030504040204" pitchFamily="34" charset="0"/>
                      </a:endParaRPr>
                    </a:p>
                  </a:txBody>
                  <a:tcPr marL="1729" marR="1729" marT="1729" marB="0" anchor="ctr"/>
                </a:tc>
                <a:tc>
                  <a:txBody>
                    <a:bodyPr/>
                    <a:lstStyle/>
                    <a:p>
                      <a:pPr algn="l" fontAlgn="ctr"/>
                      <a:r>
                        <a:rPr lang="en-IN" sz="1000" u="none" strike="noStrike">
                          <a:effectLst/>
                          <a:latin typeface="Verdana" panose="020B0604030504040204" pitchFamily="34" charset="0"/>
                          <a:ea typeface="Verdana" panose="020B0604030504040204" pitchFamily="34" charset="0"/>
                        </a:rPr>
                        <a:t> </a:t>
                      </a:r>
                      <a:endParaRPr lang="en-IN" sz="1000" b="0" i="0" u="none" strike="noStrike">
                        <a:solidFill>
                          <a:srgbClr val="000000"/>
                        </a:solidFill>
                        <a:effectLst/>
                        <a:latin typeface="Verdana" panose="020B0604030504040204" pitchFamily="34" charset="0"/>
                        <a:ea typeface="Verdana" panose="020B0604030504040204" pitchFamily="34" charset="0"/>
                      </a:endParaRPr>
                    </a:p>
                  </a:txBody>
                  <a:tcPr marL="1729" marR="1729" marT="1729" marB="0" anchor="ctr"/>
                </a:tc>
                <a:tc>
                  <a:txBody>
                    <a:bodyPr/>
                    <a:lstStyle/>
                    <a:p>
                      <a:pPr algn="l" fontAlgn="ctr"/>
                      <a:r>
                        <a:rPr lang="en-IN" sz="1000" u="none" strike="noStrike">
                          <a:effectLst/>
                          <a:latin typeface="Verdana" panose="020B0604030504040204" pitchFamily="34" charset="0"/>
                          <a:ea typeface="Verdana" panose="020B0604030504040204" pitchFamily="34" charset="0"/>
                        </a:rPr>
                        <a:t> </a:t>
                      </a:r>
                      <a:endParaRPr lang="en-IN" sz="1000" b="0" i="0" u="none" strike="noStrike">
                        <a:solidFill>
                          <a:srgbClr val="000000"/>
                        </a:solidFill>
                        <a:effectLst/>
                        <a:latin typeface="Verdana" panose="020B0604030504040204" pitchFamily="34" charset="0"/>
                        <a:ea typeface="Verdana" panose="020B0604030504040204" pitchFamily="34" charset="0"/>
                      </a:endParaRPr>
                    </a:p>
                  </a:txBody>
                  <a:tcPr marL="1729" marR="1729" marT="1729" marB="0" anchor="ctr"/>
                </a:tc>
                <a:tc>
                  <a:txBody>
                    <a:bodyPr/>
                    <a:lstStyle/>
                    <a:p>
                      <a:pPr algn="ctr" fontAlgn="ctr"/>
                      <a:r>
                        <a:rPr lang="en-IN" sz="1000" u="none" strike="noStrike" dirty="0">
                          <a:effectLst/>
                          <a:latin typeface="Verdana" panose="020B0604030504040204" pitchFamily="34" charset="0"/>
                          <a:ea typeface="Verdana" panose="020B0604030504040204" pitchFamily="34" charset="0"/>
                        </a:rPr>
                        <a:t>NA</a:t>
                      </a:r>
                      <a:endParaRPr lang="en-IN" sz="1000" b="0" i="0" u="none" strike="noStrike" dirty="0">
                        <a:solidFill>
                          <a:srgbClr val="000000"/>
                        </a:solidFill>
                        <a:effectLst/>
                        <a:latin typeface="Verdana" panose="020B0604030504040204" pitchFamily="34" charset="0"/>
                        <a:ea typeface="Verdana" panose="020B0604030504040204" pitchFamily="34" charset="0"/>
                      </a:endParaRPr>
                    </a:p>
                  </a:txBody>
                  <a:tcPr marL="1729" marR="1729" marT="1729" marB="0" anchor="ctr"/>
                </a:tc>
                <a:tc>
                  <a:txBody>
                    <a:bodyPr/>
                    <a:lstStyle/>
                    <a:p>
                      <a:pPr algn="l" fontAlgn="ctr"/>
                      <a:r>
                        <a:rPr lang="en-IN" sz="1000" u="none" strike="noStrike">
                          <a:effectLst/>
                          <a:latin typeface="Verdana" panose="020B0604030504040204" pitchFamily="34" charset="0"/>
                          <a:ea typeface="Verdana" panose="020B0604030504040204" pitchFamily="34" charset="0"/>
                        </a:rPr>
                        <a:t> </a:t>
                      </a:r>
                      <a:endParaRPr lang="en-IN" sz="1000" b="0" i="0" u="none" strike="noStrike">
                        <a:solidFill>
                          <a:srgbClr val="000000"/>
                        </a:solidFill>
                        <a:effectLst/>
                        <a:latin typeface="Verdana" panose="020B0604030504040204" pitchFamily="34" charset="0"/>
                        <a:ea typeface="Verdana" panose="020B0604030504040204" pitchFamily="34" charset="0"/>
                      </a:endParaRPr>
                    </a:p>
                  </a:txBody>
                  <a:tcPr marL="1729" marR="1729" marT="1729" marB="0" anchor="ctr"/>
                </a:tc>
                <a:tc>
                  <a:txBody>
                    <a:bodyPr/>
                    <a:lstStyle/>
                    <a:p>
                      <a:pPr algn="l" fontAlgn="ctr"/>
                      <a:r>
                        <a:rPr lang="en-IN" sz="1000" u="none" strike="noStrike">
                          <a:effectLst/>
                          <a:latin typeface="Verdana" panose="020B0604030504040204" pitchFamily="34" charset="0"/>
                          <a:ea typeface="Verdana" panose="020B0604030504040204" pitchFamily="34" charset="0"/>
                        </a:rPr>
                        <a:t> </a:t>
                      </a:r>
                      <a:endParaRPr lang="en-IN" sz="1000" b="0" i="0" u="none" strike="noStrike">
                        <a:solidFill>
                          <a:srgbClr val="000000"/>
                        </a:solidFill>
                        <a:effectLst/>
                        <a:latin typeface="Verdana" panose="020B0604030504040204" pitchFamily="34" charset="0"/>
                        <a:ea typeface="Verdana" panose="020B0604030504040204" pitchFamily="34" charset="0"/>
                      </a:endParaRPr>
                    </a:p>
                  </a:txBody>
                  <a:tcPr marL="1729" marR="1729" marT="1729" marB="0" anchor="ctr"/>
                </a:tc>
                <a:extLst>
                  <a:ext uri="{0D108BD9-81ED-4DB2-BD59-A6C34878D82A}">
                    <a16:rowId xmlns:a16="http://schemas.microsoft.com/office/drawing/2014/main" val="3044261479"/>
                  </a:ext>
                </a:extLst>
              </a:tr>
              <a:tr h="113785">
                <a:tc>
                  <a:txBody>
                    <a:bodyPr/>
                    <a:lstStyle/>
                    <a:p>
                      <a:pPr algn="ctr" fontAlgn="ctr"/>
                      <a:r>
                        <a:rPr lang="en-IN" sz="1000" u="none" strike="noStrike" dirty="0">
                          <a:effectLst/>
                          <a:latin typeface="Verdana" panose="020B0604030504040204" pitchFamily="34" charset="0"/>
                          <a:ea typeface="Verdana" panose="020B0604030504040204" pitchFamily="34" charset="0"/>
                        </a:rPr>
                        <a:t>Initial Project Setup and Access Requests</a:t>
                      </a:r>
                      <a:endParaRPr lang="en-IN" sz="1000" b="0" i="0" u="none" strike="noStrike" dirty="0">
                        <a:solidFill>
                          <a:srgbClr val="000000"/>
                        </a:solidFill>
                        <a:effectLst/>
                        <a:latin typeface="Verdana" panose="020B0604030504040204" pitchFamily="34" charset="0"/>
                        <a:ea typeface="Verdana" panose="020B0604030504040204" pitchFamily="34" charset="0"/>
                      </a:endParaRPr>
                    </a:p>
                  </a:txBody>
                  <a:tcPr marL="1729" marR="1729" marT="1729" marB="0" anchor="ctr"/>
                </a:tc>
                <a:tc>
                  <a:txBody>
                    <a:bodyPr/>
                    <a:lstStyle/>
                    <a:p>
                      <a:pPr algn="l" fontAlgn="ctr"/>
                      <a:r>
                        <a:rPr lang="en-IN" sz="1000" u="none" strike="noStrike" dirty="0">
                          <a:effectLst/>
                          <a:latin typeface="Verdana" panose="020B0604030504040204" pitchFamily="34" charset="0"/>
                          <a:ea typeface="Verdana" panose="020B0604030504040204" pitchFamily="34" charset="0"/>
                        </a:rPr>
                        <a:t> </a:t>
                      </a:r>
                      <a:endParaRPr lang="en-IN" sz="1000" b="0" i="0" u="none" strike="noStrike" dirty="0">
                        <a:solidFill>
                          <a:srgbClr val="000000"/>
                        </a:solidFill>
                        <a:effectLst/>
                        <a:latin typeface="Verdana" panose="020B0604030504040204" pitchFamily="34" charset="0"/>
                        <a:ea typeface="Verdana" panose="020B0604030504040204" pitchFamily="34" charset="0"/>
                      </a:endParaRPr>
                    </a:p>
                  </a:txBody>
                  <a:tcPr marL="1729" marR="1729" marT="1729" marB="0" anchor="ctr"/>
                </a:tc>
                <a:tc>
                  <a:txBody>
                    <a:bodyPr/>
                    <a:lstStyle/>
                    <a:p>
                      <a:pPr algn="l" fontAlgn="ctr"/>
                      <a:r>
                        <a:rPr lang="en-IN" sz="1000" u="none" strike="noStrike">
                          <a:effectLst/>
                          <a:latin typeface="Verdana" panose="020B0604030504040204" pitchFamily="34" charset="0"/>
                          <a:ea typeface="Verdana" panose="020B0604030504040204" pitchFamily="34" charset="0"/>
                        </a:rPr>
                        <a:t> </a:t>
                      </a:r>
                      <a:endParaRPr lang="en-IN" sz="1000" b="0" i="0" u="none" strike="noStrike">
                        <a:solidFill>
                          <a:srgbClr val="000000"/>
                        </a:solidFill>
                        <a:effectLst/>
                        <a:latin typeface="Verdana" panose="020B0604030504040204" pitchFamily="34" charset="0"/>
                        <a:ea typeface="Verdana" panose="020B0604030504040204" pitchFamily="34" charset="0"/>
                      </a:endParaRPr>
                    </a:p>
                  </a:txBody>
                  <a:tcPr marL="1729" marR="1729" marT="1729" marB="0" anchor="ctr"/>
                </a:tc>
                <a:tc>
                  <a:txBody>
                    <a:bodyPr/>
                    <a:lstStyle/>
                    <a:p>
                      <a:pPr algn="l" fontAlgn="ctr"/>
                      <a:r>
                        <a:rPr lang="en-IN" sz="1000" u="none" strike="noStrike" dirty="0">
                          <a:effectLst/>
                          <a:latin typeface="Verdana" panose="020B0604030504040204" pitchFamily="34" charset="0"/>
                          <a:ea typeface="Verdana" panose="020B0604030504040204" pitchFamily="34" charset="0"/>
                        </a:rPr>
                        <a:t> </a:t>
                      </a:r>
                      <a:endParaRPr lang="en-IN" sz="1000" b="0" i="0" u="none" strike="noStrike" dirty="0">
                        <a:solidFill>
                          <a:srgbClr val="000000"/>
                        </a:solidFill>
                        <a:effectLst/>
                        <a:latin typeface="Verdana" panose="020B0604030504040204" pitchFamily="34" charset="0"/>
                        <a:ea typeface="Verdana" panose="020B0604030504040204" pitchFamily="34" charset="0"/>
                      </a:endParaRPr>
                    </a:p>
                  </a:txBody>
                  <a:tcPr marL="1729" marR="1729" marT="1729" marB="0" anchor="ctr"/>
                </a:tc>
                <a:tc>
                  <a:txBody>
                    <a:bodyPr/>
                    <a:lstStyle/>
                    <a:p>
                      <a:pPr algn="ctr" fontAlgn="ctr"/>
                      <a:r>
                        <a:rPr lang="en-IN" sz="1000" u="none" strike="noStrike" dirty="0">
                          <a:effectLst/>
                          <a:latin typeface="Verdana" panose="020B0604030504040204" pitchFamily="34" charset="0"/>
                          <a:ea typeface="Verdana" panose="020B0604030504040204" pitchFamily="34" charset="0"/>
                        </a:rPr>
                        <a:t>NA</a:t>
                      </a:r>
                      <a:endParaRPr lang="en-IN" sz="1000" b="0" i="0" u="none" strike="noStrike" dirty="0">
                        <a:solidFill>
                          <a:srgbClr val="000000"/>
                        </a:solidFill>
                        <a:effectLst/>
                        <a:latin typeface="Verdana" panose="020B0604030504040204" pitchFamily="34" charset="0"/>
                        <a:ea typeface="Verdana" panose="020B0604030504040204" pitchFamily="34" charset="0"/>
                      </a:endParaRPr>
                    </a:p>
                  </a:txBody>
                  <a:tcPr marL="1729" marR="1729" marT="1729" marB="0" anchor="ctr"/>
                </a:tc>
                <a:tc>
                  <a:txBody>
                    <a:bodyPr/>
                    <a:lstStyle/>
                    <a:p>
                      <a:pPr algn="l" fontAlgn="ctr"/>
                      <a:r>
                        <a:rPr lang="en-IN" sz="1000" u="none" strike="noStrike">
                          <a:effectLst/>
                          <a:latin typeface="Verdana" panose="020B0604030504040204" pitchFamily="34" charset="0"/>
                          <a:ea typeface="Verdana" panose="020B0604030504040204" pitchFamily="34" charset="0"/>
                        </a:rPr>
                        <a:t> </a:t>
                      </a:r>
                      <a:endParaRPr lang="en-IN" sz="1000" b="0" i="0" u="none" strike="noStrike">
                        <a:solidFill>
                          <a:srgbClr val="000000"/>
                        </a:solidFill>
                        <a:effectLst/>
                        <a:latin typeface="Verdana" panose="020B0604030504040204" pitchFamily="34" charset="0"/>
                        <a:ea typeface="Verdana" panose="020B0604030504040204" pitchFamily="34" charset="0"/>
                      </a:endParaRPr>
                    </a:p>
                  </a:txBody>
                  <a:tcPr marL="1729" marR="1729" marT="1729" marB="0" anchor="ctr"/>
                </a:tc>
                <a:tc>
                  <a:txBody>
                    <a:bodyPr/>
                    <a:lstStyle/>
                    <a:p>
                      <a:pPr algn="l" fontAlgn="ctr"/>
                      <a:r>
                        <a:rPr lang="en-IN" sz="1000" u="none" strike="noStrike">
                          <a:effectLst/>
                          <a:latin typeface="Verdana" panose="020B0604030504040204" pitchFamily="34" charset="0"/>
                          <a:ea typeface="Verdana" panose="020B0604030504040204" pitchFamily="34" charset="0"/>
                        </a:rPr>
                        <a:t> </a:t>
                      </a:r>
                      <a:endParaRPr lang="en-IN" sz="1000" b="0" i="0" u="none" strike="noStrike">
                        <a:solidFill>
                          <a:srgbClr val="000000"/>
                        </a:solidFill>
                        <a:effectLst/>
                        <a:latin typeface="Verdana" panose="020B0604030504040204" pitchFamily="34" charset="0"/>
                        <a:ea typeface="Verdana" panose="020B0604030504040204" pitchFamily="34" charset="0"/>
                      </a:endParaRPr>
                    </a:p>
                  </a:txBody>
                  <a:tcPr marL="1729" marR="1729" marT="1729" marB="0" anchor="ctr"/>
                </a:tc>
                <a:extLst>
                  <a:ext uri="{0D108BD9-81ED-4DB2-BD59-A6C34878D82A}">
                    <a16:rowId xmlns:a16="http://schemas.microsoft.com/office/drawing/2014/main" val="1849639994"/>
                  </a:ext>
                </a:extLst>
              </a:tr>
              <a:tr h="664032">
                <a:tc rowSpan="3">
                  <a:txBody>
                    <a:bodyPr/>
                    <a:lstStyle/>
                    <a:p>
                      <a:pPr algn="ctr" fontAlgn="ctr"/>
                      <a:r>
                        <a:rPr lang="en-IN" sz="1000" b="1" u="none" strike="noStrike" dirty="0">
                          <a:effectLst/>
                          <a:latin typeface="Verdana" panose="020B0604030504040204" pitchFamily="34" charset="0"/>
                          <a:ea typeface="Verdana" panose="020B0604030504040204" pitchFamily="34" charset="0"/>
                        </a:rPr>
                        <a:t>Consumer Linking</a:t>
                      </a:r>
                      <a:endParaRPr lang="en-IN" sz="1000" b="1" i="0" u="none" strike="noStrike" dirty="0">
                        <a:solidFill>
                          <a:srgbClr val="000000"/>
                        </a:solidFill>
                        <a:effectLst/>
                        <a:latin typeface="Verdana" panose="020B0604030504040204" pitchFamily="34" charset="0"/>
                        <a:ea typeface="Verdana" panose="020B0604030504040204" pitchFamily="34" charset="0"/>
                      </a:endParaRPr>
                    </a:p>
                  </a:txBody>
                  <a:tcPr marL="1729" marR="1729" marT="1729" marB="0" anchor="ctr"/>
                </a:tc>
                <a:tc rowSpan="3">
                  <a:txBody>
                    <a:bodyPr/>
                    <a:lstStyle/>
                    <a:p>
                      <a:pPr algn="l" fontAlgn="ctr"/>
                      <a:r>
                        <a:rPr lang="en-IN" sz="1000" b="1" u="none" strike="noStrike">
                          <a:effectLst/>
                          <a:latin typeface="Verdana" panose="020B0604030504040204" pitchFamily="34" charset="0"/>
                          <a:ea typeface="Verdana" panose="020B0604030504040204" pitchFamily="34" charset="0"/>
                        </a:rPr>
                        <a:t>ConsumerDB Development</a:t>
                      </a:r>
                      <a:endParaRPr lang="en-IN" sz="1000" b="1" i="0" u="none" strike="noStrike">
                        <a:solidFill>
                          <a:srgbClr val="000000"/>
                        </a:solidFill>
                        <a:effectLst/>
                        <a:latin typeface="Verdana" panose="020B0604030504040204" pitchFamily="34" charset="0"/>
                        <a:ea typeface="Verdana" panose="020B0604030504040204" pitchFamily="34" charset="0"/>
                      </a:endParaRPr>
                    </a:p>
                  </a:txBody>
                  <a:tcPr marL="1729" marR="1729" marT="1729" marB="0" anchor="ctr"/>
                </a:tc>
                <a:tc>
                  <a:txBody>
                    <a:bodyPr/>
                    <a:lstStyle/>
                    <a:p>
                      <a:pPr algn="l" fontAlgn="ctr"/>
                      <a:r>
                        <a:rPr lang="en-IN" sz="1000" u="none" strike="noStrike" dirty="0">
                          <a:effectLst/>
                          <a:latin typeface="Verdana" panose="020B0604030504040204" pitchFamily="34" charset="0"/>
                          <a:ea typeface="Verdana" panose="020B0604030504040204" pitchFamily="34" charset="0"/>
                        </a:rPr>
                        <a:t>Database Schema Design</a:t>
                      </a:r>
                      <a:endParaRPr lang="en-IN" sz="1000" b="0" i="0" u="none" strike="noStrike" dirty="0">
                        <a:solidFill>
                          <a:srgbClr val="000000"/>
                        </a:solidFill>
                        <a:effectLst/>
                        <a:latin typeface="Verdana" panose="020B0604030504040204" pitchFamily="34" charset="0"/>
                        <a:ea typeface="Verdana" panose="020B0604030504040204" pitchFamily="34" charset="0"/>
                      </a:endParaRPr>
                    </a:p>
                  </a:txBody>
                  <a:tcPr marL="1729" marR="1729" marT="1729" marB="0" anchor="ctr"/>
                </a:tc>
                <a:tc>
                  <a:txBody>
                    <a:bodyPr/>
                    <a:lstStyle/>
                    <a:p>
                      <a:pPr algn="l" fontAlgn="ctr"/>
                      <a:r>
                        <a:rPr lang="en-IN" sz="1000" u="none" strike="noStrike" dirty="0">
                          <a:effectLst/>
                          <a:latin typeface="Verdana" panose="020B0604030504040204" pitchFamily="34" charset="0"/>
                          <a:ea typeface="Verdana" panose="020B0604030504040204" pitchFamily="34" charset="0"/>
                        </a:rPr>
                        <a:t> </a:t>
                      </a:r>
                      <a:endParaRPr lang="en-IN" sz="1000" b="0" i="0" u="none" strike="noStrike" dirty="0">
                        <a:solidFill>
                          <a:srgbClr val="000000"/>
                        </a:solidFill>
                        <a:effectLst/>
                        <a:latin typeface="Verdana" panose="020B0604030504040204" pitchFamily="34" charset="0"/>
                        <a:ea typeface="Verdana" panose="020B0604030504040204" pitchFamily="34" charset="0"/>
                      </a:endParaRPr>
                    </a:p>
                  </a:txBody>
                  <a:tcPr marL="1729" marR="1729" marT="1729" marB="0" anchor="ctr"/>
                </a:tc>
                <a:tc>
                  <a:txBody>
                    <a:bodyPr/>
                    <a:lstStyle/>
                    <a:p>
                      <a:pPr algn="ctr" fontAlgn="ctr"/>
                      <a:r>
                        <a:rPr lang="en-IN" sz="1000" u="none" strike="noStrike" dirty="0">
                          <a:effectLst/>
                          <a:latin typeface="Verdana" panose="020B0604030504040204" pitchFamily="34" charset="0"/>
                          <a:ea typeface="Verdana" panose="020B0604030504040204" pitchFamily="34" charset="0"/>
                        </a:rPr>
                        <a:t>No</a:t>
                      </a:r>
                      <a:endParaRPr lang="en-IN" sz="1000" b="0" i="0" u="none" strike="noStrike" dirty="0">
                        <a:solidFill>
                          <a:srgbClr val="000000"/>
                        </a:solidFill>
                        <a:effectLst/>
                        <a:latin typeface="Verdana" panose="020B0604030504040204" pitchFamily="34" charset="0"/>
                        <a:ea typeface="Verdana" panose="020B0604030504040204" pitchFamily="34" charset="0"/>
                      </a:endParaRPr>
                    </a:p>
                  </a:txBody>
                  <a:tcPr marL="1729" marR="1729" marT="1729" marB="0" anchor="ctr"/>
                </a:tc>
                <a:tc>
                  <a:txBody>
                    <a:bodyPr/>
                    <a:lstStyle/>
                    <a:p>
                      <a:pPr algn="l" fontAlgn="ctr"/>
                      <a:r>
                        <a:rPr lang="en-IN" sz="1000" u="none" strike="noStrike">
                          <a:effectLst/>
                          <a:latin typeface="Verdana" panose="020B0604030504040204" pitchFamily="34" charset="0"/>
                          <a:ea typeface="Verdana" panose="020B0604030504040204" pitchFamily="34" charset="0"/>
                        </a:rPr>
                        <a:t>Develop schema builder Agent:</a:t>
                      </a:r>
                      <a:br>
                        <a:rPr lang="en-IN" sz="1000" u="none" strike="noStrike">
                          <a:effectLst/>
                          <a:latin typeface="Verdana" panose="020B0604030504040204" pitchFamily="34" charset="0"/>
                          <a:ea typeface="Verdana" panose="020B0604030504040204" pitchFamily="34" charset="0"/>
                        </a:rPr>
                      </a:br>
                      <a:r>
                        <a:rPr lang="en-IN" sz="1000" u="none" strike="noStrike">
                          <a:effectLst/>
                          <a:latin typeface="Verdana" panose="020B0604030504040204" pitchFamily="34" charset="0"/>
                          <a:ea typeface="Verdana" panose="020B0604030504040204" pitchFamily="34" charset="0"/>
                        </a:rPr>
                        <a:t>Generate DB Schema and data model based on the ConsumerDB requirements</a:t>
                      </a:r>
                      <a:br>
                        <a:rPr lang="en-IN" sz="1000" u="none" strike="noStrike">
                          <a:effectLst/>
                          <a:latin typeface="Verdana" panose="020B0604030504040204" pitchFamily="34" charset="0"/>
                          <a:ea typeface="Verdana" panose="020B0604030504040204" pitchFamily="34" charset="0"/>
                        </a:rPr>
                      </a:br>
                      <a:r>
                        <a:rPr lang="en-IN" sz="1000" u="none" strike="noStrike">
                          <a:effectLst/>
                          <a:latin typeface="Verdana" panose="020B0604030504040204" pitchFamily="34" charset="0"/>
                          <a:ea typeface="Verdana" panose="020B0604030504040204" pitchFamily="34" charset="0"/>
                        </a:rPr>
                        <a:t>- Idendify Entity for Consumer DB</a:t>
                      </a:r>
                      <a:br>
                        <a:rPr lang="en-IN" sz="1000" u="none" strike="noStrike">
                          <a:effectLst/>
                          <a:latin typeface="Verdana" panose="020B0604030504040204" pitchFamily="34" charset="0"/>
                          <a:ea typeface="Verdana" panose="020B0604030504040204" pitchFamily="34" charset="0"/>
                        </a:rPr>
                      </a:br>
                      <a:r>
                        <a:rPr lang="en-IN" sz="1000" u="none" strike="noStrike">
                          <a:effectLst/>
                          <a:latin typeface="Verdana" panose="020B0604030504040204" pitchFamily="34" charset="0"/>
                          <a:ea typeface="Verdana" panose="020B0604030504040204" pitchFamily="34" charset="0"/>
                        </a:rPr>
                        <a:t>- Define attributes</a:t>
                      </a:r>
                      <a:br>
                        <a:rPr lang="en-IN" sz="1000" u="none" strike="noStrike">
                          <a:effectLst/>
                          <a:latin typeface="Verdana" panose="020B0604030504040204" pitchFamily="34" charset="0"/>
                          <a:ea typeface="Verdana" panose="020B0604030504040204" pitchFamily="34" charset="0"/>
                        </a:rPr>
                      </a:br>
                      <a:r>
                        <a:rPr lang="en-IN" sz="1000" u="none" strike="noStrike">
                          <a:effectLst/>
                          <a:latin typeface="Verdana" panose="020B0604030504040204" pitchFamily="34" charset="0"/>
                          <a:ea typeface="Verdana" panose="020B0604030504040204" pitchFamily="34" charset="0"/>
                        </a:rPr>
                        <a:t>- Choose unique identifiers for each entity</a:t>
                      </a:r>
                      <a:br>
                        <a:rPr lang="en-IN" sz="1000" u="none" strike="noStrike">
                          <a:effectLst/>
                          <a:latin typeface="Verdana" panose="020B0604030504040204" pitchFamily="34" charset="0"/>
                          <a:ea typeface="Verdana" panose="020B0604030504040204" pitchFamily="34" charset="0"/>
                        </a:rPr>
                      </a:br>
                      <a:r>
                        <a:rPr lang="en-IN" sz="1000" u="none" strike="noStrike">
                          <a:effectLst/>
                          <a:latin typeface="Verdana" panose="020B0604030504040204" pitchFamily="34" charset="0"/>
                          <a:ea typeface="Verdana" panose="020B0604030504040204" pitchFamily="34" charset="0"/>
                        </a:rPr>
                        <a:t>- Establish relationship</a:t>
                      </a:r>
                      <a:br>
                        <a:rPr lang="en-IN" sz="1000" u="none" strike="noStrike">
                          <a:effectLst/>
                          <a:latin typeface="Verdana" panose="020B0604030504040204" pitchFamily="34" charset="0"/>
                          <a:ea typeface="Verdana" panose="020B0604030504040204" pitchFamily="34" charset="0"/>
                        </a:rPr>
                      </a:br>
                      <a:r>
                        <a:rPr lang="en-IN" sz="1000" u="none" strike="noStrike">
                          <a:effectLst/>
                          <a:latin typeface="Verdana" panose="020B0604030504040204" pitchFamily="34" charset="0"/>
                          <a:ea typeface="Verdana" panose="020B0604030504040204" pitchFamily="34" charset="0"/>
                        </a:rPr>
                        <a:t>- Create Tables as required to support consumer activity</a:t>
                      </a:r>
                      <a:br>
                        <a:rPr lang="en-IN" sz="1000" u="none" strike="noStrike">
                          <a:effectLst/>
                          <a:latin typeface="Verdana" panose="020B0604030504040204" pitchFamily="34" charset="0"/>
                          <a:ea typeface="Verdana" panose="020B0604030504040204" pitchFamily="34" charset="0"/>
                        </a:rPr>
                      </a:br>
                      <a:r>
                        <a:rPr lang="en-IN" sz="1000" u="none" strike="noStrike">
                          <a:effectLst/>
                          <a:latin typeface="Verdana" panose="020B0604030504040204" pitchFamily="34" charset="0"/>
                          <a:ea typeface="Verdana" panose="020B0604030504040204" pitchFamily="34" charset="0"/>
                        </a:rPr>
                        <a:t>- Implement Data Relationship</a:t>
                      </a:r>
                      <a:br>
                        <a:rPr lang="en-IN" sz="1000" u="none" strike="noStrike">
                          <a:effectLst/>
                          <a:latin typeface="Verdana" panose="020B0604030504040204" pitchFamily="34" charset="0"/>
                          <a:ea typeface="Verdana" panose="020B0604030504040204" pitchFamily="34" charset="0"/>
                        </a:rPr>
                      </a:br>
                      <a:r>
                        <a:rPr lang="en-IN" sz="1000" u="none" strike="noStrike">
                          <a:effectLst/>
                          <a:latin typeface="Verdana" panose="020B0604030504040204" pitchFamily="34" charset="0"/>
                          <a:ea typeface="Verdana" panose="020B0604030504040204" pitchFamily="34" charset="0"/>
                        </a:rPr>
                        <a:t>- Test and refine as required for optimum working</a:t>
                      </a:r>
                      <a:endParaRPr lang="en-IN" sz="1000" b="0" i="0" u="none" strike="noStrike">
                        <a:solidFill>
                          <a:srgbClr val="000000"/>
                        </a:solidFill>
                        <a:effectLst/>
                        <a:latin typeface="Verdana" panose="020B0604030504040204" pitchFamily="34" charset="0"/>
                        <a:ea typeface="Verdana" panose="020B0604030504040204" pitchFamily="34" charset="0"/>
                      </a:endParaRPr>
                    </a:p>
                  </a:txBody>
                  <a:tcPr marL="1729" marR="1729" marT="1729" marB="0" anchor="ctr"/>
                </a:tc>
                <a:tc>
                  <a:txBody>
                    <a:bodyPr/>
                    <a:lstStyle/>
                    <a:p>
                      <a:pPr algn="l" fontAlgn="ctr"/>
                      <a:r>
                        <a:rPr lang="en-IN" sz="1000" u="none" strike="noStrike" dirty="0">
                          <a:effectLst/>
                          <a:latin typeface="Verdana" panose="020B0604030504040204" pitchFamily="34" charset="0"/>
                          <a:ea typeface="Verdana" panose="020B0604030504040204" pitchFamily="34" charset="0"/>
                        </a:rPr>
                        <a:t>Define purpose of agent</a:t>
                      </a:r>
                      <a:br>
                        <a:rPr lang="en-IN" sz="1000" u="none" strike="noStrike" dirty="0">
                          <a:effectLst/>
                          <a:latin typeface="Verdana" panose="020B0604030504040204" pitchFamily="34" charset="0"/>
                          <a:ea typeface="Verdana" panose="020B0604030504040204" pitchFamily="34" charset="0"/>
                        </a:rPr>
                      </a:br>
                      <a:r>
                        <a:rPr lang="en-IN" sz="1000" u="none" strike="noStrike" dirty="0">
                          <a:effectLst/>
                          <a:latin typeface="Verdana" panose="020B0604030504040204" pitchFamily="34" charset="0"/>
                          <a:ea typeface="Verdana" panose="020B0604030504040204" pitchFamily="34" charset="0"/>
                        </a:rPr>
                        <a:t>Tools and Framework Identification</a:t>
                      </a:r>
                      <a:br>
                        <a:rPr lang="en-IN" sz="1000" u="none" strike="noStrike" dirty="0">
                          <a:effectLst/>
                          <a:latin typeface="Verdana" panose="020B0604030504040204" pitchFamily="34" charset="0"/>
                          <a:ea typeface="Verdana" panose="020B0604030504040204" pitchFamily="34" charset="0"/>
                        </a:rPr>
                      </a:br>
                      <a:r>
                        <a:rPr lang="en-IN" sz="1000" u="none" strike="noStrike" dirty="0">
                          <a:effectLst/>
                          <a:latin typeface="Verdana" panose="020B0604030504040204" pitchFamily="34" charset="0"/>
                          <a:ea typeface="Verdana" panose="020B0604030504040204" pitchFamily="34" charset="0"/>
                        </a:rPr>
                        <a:t>Plan Architecture</a:t>
                      </a:r>
                      <a:br>
                        <a:rPr lang="en-IN" sz="1000" u="none" strike="noStrike" dirty="0">
                          <a:effectLst/>
                          <a:latin typeface="Verdana" panose="020B0604030504040204" pitchFamily="34" charset="0"/>
                          <a:ea typeface="Verdana" panose="020B0604030504040204" pitchFamily="34" charset="0"/>
                        </a:rPr>
                      </a:br>
                      <a:r>
                        <a:rPr lang="en-IN" sz="1000" u="none" strike="noStrike" dirty="0">
                          <a:effectLst/>
                          <a:latin typeface="Verdana" panose="020B0604030504040204" pitchFamily="34" charset="0"/>
                          <a:ea typeface="Verdana" panose="020B0604030504040204" pitchFamily="34" charset="0"/>
                        </a:rPr>
                        <a:t>Plan Data</a:t>
                      </a:r>
                      <a:endParaRPr lang="en-IN" sz="1000" b="0" i="0" u="none" strike="noStrike" dirty="0">
                        <a:solidFill>
                          <a:srgbClr val="000000"/>
                        </a:solidFill>
                        <a:effectLst/>
                        <a:latin typeface="Verdana" panose="020B0604030504040204" pitchFamily="34" charset="0"/>
                        <a:ea typeface="Verdana" panose="020B0604030504040204" pitchFamily="34" charset="0"/>
                      </a:endParaRPr>
                    </a:p>
                  </a:txBody>
                  <a:tcPr marL="1729" marR="1729" marT="1729" marB="0" anchor="ctr"/>
                </a:tc>
                <a:extLst>
                  <a:ext uri="{0D108BD9-81ED-4DB2-BD59-A6C34878D82A}">
                    <a16:rowId xmlns:a16="http://schemas.microsoft.com/office/drawing/2014/main" val="3084673183"/>
                  </a:ext>
                </a:extLst>
              </a:tr>
              <a:tr h="101334">
                <a:tc vMerge="1">
                  <a:txBody>
                    <a:bodyPr/>
                    <a:lstStyle/>
                    <a:p>
                      <a:endParaRPr lang="en-IN"/>
                    </a:p>
                  </a:txBody>
                  <a:tcPr/>
                </a:tc>
                <a:tc vMerge="1">
                  <a:txBody>
                    <a:bodyPr/>
                    <a:lstStyle/>
                    <a:p>
                      <a:endParaRPr lang="en-IN"/>
                    </a:p>
                  </a:txBody>
                  <a:tcPr/>
                </a:tc>
                <a:tc>
                  <a:txBody>
                    <a:bodyPr/>
                    <a:lstStyle/>
                    <a:p>
                      <a:pPr algn="l" fontAlgn="ctr"/>
                      <a:r>
                        <a:rPr lang="en-IN" sz="1000" u="none" strike="noStrike">
                          <a:effectLst/>
                          <a:latin typeface="Verdana" panose="020B0604030504040204" pitchFamily="34" charset="0"/>
                          <a:ea typeface="Verdana" panose="020B0604030504040204" pitchFamily="34" charset="0"/>
                        </a:rPr>
                        <a:t>Database Implementation (RDS OracleDB)</a:t>
                      </a:r>
                      <a:endParaRPr lang="en-IN" sz="1000" b="0" i="0" u="none" strike="noStrike">
                        <a:solidFill>
                          <a:srgbClr val="000000"/>
                        </a:solidFill>
                        <a:effectLst/>
                        <a:latin typeface="Verdana" panose="020B0604030504040204" pitchFamily="34" charset="0"/>
                        <a:ea typeface="Verdana" panose="020B0604030504040204" pitchFamily="34" charset="0"/>
                      </a:endParaRPr>
                    </a:p>
                  </a:txBody>
                  <a:tcPr marL="1729" marR="1729" marT="1729" marB="0" anchor="ctr"/>
                </a:tc>
                <a:tc>
                  <a:txBody>
                    <a:bodyPr/>
                    <a:lstStyle/>
                    <a:p>
                      <a:pPr algn="l" fontAlgn="ctr"/>
                      <a:r>
                        <a:rPr lang="en-IN" sz="1000" u="none" strike="noStrike">
                          <a:effectLst/>
                          <a:latin typeface="Verdana" panose="020B0604030504040204" pitchFamily="34" charset="0"/>
                          <a:ea typeface="Verdana" panose="020B0604030504040204" pitchFamily="34" charset="0"/>
                        </a:rPr>
                        <a:t> </a:t>
                      </a:r>
                      <a:endParaRPr lang="en-IN" sz="1000" b="0" i="0" u="none" strike="noStrike">
                        <a:solidFill>
                          <a:srgbClr val="000000"/>
                        </a:solidFill>
                        <a:effectLst/>
                        <a:latin typeface="Verdana" panose="020B0604030504040204" pitchFamily="34" charset="0"/>
                        <a:ea typeface="Verdana" panose="020B0604030504040204" pitchFamily="34" charset="0"/>
                      </a:endParaRPr>
                    </a:p>
                  </a:txBody>
                  <a:tcPr marL="1729" marR="1729" marT="1729" marB="0" anchor="ctr"/>
                </a:tc>
                <a:tc>
                  <a:txBody>
                    <a:bodyPr/>
                    <a:lstStyle/>
                    <a:p>
                      <a:pPr algn="ctr" fontAlgn="ctr"/>
                      <a:r>
                        <a:rPr lang="en-IN" sz="1000" u="none" strike="noStrike" dirty="0">
                          <a:effectLst/>
                          <a:latin typeface="Verdana" panose="020B0604030504040204" pitchFamily="34" charset="0"/>
                          <a:ea typeface="Verdana" panose="020B0604030504040204" pitchFamily="34" charset="0"/>
                        </a:rPr>
                        <a:t>No</a:t>
                      </a:r>
                      <a:endParaRPr lang="en-IN" sz="1000" b="0" i="0" u="none" strike="noStrike" dirty="0">
                        <a:solidFill>
                          <a:srgbClr val="000000"/>
                        </a:solidFill>
                        <a:effectLst/>
                        <a:latin typeface="Verdana" panose="020B0604030504040204" pitchFamily="34" charset="0"/>
                        <a:ea typeface="Verdana" panose="020B0604030504040204" pitchFamily="34" charset="0"/>
                      </a:endParaRPr>
                    </a:p>
                  </a:txBody>
                  <a:tcPr marL="1729" marR="1729" marT="1729" marB="0" anchor="ctr"/>
                </a:tc>
                <a:tc>
                  <a:txBody>
                    <a:bodyPr/>
                    <a:lstStyle/>
                    <a:p>
                      <a:pPr algn="l" fontAlgn="ctr"/>
                      <a:r>
                        <a:rPr lang="en-IN" sz="1000" u="none" strike="noStrike">
                          <a:effectLst/>
                          <a:latin typeface="Verdana" panose="020B0604030504040204" pitchFamily="34" charset="0"/>
                          <a:ea typeface="Verdana" panose="020B0604030504040204" pitchFamily="34" charset="0"/>
                        </a:rPr>
                        <a:t>Generate DDL SQL statements for the tables in the ConsumerDB</a:t>
                      </a:r>
                      <a:endParaRPr lang="en-IN" sz="1000" b="0" i="0" u="none" strike="noStrike">
                        <a:solidFill>
                          <a:srgbClr val="000000"/>
                        </a:solidFill>
                        <a:effectLst/>
                        <a:latin typeface="Verdana" panose="020B0604030504040204" pitchFamily="34" charset="0"/>
                        <a:ea typeface="Verdana" panose="020B0604030504040204" pitchFamily="34" charset="0"/>
                      </a:endParaRPr>
                    </a:p>
                  </a:txBody>
                  <a:tcPr marL="1729" marR="1729" marT="1729" marB="0" anchor="ctr"/>
                </a:tc>
                <a:tc>
                  <a:txBody>
                    <a:bodyPr/>
                    <a:lstStyle/>
                    <a:p>
                      <a:pPr algn="l" fontAlgn="ctr"/>
                      <a:r>
                        <a:rPr lang="en-IN" sz="1000" u="none" strike="noStrike" dirty="0">
                          <a:effectLst/>
                          <a:latin typeface="Verdana" panose="020B0604030504040204" pitchFamily="34" charset="0"/>
                          <a:ea typeface="Verdana" panose="020B0604030504040204" pitchFamily="34" charset="0"/>
                        </a:rPr>
                        <a:t> </a:t>
                      </a:r>
                      <a:endParaRPr lang="en-IN" sz="1000" b="0" i="0" u="none" strike="noStrike" dirty="0">
                        <a:solidFill>
                          <a:srgbClr val="000000"/>
                        </a:solidFill>
                        <a:effectLst/>
                        <a:latin typeface="Verdana" panose="020B0604030504040204" pitchFamily="34" charset="0"/>
                        <a:ea typeface="Verdana" panose="020B0604030504040204" pitchFamily="34" charset="0"/>
                      </a:endParaRPr>
                    </a:p>
                  </a:txBody>
                  <a:tcPr marL="1729" marR="1729" marT="1729" marB="0" anchor="ctr"/>
                </a:tc>
                <a:extLst>
                  <a:ext uri="{0D108BD9-81ED-4DB2-BD59-A6C34878D82A}">
                    <a16:rowId xmlns:a16="http://schemas.microsoft.com/office/drawing/2014/main" val="3457785976"/>
                  </a:ext>
                </a:extLst>
              </a:tr>
              <a:tr h="110672">
                <a:tc vMerge="1">
                  <a:txBody>
                    <a:bodyPr/>
                    <a:lstStyle/>
                    <a:p>
                      <a:endParaRPr lang="en-IN"/>
                    </a:p>
                  </a:txBody>
                  <a:tcPr/>
                </a:tc>
                <a:tc vMerge="1">
                  <a:txBody>
                    <a:bodyPr/>
                    <a:lstStyle/>
                    <a:p>
                      <a:endParaRPr lang="en-IN"/>
                    </a:p>
                  </a:txBody>
                  <a:tcPr/>
                </a:tc>
                <a:tc>
                  <a:txBody>
                    <a:bodyPr/>
                    <a:lstStyle/>
                    <a:p>
                      <a:pPr algn="l" fontAlgn="ctr"/>
                      <a:r>
                        <a:rPr lang="en-IN" sz="1000" u="none" strike="noStrike" dirty="0">
                          <a:effectLst/>
                          <a:latin typeface="Verdana" panose="020B0604030504040204" pitchFamily="34" charset="0"/>
                          <a:ea typeface="Verdana" panose="020B0604030504040204" pitchFamily="34" charset="0"/>
                        </a:rPr>
                        <a:t>Validations and other Manual efforts</a:t>
                      </a:r>
                      <a:endParaRPr lang="en-IN" sz="1000" b="0" i="0" u="none" strike="noStrike" dirty="0">
                        <a:solidFill>
                          <a:srgbClr val="000000"/>
                        </a:solidFill>
                        <a:effectLst/>
                        <a:latin typeface="Verdana" panose="020B0604030504040204" pitchFamily="34" charset="0"/>
                        <a:ea typeface="Verdana" panose="020B0604030504040204" pitchFamily="34" charset="0"/>
                      </a:endParaRPr>
                    </a:p>
                  </a:txBody>
                  <a:tcPr marL="1729" marR="1729" marT="1729" marB="0" anchor="ctr"/>
                </a:tc>
                <a:tc>
                  <a:txBody>
                    <a:bodyPr/>
                    <a:lstStyle/>
                    <a:p>
                      <a:pPr algn="l" fontAlgn="ctr"/>
                      <a:r>
                        <a:rPr lang="en-IN" sz="1000" u="none" strike="noStrike">
                          <a:effectLst/>
                          <a:latin typeface="Verdana" panose="020B0604030504040204" pitchFamily="34" charset="0"/>
                          <a:ea typeface="Verdana" panose="020B0604030504040204" pitchFamily="34" charset="0"/>
                        </a:rPr>
                        <a:t> </a:t>
                      </a:r>
                      <a:endParaRPr lang="en-IN" sz="1000" b="0" i="0" u="none" strike="noStrike">
                        <a:solidFill>
                          <a:srgbClr val="000000"/>
                        </a:solidFill>
                        <a:effectLst/>
                        <a:latin typeface="Verdana" panose="020B0604030504040204" pitchFamily="34" charset="0"/>
                        <a:ea typeface="Verdana" panose="020B0604030504040204" pitchFamily="34" charset="0"/>
                      </a:endParaRPr>
                    </a:p>
                  </a:txBody>
                  <a:tcPr marL="1729" marR="1729" marT="1729" marB="0" anchor="ctr"/>
                </a:tc>
                <a:tc>
                  <a:txBody>
                    <a:bodyPr/>
                    <a:lstStyle/>
                    <a:p>
                      <a:pPr algn="ctr" fontAlgn="ctr"/>
                      <a:r>
                        <a:rPr lang="en-IN" sz="1000" u="none" strike="noStrike" dirty="0">
                          <a:effectLst/>
                          <a:latin typeface="Verdana" panose="020B0604030504040204" pitchFamily="34" charset="0"/>
                          <a:ea typeface="Verdana" panose="020B0604030504040204" pitchFamily="34" charset="0"/>
                        </a:rPr>
                        <a:t>NA</a:t>
                      </a:r>
                      <a:endParaRPr lang="en-IN" sz="1000" b="0" i="0" u="none" strike="noStrike" dirty="0">
                        <a:solidFill>
                          <a:srgbClr val="000000"/>
                        </a:solidFill>
                        <a:effectLst/>
                        <a:latin typeface="Verdana" panose="020B0604030504040204" pitchFamily="34" charset="0"/>
                        <a:ea typeface="Verdana" panose="020B0604030504040204" pitchFamily="34" charset="0"/>
                      </a:endParaRPr>
                    </a:p>
                  </a:txBody>
                  <a:tcPr marL="1729" marR="1729" marT="1729" marB="0" anchor="ctr"/>
                </a:tc>
                <a:tc>
                  <a:txBody>
                    <a:bodyPr/>
                    <a:lstStyle/>
                    <a:p>
                      <a:pPr algn="l" fontAlgn="ctr"/>
                      <a:r>
                        <a:rPr lang="en-IN" sz="1000" u="none" strike="noStrike">
                          <a:effectLst/>
                          <a:latin typeface="Verdana" panose="020B0604030504040204" pitchFamily="34" charset="0"/>
                          <a:ea typeface="Verdana" panose="020B0604030504040204" pitchFamily="34" charset="0"/>
                        </a:rPr>
                        <a:t>Perform validations and make any manual changes required to complete the implementation of ConsumerDB</a:t>
                      </a:r>
                      <a:endParaRPr lang="en-IN" sz="1000" b="0" i="0" u="none" strike="noStrike">
                        <a:solidFill>
                          <a:srgbClr val="000000"/>
                        </a:solidFill>
                        <a:effectLst/>
                        <a:latin typeface="Verdana" panose="020B0604030504040204" pitchFamily="34" charset="0"/>
                        <a:ea typeface="Verdana" panose="020B0604030504040204" pitchFamily="34" charset="0"/>
                      </a:endParaRPr>
                    </a:p>
                  </a:txBody>
                  <a:tcPr marL="1729" marR="1729" marT="1729" marB="0" anchor="ctr"/>
                </a:tc>
                <a:tc>
                  <a:txBody>
                    <a:bodyPr/>
                    <a:lstStyle/>
                    <a:p>
                      <a:pPr algn="l" fontAlgn="ctr"/>
                      <a:r>
                        <a:rPr lang="en-IN" sz="1000" u="none" strike="noStrike" dirty="0">
                          <a:effectLst/>
                          <a:latin typeface="Verdana" panose="020B0604030504040204" pitchFamily="34" charset="0"/>
                          <a:ea typeface="Verdana" panose="020B0604030504040204" pitchFamily="34" charset="0"/>
                        </a:rPr>
                        <a:t> </a:t>
                      </a:r>
                      <a:endParaRPr lang="en-IN" sz="1000" b="0" i="0" u="none" strike="noStrike" dirty="0">
                        <a:solidFill>
                          <a:srgbClr val="000000"/>
                        </a:solidFill>
                        <a:effectLst/>
                        <a:latin typeface="Verdana" panose="020B0604030504040204" pitchFamily="34" charset="0"/>
                        <a:ea typeface="Verdana" panose="020B0604030504040204" pitchFamily="34" charset="0"/>
                      </a:endParaRPr>
                    </a:p>
                  </a:txBody>
                  <a:tcPr marL="1729" marR="1729" marT="1729" marB="0" anchor="ctr"/>
                </a:tc>
                <a:extLst>
                  <a:ext uri="{0D108BD9-81ED-4DB2-BD59-A6C34878D82A}">
                    <a16:rowId xmlns:a16="http://schemas.microsoft.com/office/drawing/2014/main" val="3194265412"/>
                  </a:ext>
                </a:extLst>
              </a:tr>
            </a:tbl>
          </a:graphicData>
        </a:graphic>
      </p:graphicFrame>
      <p:sp>
        <p:nvSpPr>
          <p:cNvPr id="12" name="Title 1">
            <a:extLst>
              <a:ext uri="{FF2B5EF4-FFF2-40B4-BE49-F238E27FC236}">
                <a16:creationId xmlns:a16="http://schemas.microsoft.com/office/drawing/2014/main" id="{1F2234CF-2B65-5A6D-6F0B-2FE35F5AD259}"/>
              </a:ext>
            </a:extLst>
          </p:cNvPr>
          <p:cNvSpPr txBox="1">
            <a:spLocks/>
          </p:cNvSpPr>
          <p:nvPr/>
        </p:nvSpPr>
        <p:spPr>
          <a:xfrm>
            <a:off x="515936" y="394087"/>
            <a:ext cx="10668000" cy="430887"/>
          </a:xfrm>
          <a:prstGeom prst="rect">
            <a:avLst/>
          </a:prstGeom>
        </p:spPr>
        <p:txBody>
          <a:bodyPr/>
          <a:lstStyle>
            <a:lvl1pPr algn="l" defTabSz="914377" rtl="0" eaLnBrk="1" latinLnBrk="0" hangingPunct="1">
              <a:lnSpc>
                <a:spcPct val="100000"/>
              </a:lnSpc>
              <a:spcBef>
                <a:spcPct val="0"/>
              </a:spcBef>
              <a:spcAft>
                <a:spcPts val="600"/>
              </a:spcAft>
              <a:buNone/>
              <a:defRPr sz="2800" b="1" i="0" kern="1200">
                <a:solidFill>
                  <a:schemeClr val="tx1"/>
                </a:solidFill>
                <a:latin typeface="PP Neue Machina Plain Ultrabold" pitchFamily="50" charset="0"/>
                <a:ea typeface="+mj-ea"/>
                <a:cs typeface="+mj-cs"/>
              </a:defRPr>
            </a:lvl1pPr>
          </a:lstStyle>
          <a:p>
            <a:r>
              <a:rPr lang="en-US" dirty="0">
                <a:latin typeface="PP Neue Machina Plain Ultrabold"/>
              </a:rPr>
              <a:t>Work Breakdown Structure – move next to planning</a:t>
            </a:r>
            <a:endParaRPr lang="en-US" dirty="0"/>
          </a:p>
        </p:txBody>
      </p:sp>
    </p:spTree>
    <p:extLst>
      <p:ext uri="{BB962C8B-B14F-4D97-AF65-F5344CB8AC3E}">
        <p14:creationId xmlns:p14="http://schemas.microsoft.com/office/powerpoint/2010/main" val="16668579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5D819-56D6-71B7-4757-4061453961BA}"/>
              </a:ext>
            </a:extLst>
          </p:cNvPr>
          <p:cNvSpPr txBox="1">
            <a:spLocks/>
          </p:cNvSpPr>
          <p:nvPr/>
        </p:nvSpPr>
        <p:spPr>
          <a:xfrm>
            <a:off x="515937" y="394087"/>
            <a:ext cx="11160121" cy="430887"/>
          </a:xfrm>
          <a:prstGeom prst="rect">
            <a:avLst/>
          </a:prstGeom>
        </p:spPr>
        <p:txBody>
          <a:bodyPr vert="horz" lIns="0" tIns="0" rIns="0" bIns="0" rtlCol="0" anchor="ctr">
            <a:normAutofit/>
          </a:bodyPr>
          <a:lstStyle>
            <a:lvl1pPr algn="l" defTabSz="914377" rtl="0" eaLnBrk="1" latinLnBrk="0" hangingPunct="1">
              <a:lnSpc>
                <a:spcPct val="100000"/>
              </a:lnSpc>
              <a:spcBef>
                <a:spcPct val="0"/>
              </a:spcBef>
              <a:spcAft>
                <a:spcPts val="600"/>
              </a:spcAft>
              <a:buNone/>
              <a:defRPr sz="2800" b="1" i="0" kern="1200">
                <a:solidFill>
                  <a:schemeClr val="tx1"/>
                </a:solidFill>
                <a:latin typeface="PP Neue Machina Plain Ultrabold" pitchFamily="50" charset="0"/>
                <a:ea typeface="+mj-ea"/>
                <a:cs typeface="+mj-cs"/>
              </a:defRPr>
            </a:lvl1pPr>
          </a:lstStyle>
          <a:p>
            <a:r>
              <a:rPr lang="en-US" b="1" i="0" kern="1200" dirty="0"/>
              <a:t>Estimation model</a:t>
            </a:r>
          </a:p>
        </p:txBody>
      </p:sp>
      <p:graphicFrame>
        <p:nvGraphicFramePr>
          <p:cNvPr id="4" name="Table 3">
            <a:extLst>
              <a:ext uri="{FF2B5EF4-FFF2-40B4-BE49-F238E27FC236}">
                <a16:creationId xmlns:a16="http://schemas.microsoft.com/office/drawing/2014/main" id="{A98FD23C-A629-B214-B6B0-1507D1C12BD7}"/>
              </a:ext>
            </a:extLst>
          </p:cNvPr>
          <p:cNvGraphicFramePr>
            <a:graphicFrameLocks noGrp="1"/>
          </p:cNvGraphicFramePr>
          <p:nvPr>
            <p:extLst>
              <p:ext uri="{D42A27DB-BD31-4B8C-83A1-F6EECF244321}">
                <p14:modId xmlns:p14="http://schemas.microsoft.com/office/powerpoint/2010/main" val="2289449856"/>
              </p:ext>
            </p:extLst>
          </p:nvPr>
        </p:nvGraphicFramePr>
        <p:xfrm>
          <a:off x="515937" y="1427515"/>
          <a:ext cx="11160129" cy="3528464"/>
        </p:xfrm>
        <a:graphic>
          <a:graphicData uri="http://schemas.openxmlformats.org/drawingml/2006/table">
            <a:tbl>
              <a:tblPr firstRow="1" bandRow="1">
                <a:tableStyleId>{5C22544A-7EE6-4342-B048-85BDC9FD1C3A}</a:tableStyleId>
              </a:tblPr>
              <a:tblGrid>
                <a:gridCol w="3106596">
                  <a:extLst>
                    <a:ext uri="{9D8B030D-6E8A-4147-A177-3AD203B41FA5}">
                      <a16:colId xmlns:a16="http://schemas.microsoft.com/office/drawing/2014/main" val="3576340777"/>
                    </a:ext>
                  </a:extLst>
                </a:gridCol>
                <a:gridCol w="549660">
                  <a:extLst>
                    <a:ext uri="{9D8B030D-6E8A-4147-A177-3AD203B41FA5}">
                      <a16:colId xmlns:a16="http://schemas.microsoft.com/office/drawing/2014/main" val="2391134973"/>
                    </a:ext>
                  </a:extLst>
                </a:gridCol>
                <a:gridCol w="549660">
                  <a:extLst>
                    <a:ext uri="{9D8B030D-6E8A-4147-A177-3AD203B41FA5}">
                      <a16:colId xmlns:a16="http://schemas.microsoft.com/office/drawing/2014/main" val="3684124170"/>
                    </a:ext>
                  </a:extLst>
                </a:gridCol>
                <a:gridCol w="549660">
                  <a:extLst>
                    <a:ext uri="{9D8B030D-6E8A-4147-A177-3AD203B41FA5}">
                      <a16:colId xmlns:a16="http://schemas.microsoft.com/office/drawing/2014/main" val="1601912"/>
                    </a:ext>
                  </a:extLst>
                </a:gridCol>
                <a:gridCol w="549660">
                  <a:extLst>
                    <a:ext uri="{9D8B030D-6E8A-4147-A177-3AD203B41FA5}">
                      <a16:colId xmlns:a16="http://schemas.microsoft.com/office/drawing/2014/main" val="1984161481"/>
                    </a:ext>
                  </a:extLst>
                </a:gridCol>
                <a:gridCol w="549660">
                  <a:extLst>
                    <a:ext uri="{9D8B030D-6E8A-4147-A177-3AD203B41FA5}">
                      <a16:colId xmlns:a16="http://schemas.microsoft.com/office/drawing/2014/main" val="936687560"/>
                    </a:ext>
                  </a:extLst>
                </a:gridCol>
                <a:gridCol w="549660">
                  <a:extLst>
                    <a:ext uri="{9D8B030D-6E8A-4147-A177-3AD203B41FA5}">
                      <a16:colId xmlns:a16="http://schemas.microsoft.com/office/drawing/2014/main" val="2816649432"/>
                    </a:ext>
                  </a:extLst>
                </a:gridCol>
                <a:gridCol w="549660">
                  <a:extLst>
                    <a:ext uri="{9D8B030D-6E8A-4147-A177-3AD203B41FA5}">
                      <a16:colId xmlns:a16="http://schemas.microsoft.com/office/drawing/2014/main" val="2626793210"/>
                    </a:ext>
                  </a:extLst>
                </a:gridCol>
                <a:gridCol w="549660">
                  <a:extLst>
                    <a:ext uri="{9D8B030D-6E8A-4147-A177-3AD203B41FA5}">
                      <a16:colId xmlns:a16="http://schemas.microsoft.com/office/drawing/2014/main" val="4148754692"/>
                    </a:ext>
                  </a:extLst>
                </a:gridCol>
                <a:gridCol w="1944603">
                  <a:extLst>
                    <a:ext uri="{9D8B030D-6E8A-4147-A177-3AD203B41FA5}">
                      <a16:colId xmlns:a16="http://schemas.microsoft.com/office/drawing/2014/main" val="1198947606"/>
                    </a:ext>
                  </a:extLst>
                </a:gridCol>
                <a:gridCol w="1711650">
                  <a:extLst>
                    <a:ext uri="{9D8B030D-6E8A-4147-A177-3AD203B41FA5}">
                      <a16:colId xmlns:a16="http://schemas.microsoft.com/office/drawing/2014/main" val="3277969418"/>
                    </a:ext>
                  </a:extLst>
                </a:gridCol>
              </a:tblGrid>
              <a:tr h="607453">
                <a:tc>
                  <a:txBody>
                    <a:bodyPr/>
                    <a:lstStyle/>
                    <a:p>
                      <a:pPr algn="l" fontAlgn="ctr"/>
                      <a:r>
                        <a:rPr lang="en-IN" sz="1700" u="none" strike="noStrike">
                          <a:effectLst/>
                        </a:rPr>
                        <a:t>Project Phases</a:t>
                      </a:r>
                      <a:endParaRPr lang="en-IN" sz="1700" b="1" i="0" u="none" strike="noStrike">
                        <a:solidFill>
                          <a:srgbClr val="000000"/>
                        </a:solidFill>
                        <a:effectLst/>
                        <a:latin typeface="Verdana" panose="020B0604030504040204" pitchFamily="34" charset="0"/>
                      </a:endParaRPr>
                    </a:p>
                  </a:txBody>
                  <a:tcPr marL="11093" marR="11093" marT="11093" marB="0" anchor="ctr"/>
                </a:tc>
                <a:tc>
                  <a:txBody>
                    <a:bodyPr/>
                    <a:lstStyle/>
                    <a:p>
                      <a:pPr algn="l" fontAlgn="ctr"/>
                      <a:r>
                        <a:rPr lang="en-IN" sz="1700" u="none" strike="noStrike">
                          <a:effectLst/>
                        </a:rPr>
                        <a:t>W1</a:t>
                      </a:r>
                      <a:endParaRPr lang="en-IN" sz="1700" b="1" i="0" u="none" strike="noStrike">
                        <a:solidFill>
                          <a:srgbClr val="000000"/>
                        </a:solidFill>
                        <a:effectLst/>
                        <a:latin typeface="Verdana" panose="020B0604030504040204" pitchFamily="34" charset="0"/>
                      </a:endParaRPr>
                    </a:p>
                  </a:txBody>
                  <a:tcPr marL="11093" marR="11093" marT="11093" marB="0" anchor="ctr"/>
                </a:tc>
                <a:tc>
                  <a:txBody>
                    <a:bodyPr/>
                    <a:lstStyle/>
                    <a:p>
                      <a:pPr algn="l" fontAlgn="ctr"/>
                      <a:r>
                        <a:rPr lang="en-IN" sz="1700" u="none" strike="noStrike">
                          <a:effectLst/>
                        </a:rPr>
                        <a:t>W2</a:t>
                      </a:r>
                      <a:endParaRPr lang="en-IN" sz="1700" b="1" i="0" u="none" strike="noStrike">
                        <a:solidFill>
                          <a:srgbClr val="000000"/>
                        </a:solidFill>
                        <a:effectLst/>
                        <a:latin typeface="Verdana" panose="020B0604030504040204" pitchFamily="34" charset="0"/>
                      </a:endParaRPr>
                    </a:p>
                  </a:txBody>
                  <a:tcPr marL="11093" marR="11093" marT="11093" marB="0" anchor="ctr"/>
                </a:tc>
                <a:tc>
                  <a:txBody>
                    <a:bodyPr/>
                    <a:lstStyle/>
                    <a:p>
                      <a:pPr algn="l" fontAlgn="ctr"/>
                      <a:r>
                        <a:rPr lang="en-IN" sz="1700" u="none" strike="noStrike">
                          <a:effectLst/>
                        </a:rPr>
                        <a:t>W3</a:t>
                      </a:r>
                      <a:endParaRPr lang="en-IN" sz="1700" b="1" i="0" u="none" strike="noStrike">
                        <a:solidFill>
                          <a:srgbClr val="000000"/>
                        </a:solidFill>
                        <a:effectLst/>
                        <a:latin typeface="Verdana" panose="020B0604030504040204" pitchFamily="34" charset="0"/>
                      </a:endParaRPr>
                    </a:p>
                  </a:txBody>
                  <a:tcPr marL="11093" marR="11093" marT="11093" marB="0" anchor="ctr"/>
                </a:tc>
                <a:tc>
                  <a:txBody>
                    <a:bodyPr/>
                    <a:lstStyle/>
                    <a:p>
                      <a:pPr algn="l" fontAlgn="ctr"/>
                      <a:r>
                        <a:rPr lang="en-IN" sz="1700" u="none" strike="noStrike">
                          <a:effectLst/>
                        </a:rPr>
                        <a:t>W4</a:t>
                      </a:r>
                      <a:endParaRPr lang="en-IN" sz="1700" b="1" i="0" u="none" strike="noStrike">
                        <a:solidFill>
                          <a:srgbClr val="000000"/>
                        </a:solidFill>
                        <a:effectLst/>
                        <a:latin typeface="Verdana" panose="020B0604030504040204" pitchFamily="34" charset="0"/>
                      </a:endParaRPr>
                    </a:p>
                  </a:txBody>
                  <a:tcPr marL="11093" marR="11093" marT="11093" marB="0" anchor="ctr"/>
                </a:tc>
                <a:tc>
                  <a:txBody>
                    <a:bodyPr/>
                    <a:lstStyle/>
                    <a:p>
                      <a:pPr algn="l" fontAlgn="ctr"/>
                      <a:r>
                        <a:rPr lang="en-IN" sz="1700" u="none" strike="noStrike">
                          <a:effectLst/>
                        </a:rPr>
                        <a:t>W5</a:t>
                      </a:r>
                      <a:endParaRPr lang="en-IN" sz="1700" b="1" i="0" u="none" strike="noStrike">
                        <a:solidFill>
                          <a:srgbClr val="000000"/>
                        </a:solidFill>
                        <a:effectLst/>
                        <a:latin typeface="Verdana" panose="020B0604030504040204" pitchFamily="34" charset="0"/>
                      </a:endParaRPr>
                    </a:p>
                  </a:txBody>
                  <a:tcPr marL="11093" marR="11093" marT="11093" marB="0" anchor="ctr"/>
                </a:tc>
                <a:tc>
                  <a:txBody>
                    <a:bodyPr/>
                    <a:lstStyle/>
                    <a:p>
                      <a:pPr algn="l" fontAlgn="ctr"/>
                      <a:r>
                        <a:rPr lang="en-IN" sz="1700" u="none" strike="noStrike">
                          <a:effectLst/>
                        </a:rPr>
                        <a:t>W6</a:t>
                      </a:r>
                      <a:endParaRPr lang="en-IN" sz="1700" b="1" i="0" u="none" strike="noStrike">
                        <a:solidFill>
                          <a:srgbClr val="000000"/>
                        </a:solidFill>
                        <a:effectLst/>
                        <a:latin typeface="Verdana" panose="020B0604030504040204" pitchFamily="34" charset="0"/>
                      </a:endParaRPr>
                    </a:p>
                  </a:txBody>
                  <a:tcPr marL="11093" marR="11093" marT="11093" marB="0" anchor="ctr"/>
                </a:tc>
                <a:tc>
                  <a:txBody>
                    <a:bodyPr/>
                    <a:lstStyle/>
                    <a:p>
                      <a:pPr algn="l" fontAlgn="ctr"/>
                      <a:r>
                        <a:rPr lang="en-IN" sz="1700" u="none" strike="noStrike">
                          <a:effectLst/>
                        </a:rPr>
                        <a:t>W7</a:t>
                      </a:r>
                      <a:endParaRPr lang="en-IN" sz="1700" b="1" i="0" u="none" strike="noStrike">
                        <a:solidFill>
                          <a:srgbClr val="000000"/>
                        </a:solidFill>
                        <a:effectLst/>
                        <a:latin typeface="Verdana" panose="020B0604030504040204" pitchFamily="34" charset="0"/>
                      </a:endParaRPr>
                    </a:p>
                  </a:txBody>
                  <a:tcPr marL="11093" marR="11093" marT="11093" marB="0" anchor="ctr"/>
                </a:tc>
                <a:tc>
                  <a:txBody>
                    <a:bodyPr/>
                    <a:lstStyle/>
                    <a:p>
                      <a:pPr algn="l" fontAlgn="ctr"/>
                      <a:r>
                        <a:rPr lang="en-IN" sz="1700" u="none" strike="noStrike">
                          <a:effectLst/>
                        </a:rPr>
                        <a:t>W8</a:t>
                      </a:r>
                      <a:endParaRPr lang="en-IN" sz="1700" b="1" i="0" u="none" strike="noStrike">
                        <a:solidFill>
                          <a:srgbClr val="000000"/>
                        </a:solidFill>
                        <a:effectLst/>
                        <a:latin typeface="Verdana" panose="020B0604030504040204" pitchFamily="34" charset="0"/>
                      </a:endParaRPr>
                    </a:p>
                  </a:txBody>
                  <a:tcPr marL="11093" marR="11093" marT="11093" marB="0" anchor="ctr"/>
                </a:tc>
                <a:tc>
                  <a:txBody>
                    <a:bodyPr/>
                    <a:lstStyle/>
                    <a:p>
                      <a:pPr algn="l" fontAlgn="ctr"/>
                      <a:r>
                        <a:rPr lang="en-US" sz="1700" u="none" strike="noStrike">
                          <a:effectLst/>
                        </a:rPr>
                        <a:t>Efforts required in Person days</a:t>
                      </a:r>
                      <a:endParaRPr lang="en-US" sz="1700" b="1" i="0" u="none" strike="noStrike">
                        <a:solidFill>
                          <a:srgbClr val="000000"/>
                        </a:solidFill>
                        <a:effectLst/>
                        <a:latin typeface="Verdana" panose="020B0604030504040204" pitchFamily="34" charset="0"/>
                      </a:endParaRPr>
                    </a:p>
                  </a:txBody>
                  <a:tcPr marL="11093" marR="11093" marT="11093" marB="0" anchor="ctr"/>
                </a:tc>
                <a:tc>
                  <a:txBody>
                    <a:bodyPr/>
                    <a:lstStyle/>
                    <a:p>
                      <a:pPr algn="l" fontAlgn="ctr"/>
                      <a:r>
                        <a:rPr lang="en-IN" sz="1700" u="none" strike="noStrike">
                          <a:effectLst/>
                        </a:rPr>
                        <a:t>Efforts required in hours</a:t>
                      </a:r>
                      <a:endParaRPr lang="en-IN" sz="1700" b="1" i="0" u="none" strike="noStrike">
                        <a:solidFill>
                          <a:srgbClr val="000000"/>
                        </a:solidFill>
                        <a:effectLst/>
                        <a:latin typeface="Verdana" panose="020B0604030504040204" pitchFamily="34" charset="0"/>
                      </a:endParaRPr>
                    </a:p>
                  </a:txBody>
                  <a:tcPr marL="11093" marR="11093" marT="11093" marB="0" anchor="ctr"/>
                </a:tc>
                <a:extLst>
                  <a:ext uri="{0D108BD9-81ED-4DB2-BD59-A6C34878D82A}">
                    <a16:rowId xmlns:a16="http://schemas.microsoft.com/office/drawing/2014/main" val="2695215427"/>
                  </a:ext>
                </a:extLst>
              </a:tr>
              <a:tr h="341221">
                <a:tc>
                  <a:txBody>
                    <a:bodyPr/>
                    <a:lstStyle/>
                    <a:p>
                      <a:pPr algn="l" fontAlgn="ctr"/>
                      <a:r>
                        <a:rPr lang="en-IN" sz="1700" u="none" strike="noStrike">
                          <a:effectLst/>
                        </a:rPr>
                        <a:t>AVA+ Installation</a:t>
                      </a:r>
                      <a:endParaRPr lang="en-IN" sz="1700" b="0" i="0" u="none" strike="noStrike">
                        <a:solidFill>
                          <a:srgbClr val="000000"/>
                        </a:solidFill>
                        <a:effectLst/>
                        <a:latin typeface="Verdana" panose="020B0604030504040204" pitchFamily="34" charset="0"/>
                      </a:endParaRPr>
                    </a:p>
                  </a:txBody>
                  <a:tcPr marL="11093" marR="11093" marT="11093" marB="0" anchor="ctr"/>
                </a:tc>
                <a:tc>
                  <a:txBody>
                    <a:bodyPr/>
                    <a:lstStyle/>
                    <a:p>
                      <a:pPr algn="l" fontAlgn="b"/>
                      <a:r>
                        <a:rPr lang="en-IN" sz="1700" u="none" strike="noStrike">
                          <a:effectLst/>
                        </a:rPr>
                        <a:t> </a:t>
                      </a:r>
                      <a:endParaRPr lang="en-IN" sz="1700" b="0" i="0" u="none" strike="noStrike">
                        <a:solidFill>
                          <a:srgbClr val="000000"/>
                        </a:solidFill>
                        <a:effectLst/>
                        <a:latin typeface="Verdana" panose="020B0604030504040204" pitchFamily="34" charset="0"/>
                      </a:endParaRPr>
                    </a:p>
                  </a:txBody>
                  <a:tcPr marL="11093" marR="11093" marT="11093" marB="0" anchor="b"/>
                </a:tc>
                <a:tc>
                  <a:txBody>
                    <a:bodyPr/>
                    <a:lstStyle/>
                    <a:p>
                      <a:pPr algn="l" fontAlgn="b"/>
                      <a:r>
                        <a:rPr lang="en-IN" sz="1700" u="none" strike="noStrike">
                          <a:effectLst/>
                        </a:rPr>
                        <a:t> </a:t>
                      </a:r>
                      <a:endParaRPr lang="en-IN" sz="1700" b="0" i="0" u="none" strike="noStrike">
                        <a:solidFill>
                          <a:srgbClr val="000000"/>
                        </a:solidFill>
                        <a:effectLst/>
                        <a:latin typeface="Verdana" panose="020B0604030504040204" pitchFamily="34" charset="0"/>
                      </a:endParaRPr>
                    </a:p>
                  </a:txBody>
                  <a:tcPr marL="11093" marR="11093" marT="11093" marB="0" anchor="b"/>
                </a:tc>
                <a:tc>
                  <a:txBody>
                    <a:bodyPr/>
                    <a:lstStyle/>
                    <a:p>
                      <a:pPr algn="l" fontAlgn="b"/>
                      <a:r>
                        <a:rPr lang="en-IN" sz="1700" u="none" strike="noStrike">
                          <a:effectLst/>
                        </a:rPr>
                        <a:t> </a:t>
                      </a:r>
                      <a:endParaRPr lang="en-IN" sz="1700" b="0" i="0" u="none" strike="noStrike">
                        <a:solidFill>
                          <a:srgbClr val="000000"/>
                        </a:solidFill>
                        <a:effectLst/>
                        <a:latin typeface="Verdana" panose="020B0604030504040204" pitchFamily="34" charset="0"/>
                      </a:endParaRPr>
                    </a:p>
                  </a:txBody>
                  <a:tcPr marL="11093" marR="11093" marT="11093" marB="0" anchor="b"/>
                </a:tc>
                <a:tc>
                  <a:txBody>
                    <a:bodyPr/>
                    <a:lstStyle/>
                    <a:p>
                      <a:pPr algn="l" fontAlgn="b"/>
                      <a:r>
                        <a:rPr lang="en-IN" sz="1700" u="none" strike="noStrike">
                          <a:effectLst/>
                        </a:rPr>
                        <a:t> </a:t>
                      </a:r>
                      <a:endParaRPr lang="en-IN" sz="1700" b="0" i="0" u="none" strike="noStrike">
                        <a:solidFill>
                          <a:srgbClr val="000000"/>
                        </a:solidFill>
                        <a:effectLst/>
                        <a:latin typeface="Verdana" panose="020B0604030504040204" pitchFamily="34" charset="0"/>
                      </a:endParaRPr>
                    </a:p>
                  </a:txBody>
                  <a:tcPr marL="11093" marR="11093" marT="11093" marB="0" anchor="b"/>
                </a:tc>
                <a:tc>
                  <a:txBody>
                    <a:bodyPr/>
                    <a:lstStyle/>
                    <a:p>
                      <a:pPr algn="l" fontAlgn="b"/>
                      <a:r>
                        <a:rPr lang="en-IN" sz="1700" u="none" strike="noStrike">
                          <a:effectLst/>
                        </a:rPr>
                        <a:t> </a:t>
                      </a:r>
                      <a:endParaRPr lang="en-IN" sz="1700" b="0" i="0" u="none" strike="noStrike">
                        <a:solidFill>
                          <a:srgbClr val="000000"/>
                        </a:solidFill>
                        <a:effectLst/>
                        <a:latin typeface="Verdana" panose="020B0604030504040204" pitchFamily="34" charset="0"/>
                      </a:endParaRPr>
                    </a:p>
                  </a:txBody>
                  <a:tcPr marL="11093" marR="11093" marT="11093" marB="0" anchor="b"/>
                </a:tc>
                <a:tc>
                  <a:txBody>
                    <a:bodyPr/>
                    <a:lstStyle/>
                    <a:p>
                      <a:pPr algn="l" fontAlgn="b"/>
                      <a:r>
                        <a:rPr lang="en-IN" sz="1700" u="none" strike="noStrike">
                          <a:effectLst/>
                        </a:rPr>
                        <a:t> </a:t>
                      </a:r>
                      <a:endParaRPr lang="en-IN" sz="1700" b="0" i="0" u="none" strike="noStrike">
                        <a:solidFill>
                          <a:srgbClr val="000000"/>
                        </a:solidFill>
                        <a:effectLst/>
                        <a:latin typeface="Verdana" panose="020B0604030504040204" pitchFamily="34" charset="0"/>
                      </a:endParaRPr>
                    </a:p>
                  </a:txBody>
                  <a:tcPr marL="11093" marR="11093" marT="11093" marB="0" anchor="b"/>
                </a:tc>
                <a:tc>
                  <a:txBody>
                    <a:bodyPr/>
                    <a:lstStyle/>
                    <a:p>
                      <a:pPr algn="l" fontAlgn="b"/>
                      <a:r>
                        <a:rPr lang="en-IN" sz="1700" u="none" strike="noStrike">
                          <a:effectLst/>
                        </a:rPr>
                        <a:t> </a:t>
                      </a:r>
                      <a:endParaRPr lang="en-IN" sz="1700" b="0" i="0" u="none" strike="noStrike">
                        <a:solidFill>
                          <a:srgbClr val="000000"/>
                        </a:solidFill>
                        <a:effectLst/>
                        <a:latin typeface="Verdana" panose="020B0604030504040204" pitchFamily="34" charset="0"/>
                      </a:endParaRPr>
                    </a:p>
                  </a:txBody>
                  <a:tcPr marL="11093" marR="11093" marT="11093" marB="0" anchor="b"/>
                </a:tc>
                <a:tc>
                  <a:txBody>
                    <a:bodyPr/>
                    <a:lstStyle/>
                    <a:p>
                      <a:pPr algn="l" fontAlgn="b"/>
                      <a:r>
                        <a:rPr lang="en-IN" sz="1700" u="none" strike="noStrike">
                          <a:effectLst/>
                        </a:rPr>
                        <a:t> </a:t>
                      </a:r>
                      <a:endParaRPr lang="en-IN" sz="1700" b="0" i="0" u="none" strike="noStrike">
                        <a:solidFill>
                          <a:srgbClr val="000000"/>
                        </a:solidFill>
                        <a:effectLst/>
                        <a:latin typeface="Verdana" panose="020B0604030504040204" pitchFamily="34" charset="0"/>
                      </a:endParaRPr>
                    </a:p>
                  </a:txBody>
                  <a:tcPr marL="11093" marR="11093" marT="11093" marB="0" anchor="b"/>
                </a:tc>
                <a:tc>
                  <a:txBody>
                    <a:bodyPr/>
                    <a:lstStyle/>
                    <a:p>
                      <a:pPr algn="r" fontAlgn="ctr"/>
                      <a:r>
                        <a:rPr lang="en-IN" sz="1700" u="none" strike="noStrike">
                          <a:effectLst/>
                        </a:rPr>
                        <a:t>10</a:t>
                      </a:r>
                      <a:endParaRPr lang="en-IN" sz="1700" b="0" i="0" u="none" strike="noStrike">
                        <a:solidFill>
                          <a:srgbClr val="000000"/>
                        </a:solidFill>
                        <a:effectLst/>
                        <a:latin typeface="Verdana" panose="020B0604030504040204" pitchFamily="34" charset="0"/>
                      </a:endParaRPr>
                    </a:p>
                  </a:txBody>
                  <a:tcPr marL="11093" marR="11093" marT="11093" marB="0" anchor="ctr"/>
                </a:tc>
                <a:tc>
                  <a:txBody>
                    <a:bodyPr/>
                    <a:lstStyle/>
                    <a:p>
                      <a:pPr algn="r" fontAlgn="ctr"/>
                      <a:r>
                        <a:rPr lang="en-IN" sz="1700" u="none" strike="noStrike">
                          <a:effectLst/>
                        </a:rPr>
                        <a:t>80</a:t>
                      </a:r>
                      <a:endParaRPr lang="en-IN" sz="1700" b="0" i="0" u="none" strike="noStrike">
                        <a:solidFill>
                          <a:srgbClr val="000000"/>
                        </a:solidFill>
                        <a:effectLst/>
                        <a:latin typeface="Verdana" panose="020B0604030504040204" pitchFamily="34" charset="0"/>
                      </a:endParaRPr>
                    </a:p>
                  </a:txBody>
                  <a:tcPr marL="11093" marR="11093" marT="11093" marB="0" anchor="ctr"/>
                </a:tc>
                <a:extLst>
                  <a:ext uri="{0D108BD9-81ED-4DB2-BD59-A6C34878D82A}">
                    <a16:rowId xmlns:a16="http://schemas.microsoft.com/office/drawing/2014/main" val="1259086141"/>
                  </a:ext>
                </a:extLst>
              </a:tr>
              <a:tr h="341221">
                <a:tc>
                  <a:txBody>
                    <a:bodyPr/>
                    <a:lstStyle/>
                    <a:p>
                      <a:pPr algn="l" fontAlgn="ctr"/>
                      <a:r>
                        <a:rPr lang="en-IN" sz="1700" u="none" strike="noStrike">
                          <a:effectLst/>
                        </a:rPr>
                        <a:t>AVA+ Configuration &amp; Tuning</a:t>
                      </a:r>
                      <a:endParaRPr lang="en-IN" sz="1700" b="0" i="0" u="none" strike="noStrike">
                        <a:solidFill>
                          <a:srgbClr val="000000"/>
                        </a:solidFill>
                        <a:effectLst/>
                        <a:latin typeface="Verdana" panose="020B0604030504040204" pitchFamily="34" charset="0"/>
                      </a:endParaRPr>
                    </a:p>
                  </a:txBody>
                  <a:tcPr marL="11093" marR="11093" marT="11093" marB="0" anchor="ctr"/>
                </a:tc>
                <a:tc>
                  <a:txBody>
                    <a:bodyPr/>
                    <a:lstStyle/>
                    <a:p>
                      <a:pPr algn="l" fontAlgn="b"/>
                      <a:r>
                        <a:rPr lang="en-IN" sz="1700" u="none" strike="noStrike">
                          <a:effectLst/>
                        </a:rPr>
                        <a:t> </a:t>
                      </a:r>
                      <a:endParaRPr lang="en-IN" sz="1700" b="0" i="0" u="none" strike="noStrike">
                        <a:solidFill>
                          <a:srgbClr val="000000"/>
                        </a:solidFill>
                        <a:effectLst/>
                        <a:latin typeface="Verdana" panose="020B0604030504040204" pitchFamily="34" charset="0"/>
                      </a:endParaRPr>
                    </a:p>
                  </a:txBody>
                  <a:tcPr marL="11093" marR="11093" marT="11093" marB="0" anchor="b"/>
                </a:tc>
                <a:tc>
                  <a:txBody>
                    <a:bodyPr/>
                    <a:lstStyle/>
                    <a:p>
                      <a:pPr algn="l" fontAlgn="b"/>
                      <a:endParaRPr lang="en-IN" sz="1700" b="0" i="0" u="none" strike="noStrike">
                        <a:solidFill>
                          <a:srgbClr val="000000"/>
                        </a:solidFill>
                        <a:effectLst/>
                        <a:latin typeface="Verdana" panose="020B0604030504040204" pitchFamily="34" charset="0"/>
                      </a:endParaRPr>
                    </a:p>
                  </a:txBody>
                  <a:tcPr marL="11093" marR="11093" marT="11093" marB="0" anchor="b"/>
                </a:tc>
                <a:tc>
                  <a:txBody>
                    <a:bodyPr/>
                    <a:lstStyle/>
                    <a:p>
                      <a:pPr algn="l" fontAlgn="b"/>
                      <a:r>
                        <a:rPr lang="en-IN" sz="1700" u="none" strike="noStrike">
                          <a:effectLst/>
                        </a:rPr>
                        <a:t> </a:t>
                      </a:r>
                      <a:endParaRPr lang="en-IN" sz="1700" b="0" i="0" u="none" strike="noStrike">
                        <a:solidFill>
                          <a:srgbClr val="000000"/>
                        </a:solidFill>
                        <a:effectLst/>
                        <a:latin typeface="Verdana" panose="020B0604030504040204" pitchFamily="34" charset="0"/>
                      </a:endParaRPr>
                    </a:p>
                  </a:txBody>
                  <a:tcPr marL="11093" marR="11093" marT="11093" marB="0" anchor="b"/>
                </a:tc>
                <a:tc>
                  <a:txBody>
                    <a:bodyPr/>
                    <a:lstStyle/>
                    <a:p>
                      <a:pPr algn="l" fontAlgn="b"/>
                      <a:r>
                        <a:rPr lang="en-IN" sz="1700" u="none" strike="noStrike">
                          <a:effectLst/>
                        </a:rPr>
                        <a:t> </a:t>
                      </a:r>
                      <a:endParaRPr lang="en-IN" sz="1700" b="0" i="0" u="none" strike="noStrike">
                        <a:solidFill>
                          <a:srgbClr val="000000"/>
                        </a:solidFill>
                        <a:effectLst/>
                        <a:latin typeface="Verdana" panose="020B0604030504040204" pitchFamily="34" charset="0"/>
                      </a:endParaRPr>
                    </a:p>
                  </a:txBody>
                  <a:tcPr marL="11093" marR="11093" marT="11093" marB="0" anchor="b"/>
                </a:tc>
                <a:tc>
                  <a:txBody>
                    <a:bodyPr/>
                    <a:lstStyle/>
                    <a:p>
                      <a:pPr algn="l" fontAlgn="b"/>
                      <a:r>
                        <a:rPr lang="en-IN" sz="1700" u="none" strike="noStrike">
                          <a:effectLst/>
                        </a:rPr>
                        <a:t> </a:t>
                      </a:r>
                      <a:endParaRPr lang="en-IN" sz="1700" b="0" i="0" u="none" strike="noStrike">
                        <a:solidFill>
                          <a:srgbClr val="000000"/>
                        </a:solidFill>
                        <a:effectLst/>
                        <a:latin typeface="Verdana" panose="020B0604030504040204" pitchFamily="34" charset="0"/>
                      </a:endParaRPr>
                    </a:p>
                  </a:txBody>
                  <a:tcPr marL="11093" marR="11093" marT="11093" marB="0" anchor="b"/>
                </a:tc>
                <a:tc>
                  <a:txBody>
                    <a:bodyPr/>
                    <a:lstStyle/>
                    <a:p>
                      <a:pPr algn="l" fontAlgn="b"/>
                      <a:endParaRPr lang="en-IN" sz="1700" b="0" i="0" u="none" strike="noStrike">
                        <a:solidFill>
                          <a:srgbClr val="000000"/>
                        </a:solidFill>
                        <a:effectLst/>
                        <a:latin typeface="Verdana" panose="020B0604030504040204" pitchFamily="34" charset="0"/>
                      </a:endParaRPr>
                    </a:p>
                  </a:txBody>
                  <a:tcPr marL="11093" marR="11093" marT="11093" marB="0" anchor="b"/>
                </a:tc>
                <a:tc>
                  <a:txBody>
                    <a:bodyPr/>
                    <a:lstStyle/>
                    <a:p>
                      <a:pPr algn="l" fontAlgn="b"/>
                      <a:endParaRPr lang="en-IN" sz="1700" b="0" i="0" u="none" strike="noStrike">
                        <a:solidFill>
                          <a:srgbClr val="000000"/>
                        </a:solidFill>
                        <a:effectLst/>
                        <a:latin typeface="Verdana" panose="020B0604030504040204" pitchFamily="34" charset="0"/>
                      </a:endParaRPr>
                    </a:p>
                  </a:txBody>
                  <a:tcPr marL="11093" marR="11093" marT="11093" marB="0" anchor="b"/>
                </a:tc>
                <a:tc>
                  <a:txBody>
                    <a:bodyPr/>
                    <a:lstStyle/>
                    <a:p>
                      <a:pPr algn="l" fontAlgn="b"/>
                      <a:r>
                        <a:rPr lang="en-IN" sz="1700" u="none" strike="noStrike">
                          <a:effectLst/>
                        </a:rPr>
                        <a:t> </a:t>
                      </a:r>
                      <a:endParaRPr lang="en-IN" sz="1700" b="0" i="0" u="none" strike="noStrike">
                        <a:solidFill>
                          <a:srgbClr val="000000"/>
                        </a:solidFill>
                        <a:effectLst/>
                        <a:latin typeface="Verdana" panose="020B0604030504040204" pitchFamily="34" charset="0"/>
                      </a:endParaRPr>
                    </a:p>
                  </a:txBody>
                  <a:tcPr marL="11093" marR="11093" marT="11093" marB="0" anchor="b"/>
                </a:tc>
                <a:tc>
                  <a:txBody>
                    <a:bodyPr/>
                    <a:lstStyle/>
                    <a:p>
                      <a:pPr algn="r" fontAlgn="ctr"/>
                      <a:r>
                        <a:rPr lang="en-IN" sz="1700" u="none" strike="noStrike">
                          <a:effectLst/>
                        </a:rPr>
                        <a:t>15</a:t>
                      </a:r>
                      <a:endParaRPr lang="en-IN" sz="1700" b="0" i="0" u="none" strike="noStrike">
                        <a:solidFill>
                          <a:srgbClr val="000000"/>
                        </a:solidFill>
                        <a:effectLst/>
                        <a:latin typeface="Verdana" panose="020B0604030504040204" pitchFamily="34" charset="0"/>
                      </a:endParaRPr>
                    </a:p>
                  </a:txBody>
                  <a:tcPr marL="11093" marR="11093" marT="11093" marB="0" anchor="ctr"/>
                </a:tc>
                <a:tc>
                  <a:txBody>
                    <a:bodyPr/>
                    <a:lstStyle/>
                    <a:p>
                      <a:pPr algn="r" fontAlgn="ctr"/>
                      <a:r>
                        <a:rPr lang="en-IN" sz="1700" u="none" strike="noStrike">
                          <a:effectLst/>
                        </a:rPr>
                        <a:t>120</a:t>
                      </a:r>
                      <a:endParaRPr lang="en-IN" sz="1700" b="0" i="0" u="none" strike="noStrike">
                        <a:solidFill>
                          <a:srgbClr val="000000"/>
                        </a:solidFill>
                        <a:effectLst/>
                        <a:latin typeface="Verdana" panose="020B0604030504040204" pitchFamily="34" charset="0"/>
                      </a:endParaRPr>
                    </a:p>
                  </a:txBody>
                  <a:tcPr marL="11093" marR="11093" marT="11093" marB="0" anchor="ctr"/>
                </a:tc>
                <a:extLst>
                  <a:ext uri="{0D108BD9-81ED-4DB2-BD59-A6C34878D82A}">
                    <a16:rowId xmlns:a16="http://schemas.microsoft.com/office/drawing/2014/main" val="3423031572"/>
                  </a:ext>
                </a:extLst>
              </a:tr>
              <a:tr h="607453">
                <a:tc>
                  <a:txBody>
                    <a:bodyPr/>
                    <a:lstStyle/>
                    <a:p>
                      <a:pPr algn="l" fontAlgn="ctr"/>
                      <a:r>
                        <a:rPr lang="en-US" sz="1700" u="none" strike="noStrike">
                          <a:effectLst/>
                        </a:rPr>
                        <a:t>Due Diligence, Requirement Gathering &amp; Assessment</a:t>
                      </a:r>
                      <a:endParaRPr lang="en-US" sz="1700" b="1" i="0" u="none" strike="noStrike">
                        <a:solidFill>
                          <a:srgbClr val="000000"/>
                        </a:solidFill>
                        <a:effectLst/>
                        <a:latin typeface="Verdana" panose="020B0604030504040204" pitchFamily="34" charset="0"/>
                      </a:endParaRPr>
                    </a:p>
                  </a:txBody>
                  <a:tcPr marL="11093" marR="11093" marT="11093" marB="0" anchor="ctr"/>
                </a:tc>
                <a:tc>
                  <a:txBody>
                    <a:bodyPr/>
                    <a:lstStyle/>
                    <a:p>
                      <a:pPr algn="l" fontAlgn="b"/>
                      <a:r>
                        <a:rPr lang="en-IN" sz="1700" u="none" strike="noStrike">
                          <a:effectLst/>
                        </a:rPr>
                        <a:t> </a:t>
                      </a:r>
                      <a:endParaRPr lang="en-IN" sz="1700" b="0" i="0" u="none" strike="noStrike">
                        <a:solidFill>
                          <a:srgbClr val="000000"/>
                        </a:solidFill>
                        <a:effectLst/>
                        <a:latin typeface="Verdana" panose="020B0604030504040204" pitchFamily="34" charset="0"/>
                      </a:endParaRPr>
                    </a:p>
                  </a:txBody>
                  <a:tcPr marL="11093" marR="11093" marT="11093" marB="0" anchor="b"/>
                </a:tc>
                <a:tc>
                  <a:txBody>
                    <a:bodyPr/>
                    <a:lstStyle/>
                    <a:p>
                      <a:pPr algn="l" fontAlgn="b"/>
                      <a:endParaRPr lang="en-IN" sz="1700" b="0" i="0" u="none" strike="noStrike">
                        <a:solidFill>
                          <a:srgbClr val="000000"/>
                        </a:solidFill>
                        <a:effectLst/>
                        <a:latin typeface="Verdana" panose="020B0604030504040204" pitchFamily="34" charset="0"/>
                      </a:endParaRPr>
                    </a:p>
                  </a:txBody>
                  <a:tcPr marL="11093" marR="11093" marT="11093" marB="0" anchor="b"/>
                </a:tc>
                <a:tc>
                  <a:txBody>
                    <a:bodyPr/>
                    <a:lstStyle/>
                    <a:p>
                      <a:pPr algn="l" fontAlgn="b"/>
                      <a:r>
                        <a:rPr lang="en-IN" sz="1700" u="none" strike="noStrike">
                          <a:effectLst/>
                        </a:rPr>
                        <a:t> </a:t>
                      </a:r>
                      <a:endParaRPr lang="en-IN" sz="1700" b="0" i="0" u="none" strike="noStrike">
                        <a:solidFill>
                          <a:srgbClr val="000000"/>
                        </a:solidFill>
                        <a:effectLst/>
                        <a:latin typeface="Verdana" panose="020B0604030504040204" pitchFamily="34" charset="0"/>
                      </a:endParaRPr>
                    </a:p>
                  </a:txBody>
                  <a:tcPr marL="11093" marR="11093" marT="11093" marB="0" anchor="b"/>
                </a:tc>
                <a:tc>
                  <a:txBody>
                    <a:bodyPr/>
                    <a:lstStyle/>
                    <a:p>
                      <a:pPr algn="l" fontAlgn="b"/>
                      <a:r>
                        <a:rPr lang="en-IN" sz="1700" u="none" strike="noStrike">
                          <a:effectLst/>
                        </a:rPr>
                        <a:t> </a:t>
                      </a:r>
                      <a:endParaRPr lang="en-IN" sz="1700" b="0" i="0" u="none" strike="noStrike">
                        <a:solidFill>
                          <a:srgbClr val="000000"/>
                        </a:solidFill>
                        <a:effectLst/>
                        <a:latin typeface="Verdana" panose="020B0604030504040204" pitchFamily="34" charset="0"/>
                      </a:endParaRPr>
                    </a:p>
                  </a:txBody>
                  <a:tcPr marL="11093" marR="11093" marT="11093" marB="0" anchor="b"/>
                </a:tc>
                <a:tc>
                  <a:txBody>
                    <a:bodyPr/>
                    <a:lstStyle/>
                    <a:p>
                      <a:pPr algn="l" fontAlgn="b"/>
                      <a:endParaRPr lang="en-IN" sz="1700" b="0" i="0" u="none" strike="noStrike">
                        <a:solidFill>
                          <a:srgbClr val="000000"/>
                        </a:solidFill>
                        <a:effectLst/>
                        <a:latin typeface="Verdana" panose="020B0604030504040204" pitchFamily="34" charset="0"/>
                      </a:endParaRPr>
                    </a:p>
                  </a:txBody>
                  <a:tcPr marL="11093" marR="11093" marT="11093" marB="0" anchor="b"/>
                </a:tc>
                <a:tc>
                  <a:txBody>
                    <a:bodyPr/>
                    <a:lstStyle/>
                    <a:p>
                      <a:pPr algn="l" fontAlgn="b"/>
                      <a:endParaRPr lang="en-IN" sz="1700" b="0" i="0" u="none" strike="noStrike">
                        <a:solidFill>
                          <a:srgbClr val="000000"/>
                        </a:solidFill>
                        <a:effectLst/>
                        <a:latin typeface="Verdana" panose="020B0604030504040204" pitchFamily="34" charset="0"/>
                      </a:endParaRPr>
                    </a:p>
                  </a:txBody>
                  <a:tcPr marL="11093" marR="11093" marT="11093" marB="0" anchor="b"/>
                </a:tc>
                <a:tc>
                  <a:txBody>
                    <a:bodyPr/>
                    <a:lstStyle/>
                    <a:p>
                      <a:pPr algn="l" fontAlgn="b"/>
                      <a:endParaRPr lang="en-IN" sz="1700" b="0" i="0" u="none" strike="noStrike">
                        <a:solidFill>
                          <a:srgbClr val="000000"/>
                        </a:solidFill>
                        <a:effectLst/>
                        <a:latin typeface="Verdana" panose="020B0604030504040204" pitchFamily="34" charset="0"/>
                      </a:endParaRPr>
                    </a:p>
                  </a:txBody>
                  <a:tcPr marL="11093" marR="11093" marT="11093" marB="0" anchor="b"/>
                </a:tc>
                <a:tc>
                  <a:txBody>
                    <a:bodyPr/>
                    <a:lstStyle/>
                    <a:p>
                      <a:pPr algn="l" fontAlgn="b"/>
                      <a:r>
                        <a:rPr lang="en-IN" sz="1700" u="none" strike="noStrike">
                          <a:effectLst/>
                        </a:rPr>
                        <a:t> </a:t>
                      </a:r>
                      <a:endParaRPr lang="en-IN" sz="1700" b="0" i="0" u="none" strike="noStrike">
                        <a:solidFill>
                          <a:srgbClr val="000000"/>
                        </a:solidFill>
                        <a:effectLst/>
                        <a:latin typeface="Verdana" panose="020B0604030504040204" pitchFamily="34" charset="0"/>
                      </a:endParaRPr>
                    </a:p>
                  </a:txBody>
                  <a:tcPr marL="11093" marR="11093" marT="11093" marB="0" anchor="b"/>
                </a:tc>
                <a:tc>
                  <a:txBody>
                    <a:bodyPr/>
                    <a:lstStyle/>
                    <a:p>
                      <a:pPr algn="r" fontAlgn="ctr"/>
                      <a:r>
                        <a:rPr lang="en-IN" sz="1700" u="none" strike="noStrike">
                          <a:effectLst/>
                        </a:rPr>
                        <a:t>10</a:t>
                      </a:r>
                      <a:endParaRPr lang="en-IN" sz="1700" b="0" i="0" u="none" strike="noStrike">
                        <a:solidFill>
                          <a:srgbClr val="000000"/>
                        </a:solidFill>
                        <a:effectLst/>
                        <a:latin typeface="Verdana" panose="020B0604030504040204" pitchFamily="34" charset="0"/>
                      </a:endParaRPr>
                    </a:p>
                  </a:txBody>
                  <a:tcPr marL="11093" marR="11093" marT="11093" marB="0" anchor="ctr"/>
                </a:tc>
                <a:tc>
                  <a:txBody>
                    <a:bodyPr/>
                    <a:lstStyle/>
                    <a:p>
                      <a:pPr algn="r" fontAlgn="ctr"/>
                      <a:r>
                        <a:rPr lang="en-IN" sz="1700" u="none" strike="noStrike">
                          <a:effectLst/>
                        </a:rPr>
                        <a:t>80</a:t>
                      </a:r>
                      <a:endParaRPr lang="en-IN" sz="1700" b="0" i="0" u="none" strike="noStrike">
                        <a:solidFill>
                          <a:srgbClr val="000000"/>
                        </a:solidFill>
                        <a:effectLst/>
                        <a:latin typeface="Verdana" panose="020B0604030504040204" pitchFamily="34" charset="0"/>
                      </a:endParaRPr>
                    </a:p>
                  </a:txBody>
                  <a:tcPr marL="11093" marR="11093" marT="11093" marB="0" anchor="ctr"/>
                </a:tc>
                <a:extLst>
                  <a:ext uri="{0D108BD9-81ED-4DB2-BD59-A6C34878D82A}">
                    <a16:rowId xmlns:a16="http://schemas.microsoft.com/office/drawing/2014/main" val="3049797413"/>
                  </a:ext>
                </a:extLst>
              </a:tr>
              <a:tr h="341221">
                <a:tc>
                  <a:txBody>
                    <a:bodyPr/>
                    <a:lstStyle/>
                    <a:p>
                      <a:pPr algn="l" fontAlgn="ctr"/>
                      <a:r>
                        <a:rPr lang="en-IN" sz="1700" u="none" strike="noStrike">
                          <a:effectLst/>
                        </a:rPr>
                        <a:t>Consumer Linking Service</a:t>
                      </a:r>
                      <a:endParaRPr lang="en-IN" sz="1700" b="1" i="0" u="none" strike="noStrike">
                        <a:solidFill>
                          <a:srgbClr val="000000"/>
                        </a:solidFill>
                        <a:effectLst/>
                        <a:latin typeface="Verdana" panose="020B0604030504040204" pitchFamily="34" charset="0"/>
                      </a:endParaRPr>
                    </a:p>
                  </a:txBody>
                  <a:tcPr marL="11093" marR="11093" marT="11093" marB="0" anchor="ctr"/>
                </a:tc>
                <a:tc>
                  <a:txBody>
                    <a:bodyPr/>
                    <a:lstStyle/>
                    <a:p>
                      <a:pPr algn="l" fontAlgn="b"/>
                      <a:r>
                        <a:rPr lang="en-IN" sz="1700" u="none" strike="noStrike">
                          <a:effectLst/>
                        </a:rPr>
                        <a:t> </a:t>
                      </a:r>
                      <a:endParaRPr lang="en-IN" sz="1700" b="0" i="0" u="none" strike="noStrike">
                        <a:solidFill>
                          <a:srgbClr val="000000"/>
                        </a:solidFill>
                        <a:effectLst/>
                        <a:latin typeface="Verdana" panose="020B0604030504040204" pitchFamily="34" charset="0"/>
                      </a:endParaRPr>
                    </a:p>
                  </a:txBody>
                  <a:tcPr marL="11093" marR="11093" marT="11093" marB="0" anchor="b"/>
                </a:tc>
                <a:tc>
                  <a:txBody>
                    <a:bodyPr/>
                    <a:lstStyle/>
                    <a:p>
                      <a:pPr algn="l" fontAlgn="b"/>
                      <a:endParaRPr lang="en-IN" sz="1700" b="0" i="0" u="none" strike="noStrike">
                        <a:solidFill>
                          <a:srgbClr val="000000"/>
                        </a:solidFill>
                        <a:effectLst/>
                        <a:latin typeface="Verdana" panose="020B0604030504040204" pitchFamily="34" charset="0"/>
                      </a:endParaRPr>
                    </a:p>
                  </a:txBody>
                  <a:tcPr marL="11093" marR="11093" marT="11093" marB="0" anchor="b"/>
                </a:tc>
                <a:tc>
                  <a:txBody>
                    <a:bodyPr/>
                    <a:lstStyle/>
                    <a:p>
                      <a:pPr algn="l" fontAlgn="b"/>
                      <a:endParaRPr lang="en-IN" sz="1700" b="0" i="0" u="none" strike="noStrike">
                        <a:solidFill>
                          <a:srgbClr val="000000"/>
                        </a:solidFill>
                        <a:effectLst/>
                        <a:latin typeface="Verdana" panose="020B0604030504040204" pitchFamily="34" charset="0"/>
                      </a:endParaRPr>
                    </a:p>
                  </a:txBody>
                  <a:tcPr marL="11093" marR="11093" marT="11093" marB="0" anchor="b"/>
                </a:tc>
                <a:tc>
                  <a:txBody>
                    <a:bodyPr/>
                    <a:lstStyle/>
                    <a:p>
                      <a:pPr algn="l" fontAlgn="b"/>
                      <a:endParaRPr lang="en-IN" sz="1700" b="0" i="0" u="none" strike="noStrike">
                        <a:solidFill>
                          <a:srgbClr val="000000"/>
                        </a:solidFill>
                        <a:effectLst/>
                        <a:latin typeface="Verdana" panose="020B0604030504040204" pitchFamily="34" charset="0"/>
                      </a:endParaRPr>
                    </a:p>
                  </a:txBody>
                  <a:tcPr marL="11093" marR="11093" marT="11093" marB="0" anchor="b"/>
                </a:tc>
                <a:tc>
                  <a:txBody>
                    <a:bodyPr/>
                    <a:lstStyle/>
                    <a:p>
                      <a:pPr algn="l" fontAlgn="b"/>
                      <a:endParaRPr lang="en-IN" sz="1700" b="0" i="0" u="none" strike="noStrike">
                        <a:solidFill>
                          <a:srgbClr val="000000"/>
                        </a:solidFill>
                        <a:effectLst/>
                        <a:latin typeface="Verdana" panose="020B0604030504040204" pitchFamily="34" charset="0"/>
                      </a:endParaRPr>
                    </a:p>
                  </a:txBody>
                  <a:tcPr marL="11093" marR="11093" marT="11093" marB="0" anchor="b"/>
                </a:tc>
                <a:tc>
                  <a:txBody>
                    <a:bodyPr/>
                    <a:lstStyle/>
                    <a:p>
                      <a:pPr algn="l" fontAlgn="b"/>
                      <a:endParaRPr lang="en-IN" sz="1700" b="0" i="0" u="none" strike="noStrike">
                        <a:solidFill>
                          <a:srgbClr val="000000"/>
                        </a:solidFill>
                        <a:effectLst/>
                        <a:latin typeface="Verdana" panose="020B0604030504040204" pitchFamily="34" charset="0"/>
                      </a:endParaRPr>
                    </a:p>
                  </a:txBody>
                  <a:tcPr marL="11093" marR="11093" marT="11093" marB="0" anchor="b"/>
                </a:tc>
                <a:tc>
                  <a:txBody>
                    <a:bodyPr/>
                    <a:lstStyle/>
                    <a:p>
                      <a:pPr algn="l" fontAlgn="b"/>
                      <a:endParaRPr lang="en-IN" sz="1700" b="0" i="0" u="none" strike="noStrike">
                        <a:solidFill>
                          <a:srgbClr val="000000"/>
                        </a:solidFill>
                        <a:effectLst/>
                        <a:latin typeface="Verdana" panose="020B0604030504040204" pitchFamily="34" charset="0"/>
                      </a:endParaRPr>
                    </a:p>
                  </a:txBody>
                  <a:tcPr marL="11093" marR="11093" marT="11093" marB="0" anchor="b"/>
                </a:tc>
                <a:tc>
                  <a:txBody>
                    <a:bodyPr/>
                    <a:lstStyle/>
                    <a:p>
                      <a:pPr algn="l" fontAlgn="b"/>
                      <a:r>
                        <a:rPr lang="en-IN" sz="1700" u="none" strike="noStrike">
                          <a:effectLst/>
                        </a:rPr>
                        <a:t> </a:t>
                      </a:r>
                      <a:endParaRPr lang="en-IN" sz="1700" b="0" i="0" u="none" strike="noStrike">
                        <a:solidFill>
                          <a:srgbClr val="000000"/>
                        </a:solidFill>
                        <a:effectLst/>
                        <a:latin typeface="Verdana" panose="020B0604030504040204" pitchFamily="34" charset="0"/>
                      </a:endParaRPr>
                    </a:p>
                  </a:txBody>
                  <a:tcPr marL="11093" marR="11093" marT="11093" marB="0" anchor="b"/>
                </a:tc>
                <a:tc>
                  <a:txBody>
                    <a:bodyPr/>
                    <a:lstStyle/>
                    <a:p>
                      <a:pPr algn="l" fontAlgn="b"/>
                      <a:r>
                        <a:rPr lang="en-IN" sz="1700" u="none" strike="noStrike">
                          <a:effectLst/>
                        </a:rPr>
                        <a:t> </a:t>
                      </a:r>
                      <a:endParaRPr lang="en-IN" sz="1700" b="0" i="0" u="none" strike="noStrike">
                        <a:solidFill>
                          <a:srgbClr val="000000"/>
                        </a:solidFill>
                        <a:effectLst/>
                        <a:latin typeface="Verdana" panose="020B0604030504040204" pitchFamily="34" charset="0"/>
                      </a:endParaRPr>
                    </a:p>
                  </a:txBody>
                  <a:tcPr marL="11093" marR="11093" marT="11093" marB="0" anchor="b"/>
                </a:tc>
                <a:tc>
                  <a:txBody>
                    <a:bodyPr/>
                    <a:lstStyle/>
                    <a:p>
                      <a:pPr algn="l" fontAlgn="b"/>
                      <a:r>
                        <a:rPr lang="en-IN" sz="1700" u="none" strike="noStrike">
                          <a:effectLst/>
                        </a:rPr>
                        <a:t> </a:t>
                      </a:r>
                      <a:endParaRPr lang="en-IN" sz="1700" b="0" i="0" u="none" strike="noStrike">
                        <a:solidFill>
                          <a:srgbClr val="000000"/>
                        </a:solidFill>
                        <a:effectLst/>
                        <a:latin typeface="Verdana" panose="020B0604030504040204" pitchFamily="34" charset="0"/>
                      </a:endParaRPr>
                    </a:p>
                  </a:txBody>
                  <a:tcPr marL="11093" marR="11093" marT="11093" marB="0" anchor="b"/>
                </a:tc>
                <a:extLst>
                  <a:ext uri="{0D108BD9-81ED-4DB2-BD59-A6C34878D82A}">
                    <a16:rowId xmlns:a16="http://schemas.microsoft.com/office/drawing/2014/main" val="3486209314"/>
                  </a:ext>
                </a:extLst>
              </a:tr>
              <a:tr h="341221">
                <a:tc>
                  <a:txBody>
                    <a:bodyPr/>
                    <a:lstStyle/>
                    <a:p>
                      <a:pPr algn="r" fontAlgn="ctr"/>
                      <a:r>
                        <a:rPr lang="en-IN" sz="1700" u="none" strike="noStrike">
                          <a:effectLst/>
                        </a:rPr>
                        <a:t>Consumer DB Development</a:t>
                      </a:r>
                      <a:endParaRPr lang="en-IN" sz="1700" b="0" i="1" u="none" strike="noStrike">
                        <a:solidFill>
                          <a:srgbClr val="000000"/>
                        </a:solidFill>
                        <a:effectLst/>
                        <a:latin typeface="Verdana" panose="020B0604030504040204" pitchFamily="34" charset="0"/>
                      </a:endParaRPr>
                    </a:p>
                  </a:txBody>
                  <a:tcPr marL="11093" marR="11093" marT="11093" marB="0" anchor="ctr"/>
                </a:tc>
                <a:tc>
                  <a:txBody>
                    <a:bodyPr/>
                    <a:lstStyle/>
                    <a:p>
                      <a:pPr algn="l" fontAlgn="b"/>
                      <a:r>
                        <a:rPr lang="en-IN" sz="1700" u="none" strike="noStrike">
                          <a:effectLst/>
                        </a:rPr>
                        <a:t> </a:t>
                      </a:r>
                      <a:endParaRPr lang="en-IN" sz="1700" b="0" i="0" u="none" strike="noStrike">
                        <a:solidFill>
                          <a:srgbClr val="000000"/>
                        </a:solidFill>
                        <a:effectLst/>
                        <a:latin typeface="Verdana" panose="020B0604030504040204" pitchFamily="34" charset="0"/>
                      </a:endParaRPr>
                    </a:p>
                  </a:txBody>
                  <a:tcPr marL="11093" marR="11093" marT="11093" marB="0" anchor="b"/>
                </a:tc>
                <a:tc>
                  <a:txBody>
                    <a:bodyPr/>
                    <a:lstStyle/>
                    <a:p>
                      <a:pPr algn="l" fontAlgn="b"/>
                      <a:endParaRPr lang="en-IN" sz="1700" b="0" i="0" u="none" strike="noStrike">
                        <a:solidFill>
                          <a:srgbClr val="000000"/>
                        </a:solidFill>
                        <a:effectLst/>
                        <a:latin typeface="Verdana" panose="020B0604030504040204" pitchFamily="34" charset="0"/>
                      </a:endParaRPr>
                    </a:p>
                  </a:txBody>
                  <a:tcPr marL="11093" marR="11093" marT="11093" marB="0" anchor="b"/>
                </a:tc>
                <a:tc>
                  <a:txBody>
                    <a:bodyPr/>
                    <a:lstStyle/>
                    <a:p>
                      <a:pPr algn="l" fontAlgn="b"/>
                      <a:endParaRPr lang="en-IN" sz="1700" b="0" i="0" u="none" strike="noStrike">
                        <a:solidFill>
                          <a:srgbClr val="000000"/>
                        </a:solidFill>
                        <a:effectLst/>
                        <a:latin typeface="Verdana" panose="020B0604030504040204" pitchFamily="34" charset="0"/>
                      </a:endParaRPr>
                    </a:p>
                  </a:txBody>
                  <a:tcPr marL="11093" marR="11093" marT="11093" marB="0" anchor="b"/>
                </a:tc>
                <a:tc>
                  <a:txBody>
                    <a:bodyPr/>
                    <a:lstStyle/>
                    <a:p>
                      <a:pPr algn="l" fontAlgn="b"/>
                      <a:endParaRPr lang="en-IN" sz="1700" b="0" i="0" u="none" strike="noStrike">
                        <a:solidFill>
                          <a:srgbClr val="000000"/>
                        </a:solidFill>
                        <a:effectLst/>
                        <a:latin typeface="Verdana" panose="020B0604030504040204" pitchFamily="34" charset="0"/>
                      </a:endParaRPr>
                    </a:p>
                  </a:txBody>
                  <a:tcPr marL="11093" marR="11093" marT="11093" marB="0" anchor="b"/>
                </a:tc>
                <a:tc>
                  <a:txBody>
                    <a:bodyPr/>
                    <a:lstStyle/>
                    <a:p>
                      <a:pPr algn="l" fontAlgn="b"/>
                      <a:r>
                        <a:rPr lang="en-IN" sz="1700" u="none" strike="noStrike">
                          <a:effectLst/>
                        </a:rPr>
                        <a:t> </a:t>
                      </a:r>
                      <a:endParaRPr lang="en-IN" sz="1700" b="0" i="0" u="none" strike="noStrike">
                        <a:solidFill>
                          <a:srgbClr val="000000"/>
                        </a:solidFill>
                        <a:effectLst/>
                        <a:latin typeface="Verdana" panose="020B0604030504040204" pitchFamily="34" charset="0"/>
                      </a:endParaRPr>
                    </a:p>
                  </a:txBody>
                  <a:tcPr marL="11093" marR="11093" marT="11093" marB="0" anchor="b"/>
                </a:tc>
                <a:tc>
                  <a:txBody>
                    <a:bodyPr/>
                    <a:lstStyle/>
                    <a:p>
                      <a:pPr algn="l" fontAlgn="b"/>
                      <a:endParaRPr lang="en-IN" sz="1700" b="0" i="0" u="none" strike="noStrike">
                        <a:solidFill>
                          <a:srgbClr val="000000"/>
                        </a:solidFill>
                        <a:effectLst/>
                        <a:latin typeface="Verdana" panose="020B0604030504040204" pitchFamily="34" charset="0"/>
                      </a:endParaRPr>
                    </a:p>
                  </a:txBody>
                  <a:tcPr marL="11093" marR="11093" marT="11093" marB="0" anchor="b"/>
                </a:tc>
                <a:tc>
                  <a:txBody>
                    <a:bodyPr/>
                    <a:lstStyle/>
                    <a:p>
                      <a:pPr algn="l" fontAlgn="b"/>
                      <a:endParaRPr lang="en-IN" sz="1700" b="0" i="0" u="none" strike="noStrike">
                        <a:solidFill>
                          <a:srgbClr val="000000"/>
                        </a:solidFill>
                        <a:effectLst/>
                        <a:latin typeface="Verdana" panose="020B0604030504040204" pitchFamily="34" charset="0"/>
                      </a:endParaRPr>
                    </a:p>
                  </a:txBody>
                  <a:tcPr marL="11093" marR="11093" marT="11093" marB="0" anchor="b"/>
                </a:tc>
                <a:tc>
                  <a:txBody>
                    <a:bodyPr/>
                    <a:lstStyle/>
                    <a:p>
                      <a:pPr algn="l" fontAlgn="b"/>
                      <a:r>
                        <a:rPr lang="en-IN" sz="1700" u="none" strike="noStrike">
                          <a:effectLst/>
                        </a:rPr>
                        <a:t> </a:t>
                      </a:r>
                      <a:endParaRPr lang="en-IN" sz="1700" b="0" i="0" u="none" strike="noStrike">
                        <a:solidFill>
                          <a:srgbClr val="000000"/>
                        </a:solidFill>
                        <a:effectLst/>
                        <a:latin typeface="Verdana" panose="020B0604030504040204" pitchFamily="34" charset="0"/>
                      </a:endParaRPr>
                    </a:p>
                  </a:txBody>
                  <a:tcPr marL="11093" marR="11093" marT="11093" marB="0" anchor="b"/>
                </a:tc>
                <a:tc>
                  <a:txBody>
                    <a:bodyPr/>
                    <a:lstStyle/>
                    <a:p>
                      <a:pPr algn="r" fontAlgn="ctr"/>
                      <a:r>
                        <a:rPr lang="en-IN" sz="1700" u="none" strike="noStrike">
                          <a:effectLst/>
                        </a:rPr>
                        <a:t>5</a:t>
                      </a:r>
                      <a:endParaRPr lang="en-IN" sz="1700" b="0" i="0" u="none" strike="noStrike">
                        <a:solidFill>
                          <a:srgbClr val="000000"/>
                        </a:solidFill>
                        <a:effectLst/>
                        <a:latin typeface="Verdana" panose="020B0604030504040204" pitchFamily="34" charset="0"/>
                      </a:endParaRPr>
                    </a:p>
                  </a:txBody>
                  <a:tcPr marL="11093" marR="11093" marT="11093" marB="0" anchor="ctr"/>
                </a:tc>
                <a:tc>
                  <a:txBody>
                    <a:bodyPr/>
                    <a:lstStyle/>
                    <a:p>
                      <a:pPr algn="r" fontAlgn="ctr"/>
                      <a:r>
                        <a:rPr lang="en-IN" sz="1700" u="none" strike="noStrike">
                          <a:effectLst/>
                        </a:rPr>
                        <a:t>40</a:t>
                      </a:r>
                      <a:endParaRPr lang="en-IN" sz="1700" b="0" i="0" u="none" strike="noStrike">
                        <a:solidFill>
                          <a:srgbClr val="000000"/>
                        </a:solidFill>
                        <a:effectLst/>
                        <a:latin typeface="Verdana" panose="020B0604030504040204" pitchFamily="34" charset="0"/>
                      </a:endParaRPr>
                    </a:p>
                  </a:txBody>
                  <a:tcPr marL="11093" marR="11093" marT="11093" marB="0" anchor="ctr"/>
                </a:tc>
                <a:extLst>
                  <a:ext uri="{0D108BD9-81ED-4DB2-BD59-A6C34878D82A}">
                    <a16:rowId xmlns:a16="http://schemas.microsoft.com/office/drawing/2014/main" val="48153000"/>
                  </a:ext>
                </a:extLst>
              </a:tr>
              <a:tr h="341221">
                <a:tc>
                  <a:txBody>
                    <a:bodyPr/>
                    <a:lstStyle/>
                    <a:p>
                      <a:pPr algn="r" fontAlgn="ctr"/>
                      <a:r>
                        <a:rPr lang="en-IN" sz="1700" u="none" strike="noStrike">
                          <a:effectLst/>
                        </a:rPr>
                        <a:t>Consumer 360 integration</a:t>
                      </a:r>
                      <a:endParaRPr lang="en-IN" sz="1700" b="0" i="1" u="none" strike="noStrike">
                        <a:solidFill>
                          <a:srgbClr val="000000"/>
                        </a:solidFill>
                        <a:effectLst/>
                        <a:latin typeface="Verdana" panose="020B0604030504040204" pitchFamily="34" charset="0"/>
                      </a:endParaRPr>
                    </a:p>
                  </a:txBody>
                  <a:tcPr marL="11093" marR="11093" marT="11093" marB="0" anchor="ctr"/>
                </a:tc>
                <a:tc>
                  <a:txBody>
                    <a:bodyPr/>
                    <a:lstStyle/>
                    <a:p>
                      <a:pPr algn="l" fontAlgn="b"/>
                      <a:r>
                        <a:rPr lang="en-IN" sz="1700" u="none" strike="noStrike">
                          <a:effectLst/>
                        </a:rPr>
                        <a:t> </a:t>
                      </a:r>
                      <a:endParaRPr lang="en-IN" sz="1700" b="0" i="0" u="none" strike="noStrike">
                        <a:solidFill>
                          <a:srgbClr val="000000"/>
                        </a:solidFill>
                        <a:effectLst/>
                        <a:latin typeface="Verdana" panose="020B0604030504040204" pitchFamily="34" charset="0"/>
                      </a:endParaRPr>
                    </a:p>
                  </a:txBody>
                  <a:tcPr marL="11093" marR="11093" marT="11093" marB="0" anchor="b"/>
                </a:tc>
                <a:tc>
                  <a:txBody>
                    <a:bodyPr/>
                    <a:lstStyle/>
                    <a:p>
                      <a:pPr algn="l" fontAlgn="b"/>
                      <a:endParaRPr lang="en-IN" sz="1700" b="0" i="0" u="none" strike="noStrike">
                        <a:solidFill>
                          <a:srgbClr val="000000"/>
                        </a:solidFill>
                        <a:effectLst/>
                        <a:latin typeface="Verdana" panose="020B0604030504040204" pitchFamily="34" charset="0"/>
                      </a:endParaRPr>
                    </a:p>
                  </a:txBody>
                  <a:tcPr marL="11093" marR="11093" marT="11093" marB="0" anchor="b"/>
                </a:tc>
                <a:tc>
                  <a:txBody>
                    <a:bodyPr/>
                    <a:lstStyle/>
                    <a:p>
                      <a:pPr algn="l" fontAlgn="b"/>
                      <a:endParaRPr lang="en-IN" sz="1700" b="0" i="0" u="none" strike="noStrike">
                        <a:solidFill>
                          <a:srgbClr val="000000"/>
                        </a:solidFill>
                        <a:effectLst/>
                        <a:latin typeface="Verdana" panose="020B0604030504040204" pitchFamily="34" charset="0"/>
                      </a:endParaRPr>
                    </a:p>
                  </a:txBody>
                  <a:tcPr marL="11093" marR="11093" marT="11093" marB="0" anchor="b"/>
                </a:tc>
                <a:tc>
                  <a:txBody>
                    <a:bodyPr/>
                    <a:lstStyle/>
                    <a:p>
                      <a:pPr algn="l" fontAlgn="b"/>
                      <a:endParaRPr lang="en-IN" sz="1700" b="0" i="0" u="none" strike="noStrike">
                        <a:solidFill>
                          <a:srgbClr val="000000"/>
                        </a:solidFill>
                        <a:effectLst/>
                        <a:latin typeface="Verdana" panose="020B0604030504040204" pitchFamily="34" charset="0"/>
                      </a:endParaRPr>
                    </a:p>
                  </a:txBody>
                  <a:tcPr marL="11093" marR="11093" marT="11093" marB="0" anchor="b"/>
                </a:tc>
                <a:tc>
                  <a:txBody>
                    <a:bodyPr/>
                    <a:lstStyle/>
                    <a:p>
                      <a:pPr algn="l" fontAlgn="b"/>
                      <a:endParaRPr lang="en-IN" sz="1700" b="0" i="0" u="none" strike="noStrike">
                        <a:solidFill>
                          <a:srgbClr val="000000"/>
                        </a:solidFill>
                        <a:effectLst/>
                        <a:latin typeface="Verdana" panose="020B0604030504040204" pitchFamily="34" charset="0"/>
                      </a:endParaRPr>
                    </a:p>
                  </a:txBody>
                  <a:tcPr marL="11093" marR="11093" marT="11093" marB="0" anchor="b"/>
                </a:tc>
                <a:tc>
                  <a:txBody>
                    <a:bodyPr/>
                    <a:lstStyle/>
                    <a:p>
                      <a:pPr algn="l" fontAlgn="b"/>
                      <a:r>
                        <a:rPr lang="en-IN" sz="1700" u="none" strike="noStrike">
                          <a:effectLst/>
                        </a:rPr>
                        <a:t> </a:t>
                      </a:r>
                      <a:endParaRPr lang="en-IN" sz="1700" b="0" i="0" u="none" strike="noStrike">
                        <a:solidFill>
                          <a:srgbClr val="000000"/>
                        </a:solidFill>
                        <a:effectLst/>
                        <a:latin typeface="Verdana" panose="020B0604030504040204" pitchFamily="34" charset="0"/>
                      </a:endParaRPr>
                    </a:p>
                  </a:txBody>
                  <a:tcPr marL="11093" marR="11093" marT="11093" marB="0" anchor="b"/>
                </a:tc>
                <a:tc>
                  <a:txBody>
                    <a:bodyPr/>
                    <a:lstStyle/>
                    <a:p>
                      <a:pPr algn="l" fontAlgn="b"/>
                      <a:endParaRPr lang="en-IN" sz="1700" b="0" i="0" u="none" strike="noStrike">
                        <a:solidFill>
                          <a:srgbClr val="000000"/>
                        </a:solidFill>
                        <a:effectLst/>
                        <a:latin typeface="Verdana" panose="020B0604030504040204" pitchFamily="34" charset="0"/>
                      </a:endParaRPr>
                    </a:p>
                  </a:txBody>
                  <a:tcPr marL="11093" marR="11093" marT="11093" marB="0" anchor="b"/>
                </a:tc>
                <a:tc>
                  <a:txBody>
                    <a:bodyPr/>
                    <a:lstStyle/>
                    <a:p>
                      <a:pPr algn="l" fontAlgn="b"/>
                      <a:r>
                        <a:rPr lang="en-IN" sz="1700" u="none" strike="noStrike">
                          <a:effectLst/>
                        </a:rPr>
                        <a:t> </a:t>
                      </a:r>
                      <a:endParaRPr lang="en-IN" sz="1700" b="0" i="0" u="none" strike="noStrike">
                        <a:solidFill>
                          <a:srgbClr val="000000"/>
                        </a:solidFill>
                        <a:effectLst/>
                        <a:latin typeface="Verdana" panose="020B0604030504040204" pitchFamily="34" charset="0"/>
                      </a:endParaRPr>
                    </a:p>
                  </a:txBody>
                  <a:tcPr marL="11093" marR="11093" marT="11093" marB="0" anchor="b"/>
                </a:tc>
                <a:tc>
                  <a:txBody>
                    <a:bodyPr/>
                    <a:lstStyle/>
                    <a:p>
                      <a:pPr algn="r" fontAlgn="ctr"/>
                      <a:r>
                        <a:rPr lang="en-IN" sz="1700" u="none" strike="noStrike">
                          <a:effectLst/>
                        </a:rPr>
                        <a:t>5</a:t>
                      </a:r>
                      <a:endParaRPr lang="en-IN" sz="1700" b="0" i="0" u="none" strike="noStrike">
                        <a:solidFill>
                          <a:srgbClr val="000000"/>
                        </a:solidFill>
                        <a:effectLst/>
                        <a:latin typeface="Verdana" panose="020B0604030504040204" pitchFamily="34" charset="0"/>
                      </a:endParaRPr>
                    </a:p>
                  </a:txBody>
                  <a:tcPr marL="11093" marR="11093" marT="11093" marB="0" anchor="ctr"/>
                </a:tc>
                <a:tc>
                  <a:txBody>
                    <a:bodyPr/>
                    <a:lstStyle/>
                    <a:p>
                      <a:pPr algn="r" fontAlgn="ctr"/>
                      <a:r>
                        <a:rPr lang="en-IN" sz="1700" u="none" strike="noStrike">
                          <a:effectLst/>
                        </a:rPr>
                        <a:t>40</a:t>
                      </a:r>
                      <a:endParaRPr lang="en-IN" sz="1700" b="0" i="0" u="none" strike="noStrike">
                        <a:solidFill>
                          <a:srgbClr val="000000"/>
                        </a:solidFill>
                        <a:effectLst/>
                        <a:latin typeface="Verdana" panose="020B0604030504040204" pitchFamily="34" charset="0"/>
                      </a:endParaRPr>
                    </a:p>
                  </a:txBody>
                  <a:tcPr marL="11093" marR="11093" marT="11093" marB="0" anchor="ctr"/>
                </a:tc>
                <a:extLst>
                  <a:ext uri="{0D108BD9-81ED-4DB2-BD59-A6C34878D82A}">
                    <a16:rowId xmlns:a16="http://schemas.microsoft.com/office/drawing/2014/main" val="1977121498"/>
                  </a:ext>
                </a:extLst>
              </a:tr>
              <a:tr h="607453">
                <a:tc>
                  <a:txBody>
                    <a:bodyPr/>
                    <a:lstStyle/>
                    <a:p>
                      <a:pPr algn="r" fontAlgn="ctr"/>
                      <a:r>
                        <a:rPr lang="en-IN" sz="1700" u="none" strike="noStrike">
                          <a:effectLst/>
                        </a:rPr>
                        <a:t>Consumer linking service development</a:t>
                      </a:r>
                      <a:endParaRPr lang="en-IN" sz="1700" b="0" i="1" u="none" strike="noStrike">
                        <a:solidFill>
                          <a:srgbClr val="000000"/>
                        </a:solidFill>
                        <a:effectLst/>
                        <a:latin typeface="Verdana" panose="020B0604030504040204" pitchFamily="34" charset="0"/>
                      </a:endParaRPr>
                    </a:p>
                  </a:txBody>
                  <a:tcPr marL="11093" marR="11093" marT="11093" marB="0" anchor="ctr"/>
                </a:tc>
                <a:tc>
                  <a:txBody>
                    <a:bodyPr/>
                    <a:lstStyle/>
                    <a:p>
                      <a:pPr algn="l" fontAlgn="b"/>
                      <a:r>
                        <a:rPr lang="en-IN" sz="1700" u="none" strike="noStrike">
                          <a:effectLst/>
                        </a:rPr>
                        <a:t> </a:t>
                      </a:r>
                      <a:endParaRPr lang="en-IN" sz="1700" b="0" i="0" u="none" strike="noStrike">
                        <a:solidFill>
                          <a:srgbClr val="000000"/>
                        </a:solidFill>
                        <a:effectLst/>
                        <a:latin typeface="Verdana" panose="020B0604030504040204" pitchFamily="34" charset="0"/>
                      </a:endParaRPr>
                    </a:p>
                  </a:txBody>
                  <a:tcPr marL="11093" marR="11093" marT="11093" marB="0" anchor="b"/>
                </a:tc>
                <a:tc>
                  <a:txBody>
                    <a:bodyPr/>
                    <a:lstStyle/>
                    <a:p>
                      <a:pPr algn="l" fontAlgn="b"/>
                      <a:r>
                        <a:rPr lang="en-IN" sz="1700" u="none" strike="noStrike">
                          <a:effectLst/>
                        </a:rPr>
                        <a:t> </a:t>
                      </a:r>
                      <a:endParaRPr lang="en-IN" sz="1700" b="0" i="0" u="none" strike="noStrike">
                        <a:solidFill>
                          <a:srgbClr val="000000"/>
                        </a:solidFill>
                        <a:effectLst/>
                        <a:latin typeface="Verdana" panose="020B0604030504040204" pitchFamily="34" charset="0"/>
                      </a:endParaRPr>
                    </a:p>
                  </a:txBody>
                  <a:tcPr marL="11093" marR="11093" marT="11093" marB="0" anchor="b"/>
                </a:tc>
                <a:tc>
                  <a:txBody>
                    <a:bodyPr/>
                    <a:lstStyle/>
                    <a:p>
                      <a:pPr algn="l" fontAlgn="b"/>
                      <a:r>
                        <a:rPr lang="en-IN" sz="1700" u="none" strike="noStrike">
                          <a:effectLst/>
                        </a:rPr>
                        <a:t> </a:t>
                      </a:r>
                      <a:endParaRPr lang="en-IN" sz="1700" b="0" i="0" u="none" strike="noStrike">
                        <a:solidFill>
                          <a:srgbClr val="000000"/>
                        </a:solidFill>
                        <a:effectLst/>
                        <a:latin typeface="Verdana" panose="020B0604030504040204" pitchFamily="34" charset="0"/>
                      </a:endParaRPr>
                    </a:p>
                  </a:txBody>
                  <a:tcPr marL="11093" marR="11093" marT="11093" marB="0" anchor="b"/>
                </a:tc>
                <a:tc>
                  <a:txBody>
                    <a:bodyPr/>
                    <a:lstStyle/>
                    <a:p>
                      <a:pPr algn="l" fontAlgn="b"/>
                      <a:r>
                        <a:rPr lang="en-IN" sz="1700" u="none" strike="noStrike">
                          <a:effectLst/>
                        </a:rPr>
                        <a:t> </a:t>
                      </a:r>
                      <a:endParaRPr lang="en-IN" sz="1700" b="0" i="0" u="none" strike="noStrike">
                        <a:solidFill>
                          <a:srgbClr val="000000"/>
                        </a:solidFill>
                        <a:effectLst/>
                        <a:latin typeface="Verdana" panose="020B0604030504040204" pitchFamily="34" charset="0"/>
                      </a:endParaRPr>
                    </a:p>
                  </a:txBody>
                  <a:tcPr marL="11093" marR="11093" marT="11093" marB="0" anchor="b"/>
                </a:tc>
                <a:tc>
                  <a:txBody>
                    <a:bodyPr/>
                    <a:lstStyle/>
                    <a:p>
                      <a:pPr algn="l" fontAlgn="b"/>
                      <a:r>
                        <a:rPr lang="en-IN" sz="1700" u="none" strike="noStrike">
                          <a:effectLst/>
                        </a:rPr>
                        <a:t> </a:t>
                      </a:r>
                      <a:endParaRPr lang="en-IN" sz="1700" b="0" i="0" u="none" strike="noStrike">
                        <a:solidFill>
                          <a:srgbClr val="000000"/>
                        </a:solidFill>
                        <a:effectLst/>
                        <a:latin typeface="Verdana" panose="020B0604030504040204" pitchFamily="34" charset="0"/>
                      </a:endParaRPr>
                    </a:p>
                  </a:txBody>
                  <a:tcPr marL="11093" marR="11093" marT="11093" marB="0" anchor="b"/>
                </a:tc>
                <a:tc>
                  <a:txBody>
                    <a:bodyPr/>
                    <a:lstStyle/>
                    <a:p>
                      <a:pPr algn="l" fontAlgn="b"/>
                      <a:r>
                        <a:rPr lang="en-IN" sz="1700" u="none" strike="noStrike">
                          <a:effectLst/>
                        </a:rPr>
                        <a:t> </a:t>
                      </a:r>
                      <a:endParaRPr lang="en-IN" sz="1700" b="0" i="0" u="none" strike="noStrike">
                        <a:solidFill>
                          <a:srgbClr val="000000"/>
                        </a:solidFill>
                        <a:effectLst/>
                        <a:latin typeface="Verdana" panose="020B0604030504040204" pitchFamily="34" charset="0"/>
                      </a:endParaRPr>
                    </a:p>
                  </a:txBody>
                  <a:tcPr marL="11093" marR="11093" marT="11093" marB="0" anchor="b"/>
                </a:tc>
                <a:tc>
                  <a:txBody>
                    <a:bodyPr/>
                    <a:lstStyle/>
                    <a:p>
                      <a:pPr algn="l" fontAlgn="b"/>
                      <a:r>
                        <a:rPr lang="en-IN" sz="1700" u="none" strike="noStrike">
                          <a:effectLst/>
                        </a:rPr>
                        <a:t> </a:t>
                      </a:r>
                      <a:endParaRPr lang="en-IN" sz="1700" b="0" i="0" u="none" strike="noStrike">
                        <a:solidFill>
                          <a:srgbClr val="000000"/>
                        </a:solidFill>
                        <a:effectLst/>
                        <a:latin typeface="Verdana" panose="020B0604030504040204" pitchFamily="34" charset="0"/>
                      </a:endParaRPr>
                    </a:p>
                  </a:txBody>
                  <a:tcPr marL="11093" marR="11093" marT="11093" marB="0" anchor="b"/>
                </a:tc>
                <a:tc>
                  <a:txBody>
                    <a:bodyPr/>
                    <a:lstStyle/>
                    <a:p>
                      <a:pPr algn="l" fontAlgn="b"/>
                      <a:r>
                        <a:rPr lang="en-IN" sz="1700" u="none" strike="noStrike">
                          <a:effectLst/>
                        </a:rPr>
                        <a:t> </a:t>
                      </a:r>
                      <a:endParaRPr lang="en-IN" sz="1700" b="0" i="0" u="none" strike="noStrike">
                        <a:solidFill>
                          <a:srgbClr val="000000"/>
                        </a:solidFill>
                        <a:effectLst/>
                        <a:latin typeface="Verdana" panose="020B0604030504040204" pitchFamily="34" charset="0"/>
                      </a:endParaRPr>
                    </a:p>
                  </a:txBody>
                  <a:tcPr marL="11093" marR="11093" marT="11093" marB="0" anchor="b"/>
                </a:tc>
                <a:tc>
                  <a:txBody>
                    <a:bodyPr/>
                    <a:lstStyle/>
                    <a:p>
                      <a:pPr algn="r" fontAlgn="ctr"/>
                      <a:r>
                        <a:rPr lang="en-IN" sz="1700" u="none" strike="noStrike">
                          <a:effectLst/>
                        </a:rPr>
                        <a:t>8</a:t>
                      </a:r>
                      <a:endParaRPr lang="en-IN" sz="1700" b="0" i="0" u="none" strike="noStrike">
                        <a:solidFill>
                          <a:srgbClr val="000000"/>
                        </a:solidFill>
                        <a:effectLst/>
                        <a:latin typeface="Verdana" panose="020B0604030504040204" pitchFamily="34" charset="0"/>
                      </a:endParaRPr>
                    </a:p>
                  </a:txBody>
                  <a:tcPr marL="11093" marR="11093" marT="11093" marB="0" anchor="ctr"/>
                </a:tc>
                <a:tc>
                  <a:txBody>
                    <a:bodyPr/>
                    <a:lstStyle/>
                    <a:p>
                      <a:pPr algn="r" fontAlgn="ctr"/>
                      <a:r>
                        <a:rPr lang="en-IN" sz="1700" u="none" strike="noStrike">
                          <a:effectLst/>
                        </a:rPr>
                        <a:t>64</a:t>
                      </a:r>
                      <a:endParaRPr lang="en-IN" sz="1700" b="0" i="0" u="none" strike="noStrike">
                        <a:solidFill>
                          <a:srgbClr val="000000"/>
                        </a:solidFill>
                        <a:effectLst/>
                        <a:latin typeface="Verdana" panose="020B0604030504040204" pitchFamily="34" charset="0"/>
                      </a:endParaRPr>
                    </a:p>
                  </a:txBody>
                  <a:tcPr marL="11093" marR="11093" marT="11093" marB="0" anchor="ctr"/>
                </a:tc>
                <a:extLst>
                  <a:ext uri="{0D108BD9-81ED-4DB2-BD59-A6C34878D82A}">
                    <a16:rowId xmlns:a16="http://schemas.microsoft.com/office/drawing/2014/main" val="1724160362"/>
                  </a:ext>
                </a:extLst>
              </a:tr>
            </a:tbl>
          </a:graphicData>
        </a:graphic>
      </p:graphicFrame>
    </p:spTree>
    <p:extLst>
      <p:ext uri="{BB962C8B-B14F-4D97-AF65-F5344CB8AC3E}">
        <p14:creationId xmlns:p14="http://schemas.microsoft.com/office/powerpoint/2010/main" val="3251958683"/>
      </p:ext>
    </p:extLst>
  </p:cSld>
  <p:clrMapOvr>
    <a:masterClrMapping/>
  </p:clrMapOvr>
</p:sld>
</file>

<file path=ppt/theme/theme1.xml><?xml version="1.0" encoding="utf-8"?>
<a:theme xmlns:a="http://schemas.openxmlformats.org/drawingml/2006/main" name="1_Content - Light">
  <a:themeElements>
    <a:clrScheme name="25 Asc colors">
      <a:dk1>
        <a:srgbClr val="000000"/>
      </a:dk1>
      <a:lt1>
        <a:srgbClr val="FFFFFF"/>
      </a:lt1>
      <a:dk2>
        <a:srgbClr val="0E2841"/>
      </a:dk2>
      <a:lt2>
        <a:srgbClr val="B4B4B4"/>
      </a:lt2>
      <a:accent1>
        <a:srgbClr val="2EDCA9"/>
      </a:accent1>
      <a:accent2>
        <a:srgbClr val="006350"/>
      </a:accent2>
      <a:accent3>
        <a:srgbClr val="F5821E"/>
      </a:accent3>
      <a:accent4>
        <a:srgbClr val="5937AF"/>
      </a:accent4>
      <a:accent5>
        <a:srgbClr val="8C005A"/>
      </a:accent5>
      <a:accent6>
        <a:srgbClr val="828282"/>
      </a:accent6>
      <a:hlink>
        <a:srgbClr val="958BFA"/>
      </a:hlink>
      <a:folHlink>
        <a:srgbClr val="FEE04F"/>
      </a:folHlink>
    </a:clrScheme>
    <a:fontScheme name="Ascendion Fonts">
      <a:majorFont>
        <a:latin typeface="Aptos"/>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1E3F4082-7808-4881-B841-DF50AC8472A2}" vid="{AD8F05DF-AF63-4EFF-8DEB-D5CA5C06AB57}"/>
    </a:ext>
  </a:extLst>
</a:theme>
</file>

<file path=ppt/theme/theme2.xml><?xml version="1.0" encoding="utf-8"?>
<a:theme xmlns:a="http://schemas.openxmlformats.org/drawingml/2006/main" name="Content - Light">
  <a:themeElements>
    <a:clrScheme name="25 Asc colors">
      <a:dk1>
        <a:srgbClr val="000000"/>
      </a:dk1>
      <a:lt1>
        <a:srgbClr val="FFFFFF"/>
      </a:lt1>
      <a:dk2>
        <a:srgbClr val="0E2841"/>
      </a:dk2>
      <a:lt2>
        <a:srgbClr val="B4B4B4"/>
      </a:lt2>
      <a:accent1>
        <a:srgbClr val="2EDCA9"/>
      </a:accent1>
      <a:accent2>
        <a:srgbClr val="006350"/>
      </a:accent2>
      <a:accent3>
        <a:srgbClr val="F5821E"/>
      </a:accent3>
      <a:accent4>
        <a:srgbClr val="5937AF"/>
      </a:accent4>
      <a:accent5>
        <a:srgbClr val="8C005A"/>
      </a:accent5>
      <a:accent6>
        <a:srgbClr val="828282"/>
      </a:accent6>
      <a:hlink>
        <a:srgbClr val="958BFA"/>
      </a:hlink>
      <a:folHlink>
        <a:srgbClr val="FEE04F"/>
      </a:folHlink>
    </a:clrScheme>
    <a:fontScheme name="Ascendion Fonts">
      <a:majorFont>
        <a:latin typeface="Aptos"/>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1E3F4082-7808-4881-B841-DF50AC8472A2}" vid="{AD8F05DF-AF63-4EFF-8DEB-D5CA5C06AB57}"/>
    </a:ext>
  </a:extLst>
</a:theme>
</file>

<file path=ppt/theme/theme3.xml><?xml version="1.0" encoding="utf-8"?>
<a:theme xmlns:a="http://schemas.openxmlformats.org/drawingml/2006/main" name="Standard">
  <a:themeElements>
    <a:clrScheme name="25_New_ascendion colors">
      <a:dk1>
        <a:srgbClr val="000000"/>
      </a:dk1>
      <a:lt1>
        <a:srgbClr val="FFFFFF"/>
      </a:lt1>
      <a:dk2>
        <a:srgbClr val="B3B3B3"/>
      </a:dk2>
      <a:lt2>
        <a:srgbClr val="E8E8E8"/>
      </a:lt2>
      <a:accent1>
        <a:srgbClr val="2CDCAA"/>
      </a:accent1>
      <a:accent2>
        <a:srgbClr val="006450"/>
      </a:accent2>
      <a:accent3>
        <a:srgbClr val="F5821E"/>
      </a:accent3>
      <a:accent4>
        <a:srgbClr val="6666CC"/>
      </a:accent4>
      <a:accent5>
        <a:srgbClr val="8C0059"/>
      </a:accent5>
      <a:accent6>
        <a:srgbClr val="828282"/>
      </a:accent6>
      <a:hlink>
        <a:srgbClr val="968CFA"/>
      </a:hlink>
      <a:folHlink>
        <a:srgbClr val="000000"/>
      </a:folHlink>
    </a:clrScheme>
    <a:fontScheme name="Consolas-Verdana">
      <a:majorFont>
        <a:latin typeface="Consolas" panose="020B0609020204030204"/>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Verdana" panose="020B060403050404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1E3F4082-7808-4881-B841-DF50AC8472A2}" vid="{AD8F05DF-AF63-4EFF-8DEB-D5CA5C06AB57}"/>
    </a:ext>
  </a:extLst>
</a:theme>
</file>

<file path=ppt/theme/theme4.xml><?xml version="1.0" encoding="utf-8"?>
<a:theme xmlns:a="http://schemas.openxmlformats.org/drawingml/2006/main" name="2_Content - Light">
  <a:themeElements>
    <a:clrScheme name="ASC">
      <a:dk1>
        <a:srgbClr val="000000"/>
      </a:dk1>
      <a:lt1>
        <a:srgbClr val="FFFFFF"/>
      </a:lt1>
      <a:dk2>
        <a:srgbClr val="4D4D4D"/>
      </a:dk2>
      <a:lt2>
        <a:srgbClr val="CCCCCC"/>
      </a:lt2>
      <a:accent1>
        <a:srgbClr val="008567"/>
      </a:accent1>
      <a:accent2>
        <a:srgbClr val="CC0066"/>
      </a:accent2>
      <a:accent3>
        <a:srgbClr val="FFCC00"/>
      </a:accent3>
      <a:accent4>
        <a:srgbClr val="6666CC"/>
      </a:accent4>
      <a:accent5>
        <a:srgbClr val="00FAC2"/>
      </a:accent5>
      <a:accent6>
        <a:srgbClr val="71758A"/>
      </a:accent6>
      <a:hlink>
        <a:srgbClr val="0563C1"/>
      </a:hlink>
      <a:folHlink>
        <a:srgbClr val="954F72"/>
      </a:folHlink>
    </a:clrScheme>
    <a:fontScheme name="Ascendion Fonts">
      <a:majorFont>
        <a:latin typeface="Aptos"/>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1E3F4082-7808-4881-B841-DF50AC8472A2}" vid="{AD8F05DF-AF63-4EFF-8DEB-D5CA5C06AB57}"/>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3EB56918665F2459461820E995BA825" ma:contentTypeVersion="16" ma:contentTypeDescription="Create a new document." ma:contentTypeScope="" ma:versionID="0c68b6c2ecf63403597853bd8b71c2eb">
  <xsd:schema xmlns:xsd="http://www.w3.org/2001/XMLSchema" xmlns:xs="http://www.w3.org/2001/XMLSchema" xmlns:p="http://schemas.microsoft.com/office/2006/metadata/properties" xmlns:ns2="775180f7-6f5e-4781-ae91-d855168752cd" xmlns:ns3="78ed12e9-277f-41f0-b50c-9f18b4ef2d5f" targetNamespace="http://schemas.microsoft.com/office/2006/metadata/properties" ma:root="true" ma:fieldsID="c0a0116c1c95b20d94f673e3799da5ef" ns2:_="" ns3:_="">
    <xsd:import namespace="775180f7-6f5e-4781-ae91-d855168752cd"/>
    <xsd:import namespace="78ed12e9-277f-41f0-b50c-9f18b4ef2d5f"/>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GenerationTime" minOccurs="0"/>
                <xsd:element ref="ns2:MediaServiceEventHashCode" minOccurs="0"/>
                <xsd:element ref="ns2:MediaLengthInSeconds" minOccurs="0"/>
                <xsd:element ref="ns2:MediaServiceOCR" minOccurs="0"/>
                <xsd:element ref="ns2:MediaServiceObjectDetectorVersions" minOccurs="0"/>
                <xsd:element ref="ns2:MediaServiceLocation"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75180f7-6f5e-4781-ae91-d855168752c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1afb2a67-62c7-4b1b-9e2c-5fa2ecb7a4d7"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8ed12e9-277f-41f0-b50c-9f18b4ef2d5f"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4ccbeeb9-4283-479c-bb44-e1870efc77f9}" ma:internalName="TaxCatchAll" ma:showField="CatchAllData" ma:web="78ed12e9-277f-41f0-b50c-9f18b4ef2d5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78ed12e9-277f-41f0-b50c-9f18b4ef2d5f" xsi:nil="true"/>
    <lcf76f155ced4ddcb4097134ff3c332f xmlns="775180f7-6f5e-4781-ae91-d855168752cd">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336B373F-1371-45B0-9454-DEA2395B3BCD}">
  <ds:schemaRefs>
    <ds:schemaRef ds:uri="http://schemas.microsoft.com/sharepoint/v3/contenttype/forms"/>
  </ds:schemaRefs>
</ds:datastoreItem>
</file>

<file path=customXml/itemProps2.xml><?xml version="1.0" encoding="utf-8"?>
<ds:datastoreItem xmlns:ds="http://schemas.openxmlformats.org/officeDocument/2006/customXml" ds:itemID="{6CA9806A-E8DB-4CF6-BB01-B126D54B73F2}">
  <ds:schemaRefs>
    <ds:schemaRef ds:uri="775180f7-6f5e-4781-ae91-d855168752cd"/>
    <ds:schemaRef ds:uri="78ed12e9-277f-41f0-b50c-9f18b4ef2d5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F7230A1D-8BD2-4E73-8F41-D092EB2E9D5F}">
  <ds:schemaRefs>
    <ds:schemaRef ds:uri="http://schemas.microsoft.com/office/2006/metadata/properties"/>
    <ds:schemaRef ds:uri="http://purl.org/dc/elements/1.1/"/>
    <ds:schemaRef ds:uri="http://schemas.openxmlformats.org/package/2006/metadata/core-properties"/>
    <ds:schemaRef ds:uri="http://schemas.microsoft.com/office/2006/documentManagement/types"/>
    <ds:schemaRef ds:uri="775180f7-6f5e-4781-ae91-d855168752cd"/>
    <ds:schemaRef ds:uri="http://purl.org/dc/dcmitype/"/>
    <ds:schemaRef ds:uri="http://purl.org/dc/terms/"/>
    <ds:schemaRef ds:uri="http://schemas.microsoft.com/office/infopath/2007/PartnerControls"/>
    <ds:schemaRef ds:uri="78ed12e9-277f-41f0-b50c-9f18b4ef2d5f"/>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237</TotalTime>
  <Words>5183</Words>
  <Application>Microsoft Office PowerPoint</Application>
  <PresentationFormat>Widescreen</PresentationFormat>
  <Paragraphs>883</Paragraphs>
  <Slides>33</Slides>
  <Notes>8</Notes>
  <HiddenSlides>4</HiddenSlides>
  <MMClips>0</MMClips>
  <ScaleCrop>false</ScaleCrop>
  <HeadingPairs>
    <vt:vector size="6" baseType="variant">
      <vt:variant>
        <vt:lpstr>Fonts Used</vt:lpstr>
      </vt:variant>
      <vt:variant>
        <vt:i4>11</vt:i4>
      </vt:variant>
      <vt:variant>
        <vt:lpstr>Theme</vt:lpstr>
      </vt:variant>
      <vt:variant>
        <vt:i4>4</vt:i4>
      </vt:variant>
      <vt:variant>
        <vt:lpstr>Slide Titles</vt:lpstr>
      </vt:variant>
      <vt:variant>
        <vt:i4>33</vt:i4>
      </vt:variant>
    </vt:vector>
  </HeadingPairs>
  <TitlesOfParts>
    <vt:vector size="48" baseType="lpstr">
      <vt:lpstr>Aptos</vt:lpstr>
      <vt:lpstr>Arial</vt:lpstr>
      <vt:lpstr>Avenir LT 45 Book</vt:lpstr>
      <vt:lpstr>Century Gothic</vt:lpstr>
      <vt:lpstr>Helvetica Neue Light</vt:lpstr>
      <vt:lpstr>HelveticaNeueLT Std</vt:lpstr>
      <vt:lpstr>PP Neue Machina Plain</vt:lpstr>
      <vt:lpstr>PP Neue Machina Plain Ultrabold</vt:lpstr>
      <vt:lpstr>Symbol</vt:lpstr>
      <vt:lpstr>Verdana</vt:lpstr>
      <vt:lpstr>Wingdings</vt:lpstr>
      <vt:lpstr>1_Content - Light</vt:lpstr>
      <vt:lpstr>Content - Light</vt:lpstr>
      <vt:lpstr>Standard</vt:lpstr>
      <vt:lpstr>2_Content - Light</vt:lpstr>
      <vt:lpstr>Agentic Agile Playbook</vt:lpstr>
      <vt:lpstr> Reimagining Agility: The Agentic Agile Way</vt:lpstr>
      <vt:lpstr>Traditional vs Agentic Agile</vt:lpstr>
      <vt:lpstr>Agentic Delivery Model</vt:lpstr>
      <vt:lpstr>PowerPoint Presentation</vt:lpstr>
      <vt:lpstr>1. Discovery/Assessment</vt:lpstr>
      <vt:lpstr>2. AVA+ Implementation Steps - WIP</vt:lpstr>
      <vt:lpstr>3. Key Tenets for Program Management</vt:lpstr>
      <vt:lpstr>4. Project Execution</vt:lpstr>
      <vt:lpstr>4.1 Planning</vt:lpstr>
      <vt:lpstr>PowerPoint Presentation</vt:lpstr>
      <vt:lpstr>Sample Artefact - Estimation Model</vt:lpstr>
      <vt:lpstr>Sample Artefact - Value Based Pricing - Estimation Model (1/2) </vt:lpstr>
      <vt:lpstr>Detailed Baselining of Key Metrics - Capturing Agentic Impact on Client Success - Value based pricing - Estimation Model (2/2) </vt:lpstr>
      <vt:lpstr>4.2 Requirements Gathering</vt:lpstr>
      <vt:lpstr>4.3 Architecture</vt:lpstr>
      <vt:lpstr>4.4 Design</vt:lpstr>
      <vt:lpstr>4.5 Development</vt:lpstr>
      <vt:lpstr>Development (Contd.)</vt:lpstr>
      <vt:lpstr>4.6 Testing</vt:lpstr>
      <vt:lpstr>Testing (Contd.)</vt:lpstr>
      <vt:lpstr>4.7 Deployment and Rollout</vt:lpstr>
      <vt:lpstr>Deployment and Rollout (Contd.)</vt:lpstr>
      <vt:lpstr>5. Agent Lifecycle Management</vt:lpstr>
      <vt:lpstr>Sample Artefact - Metrics for Measuring Agentic Agile - WIP</vt:lpstr>
      <vt:lpstr>6. Governance Framework for Agent First Delivery Model</vt:lpstr>
      <vt:lpstr>Sample Artefact - Key Governance Tenets for Scaling Agentic Delivery Model</vt:lpstr>
      <vt:lpstr>Delivery Bootcamp for Embedding Agentic Agile (1 day training program)</vt:lpstr>
      <vt:lpstr>6. Change Management - Aligning to Agentic AI – Ascender 2.0</vt:lpstr>
      <vt:lpstr>Circle-wise Artefacts (WIP)</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Athish Ganesh</dc:creator>
  <cp:lastModifiedBy>Athish Ganesh</cp:lastModifiedBy>
  <cp:revision>3</cp:revision>
  <dcterms:created xsi:type="dcterms:W3CDTF">2025-05-19T06:05:14Z</dcterms:created>
  <dcterms:modified xsi:type="dcterms:W3CDTF">2025-05-30T05:23:48Z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0x01010003EB56918665F2459461820E995BA825</vt:lpwstr>
  </property>
  <property fmtid="{D5CDD505-2E9C-101B-9397-08002B2CF9AE}" pid="3" name="MediaServiceImageTags">
    <vt:lpwstr/>
  </property>
</Properties>
</file>